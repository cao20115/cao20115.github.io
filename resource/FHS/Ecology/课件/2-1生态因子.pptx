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sldIdLst>
    <p:sldId id="285" r:id="rId3"/>
    <p:sldId id="258" r:id="rId4"/>
    <p:sldId id="259" r:id="rId5"/>
    <p:sldId id="319" r:id="rId6"/>
    <p:sldId id="1060" r:id="rId7"/>
    <p:sldId id="320" r:id="rId8"/>
    <p:sldId id="260" r:id="rId9"/>
    <p:sldId id="279" r:id="rId10"/>
    <p:sldId id="281" r:id="rId11"/>
    <p:sldId id="282" r:id="rId12"/>
    <p:sldId id="261" r:id="rId13"/>
    <p:sldId id="1061" r:id="rId14"/>
    <p:sldId id="263" r:id="rId15"/>
    <p:sldId id="264" r:id="rId16"/>
    <p:sldId id="265" r:id="rId17"/>
    <p:sldId id="277" r:id="rId18"/>
    <p:sldId id="266" r:id="rId19"/>
    <p:sldId id="267" r:id="rId20"/>
    <p:sldId id="280" r:id="rId21"/>
    <p:sldId id="270" r:id="rId22"/>
    <p:sldId id="271" r:id="rId23"/>
    <p:sldId id="273" r:id="rId24"/>
    <p:sldId id="274" r:id="rId25"/>
    <p:sldId id="275" r:id="rId26"/>
    <p:sldId id="314" r:id="rId27"/>
    <p:sldId id="313" r:id="rId28"/>
    <p:sldId id="312" r:id="rId29"/>
    <p:sldId id="560" r:id="rId30"/>
    <p:sldId id="767" r:id="rId31"/>
    <p:sldId id="979"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37E8B8-29D2-0A43-B798-DF2CCC71BC79}" v="7" dt="2025-09-25T06:52:29.9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00"/>
    <p:restoredTop sz="94635"/>
  </p:normalViewPr>
  <p:slideViewPr>
    <p:cSldViewPr snapToGrid="0">
      <p:cViewPr varScale="1">
        <p:scale>
          <a:sx n="120" d="100"/>
          <a:sy n="120" d="100"/>
        </p:scale>
        <p:origin x="10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邦 肖" userId="38982054f6b45302" providerId="LiveId" clId="{95A0DA5A-AD6B-579F-A03E-EEED9F52BEEA}"/>
    <pc:docChg chg="undo custSel addSld delSld modSld">
      <pc:chgData name="邦 肖" userId="38982054f6b45302" providerId="LiveId" clId="{95A0DA5A-AD6B-579F-A03E-EEED9F52BEEA}" dt="2025-09-25T06:52:35.135" v="17" actId="1076"/>
      <pc:docMkLst>
        <pc:docMk/>
      </pc:docMkLst>
      <pc:sldChg chg="addSp delSp modSp mod">
        <pc:chgData name="邦 肖" userId="38982054f6b45302" providerId="LiveId" clId="{95A0DA5A-AD6B-579F-A03E-EEED9F52BEEA}" dt="2025-09-25T06:44:56.893" v="5"/>
        <pc:sldMkLst>
          <pc:docMk/>
          <pc:sldMk cId="0" sldId="265"/>
        </pc:sldMkLst>
        <pc:spChg chg="add del mod">
          <ac:chgData name="邦 肖" userId="38982054f6b45302" providerId="LiveId" clId="{95A0DA5A-AD6B-579F-A03E-EEED9F52BEEA}" dt="2025-09-25T06:44:56.893" v="5"/>
          <ac:spMkLst>
            <pc:docMk/>
            <pc:sldMk cId="0" sldId="265"/>
            <ac:spMk id="2" creationId="{8B59632E-7253-36FB-1E47-2F6F66EE03B5}"/>
          </ac:spMkLst>
        </pc:spChg>
      </pc:sldChg>
      <pc:sldChg chg="add del">
        <pc:chgData name="邦 肖" userId="38982054f6b45302" providerId="LiveId" clId="{95A0DA5A-AD6B-579F-A03E-EEED9F52BEEA}" dt="2025-09-25T06:44:34.670" v="2" actId="2696"/>
        <pc:sldMkLst>
          <pc:docMk/>
          <pc:sldMk cId="0" sldId="268"/>
        </pc:sldMkLst>
      </pc:sldChg>
      <pc:sldChg chg="modSp mod">
        <pc:chgData name="邦 肖" userId="38982054f6b45302" providerId="LiveId" clId="{95A0DA5A-AD6B-579F-A03E-EEED9F52BEEA}" dt="2025-09-25T06:52:35.135" v="17" actId="1076"/>
        <pc:sldMkLst>
          <pc:docMk/>
          <pc:sldMk cId="0" sldId="273"/>
        </pc:sldMkLst>
        <pc:graphicFrameChg chg="mod">
          <ac:chgData name="邦 肖" userId="38982054f6b45302" providerId="LiveId" clId="{95A0DA5A-AD6B-579F-A03E-EEED9F52BEEA}" dt="2025-09-25T06:52:35.135" v="17" actId="1076"/>
          <ac:graphicFrameMkLst>
            <pc:docMk/>
            <pc:sldMk cId="0" sldId="273"/>
            <ac:graphicFrameMk id="6146" creationId="{00000000-0000-0000-0000-000000000000}"/>
          </ac:graphicFrameMkLst>
        </pc:graphicFrameChg>
      </pc:sldChg>
    </pc:docChg>
  </pc:docChgLst>
  <pc:docChgLst>
    <pc:chgData name="邦 肖" userId="38982054f6b45302" providerId="LiveId" clId="{DD7BC8ED-19D6-4812-BE91-58B758706EA9}"/>
    <pc:docChg chg="custSel addSld modSld">
      <pc:chgData name="邦 肖" userId="38982054f6b45302" providerId="LiveId" clId="{DD7BC8ED-19D6-4812-BE91-58B758706EA9}" dt="2025-09-18T09:30:39.504" v="1" actId="478"/>
      <pc:docMkLst>
        <pc:docMk/>
      </pc:docMkLst>
      <pc:sldChg chg="delSp add mod setBg delAnim">
        <pc:chgData name="邦 肖" userId="38982054f6b45302" providerId="LiveId" clId="{DD7BC8ED-19D6-4812-BE91-58B758706EA9}" dt="2025-09-18T09:30:39.504" v="1" actId="478"/>
        <pc:sldMkLst>
          <pc:docMk/>
          <pc:sldMk cId="0" sldId="1061"/>
        </pc:sldMkLst>
      </pc:sldChg>
    </pc:docChg>
  </pc:docChgLst>
  <pc:docChgLst>
    <pc:chgData name="邦 肖" userId="38982054f6b45302" providerId="LiveId" clId="{9A653B7E-0A35-4AD6-836A-29BD773B1C26}"/>
    <pc:docChg chg="undo custSel addSld delSld modSld sldOrd">
      <pc:chgData name="邦 肖" userId="38982054f6b45302" providerId="LiveId" clId="{9A653B7E-0A35-4AD6-836A-29BD773B1C26}" dt="2025-09-18T05:13:57.292" v="111" actId="1076"/>
      <pc:docMkLst>
        <pc:docMk/>
      </pc:docMkLst>
      <pc:sldChg chg="delSp add mod delAnim">
        <pc:chgData name="邦 肖" userId="38982054f6b45302" providerId="LiveId" clId="{9A653B7E-0A35-4AD6-836A-29BD773B1C26}" dt="2025-09-18T05:02:17.216" v="3" actId="478"/>
        <pc:sldMkLst>
          <pc:docMk/>
          <pc:sldMk cId="0" sldId="258"/>
        </pc:sldMkLst>
      </pc:sldChg>
      <pc:sldChg chg="delSp add mod delAnim">
        <pc:chgData name="邦 肖" userId="38982054f6b45302" providerId="LiveId" clId="{9A653B7E-0A35-4AD6-836A-29BD773B1C26}" dt="2025-09-18T05:02:20.635" v="4" actId="478"/>
        <pc:sldMkLst>
          <pc:docMk/>
          <pc:sldMk cId="0" sldId="259"/>
        </pc:sldMkLst>
      </pc:sldChg>
      <pc:sldChg chg="delSp add mod delAnim">
        <pc:chgData name="邦 肖" userId="38982054f6b45302" providerId="LiveId" clId="{9A653B7E-0A35-4AD6-836A-29BD773B1C26}" dt="2025-09-18T05:10:07.591" v="64" actId="478"/>
        <pc:sldMkLst>
          <pc:docMk/>
          <pc:sldMk cId="0" sldId="260"/>
        </pc:sldMkLst>
      </pc:sldChg>
      <pc:sldChg chg="delSp add mod delAnim">
        <pc:chgData name="邦 肖" userId="38982054f6b45302" providerId="LiveId" clId="{9A653B7E-0A35-4AD6-836A-29BD773B1C26}" dt="2025-09-18T05:09:51.705" v="60" actId="478"/>
        <pc:sldMkLst>
          <pc:docMk/>
          <pc:sldMk cId="0" sldId="261"/>
        </pc:sldMkLst>
      </pc:sldChg>
      <pc:sldChg chg="delSp add mod delAnim">
        <pc:chgData name="邦 肖" userId="38982054f6b45302" providerId="LiveId" clId="{9A653B7E-0A35-4AD6-836A-29BD773B1C26}" dt="2025-09-18T05:09:46.202" v="59" actId="478"/>
        <pc:sldMkLst>
          <pc:docMk/>
          <pc:sldMk cId="0" sldId="263"/>
        </pc:sldMkLst>
      </pc:sldChg>
      <pc:sldChg chg="delSp add del mod delAnim">
        <pc:chgData name="邦 肖" userId="38982054f6b45302" providerId="LiveId" clId="{9A653B7E-0A35-4AD6-836A-29BD773B1C26}" dt="2025-09-18T05:09:37.991" v="57" actId="478"/>
        <pc:sldMkLst>
          <pc:docMk/>
          <pc:sldMk cId="0" sldId="264"/>
        </pc:sldMkLst>
      </pc:sldChg>
      <pc:sldChg chg="delSp add del mod delAnim">
        <pc:chgData name="邦 肖" userId="38982054f6b45302" providerId="LiveId" clId="{9A653B7E-0A35-4AD6-836A-29BD773B1C26}" dt="2025-09-18T05:09:36.059" v="56" actId="478"/>
        <pc:sldMkLst>
          <pc:docMk/>
          <pc:sldMk cId="0" sldId="265"/>
        </pc:sldMkLst>
      </pc:sldChg>
      <pc:sldChg chg="delSp add del mod delAnim">
        <pc:chgData name="邦 肖" userId="38982054f6b45302" providerId="LiveId" clId="{9A653B7E-0A35-4AD6-836A-29BD773B1C26}" dt="2025-09-18T05:09:27.948" v="52" actId="478"/>
        <pc:sldMkLst>
          <pc:docMk/>
          <pc:sldMk cId="0" sldId="266"/>
        </pc:sldMkLst>
      </pc:sldChg>
      <pc:sldChg chg="delSp add del mod delAnim">
        <pc:chgData name="邦 肖" userId="38982054f6b45302" providerId="LiveId" clId="{9A653B7E-0A35-4AD6-836A-29BD773B1C26}" dt="2025-09-18T05:09:25.621" v="51" actId="478"/>
        <pc:sldMkLst>
          <pc:docMk/>
          <pc:sldMk cId="0" sldId="267"/>
        </pc:sldMkLst>
      </pc:sldChg>
      <pc:sldChg chg="delSp add mod delAnim">
        <pc:chgData name="邦 肖" userId="38982054f6b45302" providerId="LiveId" clId="{9A653B7E-0A35-4AD6-836A-29BD773B1C26}" dt="2025-09-18T05:09:41.540" v="58" actId="478"/>
        <pc:sldMkLst>
          <pc:docMk/>
          <pc:sldMk cId="0" sldId="268"/>
        </pc:sldMkLst>
      </pc:sldChg>
      <pc:sldChg chg="delSp add del mod setBg delAnim">
        <pc:chgData name="邦 肖" userId="38982054f6b45302" providerId="LiveId" clId="{9A653B7E-0A35-4AD6-836A-29BD773B1C26}" dt="2025-09-18T05:09:21.822" v="49" actId="478"/>
        <pc:sldMkLst>
          <pc:docMk/>
          <pc:sldMk cId="0" sldId="270"/>
        </pc:sldMkLst>
      </pc:sldChg>
      <pc:sldChg chg="delSp add del mod setBg delAnim">
        <pc:chgData name="邦 肖" userId="38982054f6b45302" providerId="LiveId" clId="{9A653B7E-0A35-4AD6-836A-29BD773B1C26}" dt="2025-09-18T05:09:19.987" v="48" actId="478"/>
        <pc:sldMkLst>
          <pc:docMk/>
          <pc:sldMk cId="0" sldId="271"/>
        </pc:sldMkLst>
      </pc:sldChg>
      <pc:sldChg chg="delSp add del mod delAnim">
        <pc:chgData name="邦 肖" userId="38982054f6b45302" providerId="LiveId" clId="{9A653B7E-0A35-4AD6-836A-29BD773B1C26}" dt="2025-09-18T05:09:17.856" v="47" actId="478"/>
        <pc:sldMkLst>
          <pc:docMk/>
          <pc:sldMk cId="0" sldId="273"/>
        </pc:sldMkLst>
      </pc:sldChg>
      <pc:sldChg chg="delSp add del mod setBg delAnim">
        <pc:chgData name="邦 肖" userId="38982054f6b45302" providerId="LiveId" clId="{9A653B7E-0A35-4AD6-836A-29BD773B1C26}" dt="2025-09-18T05:09:16.182" v="46" actId="478"/>
        <pc:sldMkLst>
          <pc:docMk/>
          <pc:sldMk cId="0" sldId="274"/>
        </pc:sldMkLst>
      </pc:sldChg>
      <pc:sldChg chg="delSp add del mod setBg delAnim">
        <pc:chgData name="邦 肖" userId="38982054f6b45302" providerId="LiveId" clId="{9A653B7E-0A35-4AD6-836A-29BD773B1C26}" dt="2025-09-18T05:09:14.136" v="45" actId="478"/>
        <pc:sldMkLst>
          <pc:docMk/>
          <pc:sldMk cId="0" sldId="275"/>
        </pc:sldMkLst>
      </pc:sldChg>
      <pc:sldChg chg="addSp delSp add del mod addAnim delAnim">
        <pc:chgData name="邦 肖" userId="38982054f6b45302" providerId="LiveId" clId="{9A653B7E-0A35-4AD6-836A-29BD773B1C26}" dt="2025-09-18T05:09:33.729" v="55" actId="478"/>
        <pc:sldMkLst>
          <pc:docMk/>
          <pc:sldMk cId="0" sldId="277"/>
        </pc:sldMkLst>
        <pc:spChg chg="add del">
          <ac:chgData name="邦 肖" userId="38982054f6b45302" providerId="LiveId" clId="{9A653B7E-0A35-4AD6-836A-29BD773B1C26}" dt="2025-09-18T05:09:31.872" v="54" actId="478"/>
          <ac:spMkLst>
            <pc:docMk/>
            <pc:sldMk cId="0" sldId="277"/>
            <ac:spMk id="18437" creationId="{00000000-0000-0000-0000-000000000000}"/>
          </ac:spMkLst>
        </pc:spChg>
      </pc:sldChg>
      <pc:sldChg chg="delSp add mod delAnim">
        <pc:chgData name="邦 肖" userId="38982054f6b45302" providerId="LiveId" clId="{9A653B7E-0A35-4AD6-836A-29BD773B1C26}" dt="2025-09-18T05:10:04.714" v="63" actId="478"/>
        <pc:sldMkLst>
          <pc:docMk/>
          <pc:sldMk cId="0" sldId="279"/>
        </pc:sldMkLst>
      </pc:sldChg>
      <pc:sldChg chg="delSp modSp add del mod ord delAnim">
        <pc:chgData name="邦 肖" userId="38982054f6b45302" providerId="LiveId" clId="{9A653B7E-0A35-4AD6-836A-29BD773B1C26}" dt="2025-09-18T05:09:23.506" v="50" actId="478"/>
        <pc:sldMkLst>
          <pc:docMk/>
          <pc:sldMk cId="0" sldId="280"/>
        </pc:sldMkLst>
        <pc:spChg chg="mod">
          <ac:chgData name="邦 肖" userId="38982054f6b45302" providerId="LiveId" clId="{9A653B7E-0A35-4AD6-836A-29BD773B1C26}" dt="2025-09-18T05:06:10.308" v="34"/>
          <ac:spMkLst>
            <pc:docMk/>
            <pc:sldMk cId="0" sldId="280"/>
            <ac:spMk id="21506" creationId="{00000000-0000-0000-0000-000000000000}"/>
          </ac:spMkLst>
        </pc:spChg>
      </pc:sldChg>
      <pc:sldChg chg="delSp add mod delAnim">
        <pc:chgData name="邦 肖" userId="38982054f6b45302" providerId="LiveId" clId="{9A653B7E-0A35-4AD6-836A-29BD773B1C26}" dt="2025-09-18T05:10:02.759" v="62" actId="478"/>
        <pc:sldMkLst>
          <pc:docMk/>
          <pc:sldMk cId="0" sldId="281"/>
        </pc:sldMkLst>
      </pc:sldChg>
      <pc:sldChg chg="delSp add mod delAnim">
        <pc:chgData name="邦 肖" userId="38982054f6b45302" providerId="LiveId" clId="{9A653B7E-0A35-4AD6-836A-29BD773B1C26}" dt="2025-09-18T05:09:53.761" v="61" actId="478"/>
        <pc:sldMkLst>
          <pc:docMk/>
          <pc:sldMk cId="0" sldId="282"/>
        </pc:sldMkLst>
      </pc:sldChg>
      <pc:sldChg chg="addSp delSp modSp mod delAnim modAnim">
        <pc:chgData name="邦 肖" userId="38982054f6b45302" providerId="LiveId" clId="{9A653B7E-0A35-4AD6-836A-29BD773B1C26}" dt="2025-09-18T05:13:30.154" v="101" actId="478"/>
        <pc:sldMkLst>
          <pc:docMk/>
          <pc:sldMk cId="1572387976" sldId="312"/>
        </pc:sldMkLst>
        <pc:spChg chg="add mod">
          <ac:chgData name="邦 肖" userId="38982054f6b45302" providerId="LiveId" clId="{9A653B7E-0A35-4AD6-836A-29BD773B1C26}" dt="2025-09-18T05:13:27.915" v="100" actId="1076"/>
          <ac:spMkLst>
            <pc:docMk/>
            <pc:sldMk cId="1572387976" sldId="312"/>
            <ac:spMk id="3" creationId="{2BF290ED-622B-DD7C-303E-DF1C24C2264A}"/>
          </ac:spMkLst>
        </pc:spChg>
      </pc:sldChg>
      <pc:sldChg chg="addSp delSp modSp mod delAnim modAnim">
        <pc:chgData name="邦 肖" userId="38982054f6b45302" providerId="LiveId" clId="{9A653B7E-0A35-4AD6-836A-29BD773B1C26}" dt="2025-09-18T05:13:17.027" v="96" actId="478"/>
        <pc:sldMkLst>
          <pc:docMk/>
          <pc:sldMk cId="2028782654" sldId="313"/>
        </pc:sldMkLst>
        <pc:spChg chg="add mod">
          <ac:chgData name="邦 肖" userId="38982054f6b45302" providerId="LiveId" clId="{9A653B7E-0A35-4AD6-836A-29BD773B1C26}" dt="2025-09-18T05:13:15.525" v="95" actId="1076"/>
          <ac:spMkLst>
            <pc:docMk/>
            <pc:sldMk cId="2028782654" sldId="313"/>
            <ac:spMk id="4" creationId="{5DAB08C0-24D3-27F4-99A7-97B25F087675}"/>
          </ac:spMkLst>
        </pc:spChg>
      </pc:sldChg>
      <pc:sldChg chg="addSp delSp modSp mod addAnim delAnim modAnim">
        <pc:chgData name="邦 肖" userId="38982054f6b45302" providerId="LiveId" clId="{9A653B7E-0A35-4AD6-836A-29BD773B1C26}" dt="2025-09-18T05:12:30.527" v="83" actId="478"/>
        <pc:sldMkLst>
          <pc:docMk/>
          <pc:sldMk cId="3505262118" sldId="314"/>
        </pc:sldMkLst>
        <pc:spChg chg="add mod">
          <ac:chgData name="邦 肖" userId="38982054f6b45302" providerId="LiveId" clId="{9A653B7E-0A35-4AD6-836A-29BD773B1C26}" dt="2025-09-18T05:10:53.556" v="70" actId="20577"/>
          <ac:spMkLst>
            <pc:docMk/>
            <pc:sldMk cId="3505262118" sldId="314"/>
            <ac:spMk id="3" creationId="{EF51ACF9-D001-AFFF-4577-DC5F594DE0D9}"/>
          </ac:spMkLst>
        </pc:spChg>
        <pc:spChg chg="add mod">
          <ac:chgData name="邦 肖" userId="38982054f6b45302" providerId="LiveId" clId="{9A653B7E-0A35-4AD6-836A-29BD773B1C26}" dt="2025-09-18T05:12:08.028" v="77" actId="20577"/>
          <ac:spMkLst>
            <pc:docMk/>
            <pc:sldMk cId="3505262118" sldId="314"/>
            <ac:spMk id="5" creationId="{6D8B510B-49BB-B77C-BB43-F5E85988B53F}"/>
          </ac:spMkLst>
        </pc:spChg>
        <pc:spChg chg="mod">
          <ac:chgData name="邦 肖" userId="38982054f6b45302" providerId="LiveId" clId="{9A653B7E-0A35-4AD6-836A-29BD773B1C26}" dt="2025-09-18T05:12:23.837" v="81" actId="1076"/>
          <ac:spMkLst>
            <pc:docMk/>
            <pc:sldMk cId="3505262118" sldId="314"/>
            <ac:spMk id="62467" creationId="{5D4D5224-00B0-96F2-C600-6AD0C7E00E43}"/>
          </ac:spMkLst>
        </pc:spChg>
        <pc:spChg chg="add del">
          <ac:chgData name="邦 肖" userId="38982054f6b45302" providerId="LiveId" clId="{9A653B7E-0A35-4AD6-836A-29BD773B1C26}" dt="2025-09-18T05:12:30.527" v="83" actId="478"/>
          <ac:spMkLst>
            <pc:docMk/>
            <pc:sldMk cId="3505262118" sldId="314"/>
            <ac:spMk id="62468" creationId="{45389E0A-EE82-8AEC-B9B6-1E5B789D6418}"/>
          </ac:spMkLst>
        </pc:spChg>
      </pc:sldChg>
      <pc:sldChg chg="addSp delSp modSp mod delAnim modAnim">
        <pc:chgData name="邦 肖" userId="38982054f6b45302" providerId="LiveId" clId="{9A653B7E-0A35-4AD6-836A-29BD773B1C26}" dt="2025-09-18T05:13:38.527" v="105" actId="478"/>
        <pc:sldMkLst>
          <pc:docMk/>
          <pc:sldMk cId="2356553583" sldId="560"/>
        </pc:sldMkLst>
        <pc:spChg chg="add mod">
          <ac:chgData name="邦 肖" userId="38982054f6b45302" providerId="LiveId" clId="{9A653B7E-0A35-4AD6-836A-29BD773B1C26}" dt="2025-09-18T05:13:36.713" v="104" actId="1076"/>
          <ac:spMkLst>
            <pc:docMk/>
            <pc:sldMk cId="2356553583" sldId="560"/>
            <ac:spMk id="4" creationId="{29B5DABB-AB8E-7DF5-755A-39EAA2BA998D}"/>
          </ac:spMkLst>
        </pc:spChg>
      </pc:sldChg>
      <pc:sldChg chg="addSp delSp modSp mod delAnim modAnim">
        <pc:chgData name="邦 肖" userId="38982054f6b45302" providerId="LiveId" clId="{9A653B7E-0A35-4AD6-836A-29BD773B1C26}" dt="2025-09-18T05:13:46.529" v="108" actId="478"/>
        <pc:sldMkLst>
          <pc:docMk/>
          <pc:sldMk cId="2889016601" sldId="767"/>
        </pc:sldMkLst>
        <pc:spChg chg="add mod">
          <ac:chgData name="邦 肖" userId="38982054f6b45302" providerId="LiveId" clId="{9A653B7E-0A35-4AD6-836A-29BD773B1C26}" dt="2025-09-18T05:13:44.618" v="107" actId="1076"/>
          <ac:spMkLst>
            <pc:docMk/>
            <pc:sldMk cId="2889016601" sldId="767"/>
            <ac:spMk id="3" creationId="{DA4EBA9E-6A3E-2031-1C2F-CAD11FF465C2}"/>
          </ac:spMkLst>
        </pc:spChg>
      </pc:sldChg>
      <pc:sldChg chg="delSp del mod">
        <pc:chgData name="邦 肖" userId="38982054f6b45302" providerId="LiveId" clId="{9A653B7E-0A35-4AD6-836A-29BD773B1C26}" dt="2025-09-18T05:01:14.091" v="1" actId="47"/>
        <pc:sldMkLst>
          <pc:docMk/>
          <pc:sldMk cId="3235197893" sldId="935"/>
        </pc:sldMkLst>
      </pc:sldChg>
      <pc:sldChg chg="del">
        <pc:chgData name="邦 肖" userId="38982054f6b45302" providerId="LiveId" clId="{9A653B7E-0A35-4AD6-836A-29BD773B1C26}" dt="2025-09-18T05:02:44.450" v="5" actId="47"/>
        <pc:sldMkLst>
          <pc:docMk/>
          <pc:sldMk cId="570661538" sldId="936"/>
        </pc:sldMkLst>
      </pc:sldChg>
      <pc:sldChg chg="del">
        <pc:chgData name="邦 肖" userId="38982054f6b45302" providerId="LiveId" clId="{9A653B7E-0A35-4AD6-836A-29BD773B1C26}" dt="2025-09-18T05:04:04.777" v="20" actId="2696"/>
        <pc:sldMkLst>
          <pc:docMk/>
          <pc:sldMk cId="2576822571" sldId="937"/>
        </pc:sldMkLst>
      </pc:sldChg>
      <pc:sldChg chg="del">
        <pc:chgData name="邦 肖" userId="38982054f6b45302" providerId="LiveId" clId="{9A653B7E-0A35-4AD6-836A-29BD773B1C26}" dt="2025-09-18T05:04:04.777" v="20" actId="2696"/>
        <pc:sldMkLst>
          <pc:docMk/>
          <pc:sldMk cId="1348884293" sldId="938"/>
        </pc:sldMkLst>
      </pc:sldChg>
      <pc:sldChg chg="del">
        <pc:chgData name="邦 肖" userId="38982054f6b45302" providerId="LiveId" clId="{9A653B7E-0A35-4AD6-836A-29BD773B1C26}" dt="2025-09-18T05:04:48.482" v="23" actId="47"/>
        <pc:sldMkLst>
          <pc:docMk/>
          <pc:sldMk cId="3210375282" sldId="939"/>
        </pc:sldMkLst>
      </pc:sldChg>
      <pc:sldChg chg="del">
        <pc:chgData name="邦 肖" userId="38982054f6b45302" providerId="LiveId" clId="{9A653B7E-0A35-4AD6-836A-29BD773B1C26}" dt="2025-09-18T05:04:49.547" v="24" actId="47"/>
        <pc:sldMkLst>
          <pc:docMk/>
          <pc:sldMk cId="303152252" sldId="940"/>
        </pc:sldMkLst>
      </pc:sldChg>
      <pc:sldChg chg="del">
        <pc:chgData name="邦 肖" userId="38982054f6b45302" providerId="LiveId" clId="{9A653B7E-0A35-4AD6-836A-29BD773B1C26}" dt="2025-09-18T05:05:20.907" v="26" actId="47"/>
        <pc:sldMkLst>
          <pc:docMk/>
          <pc:sldMk cId="733089719" sldId="941"/>
        </pc:sldMkLst>
      </pc:sldChg>
      <pc:sldChg chg="del">
        <pc:chgData name="邦 肖" userId="38982054f6b45302" providerId="LiveId" clId="{9A653B7E-0A35-4AD6-836A-29BD773B1C26}" dt="2025-09-18T05:05:36.326" v="30" actId="47"/>
        <pc:sldMkLst>
          <pc:docMk/>
          <pc:sldMk cId="310274017" sldId="942"/>
        </pc:sldMkLst>
      </pc:sldChg>
      <pc:sldChg chg="del">
        <pc:chgData name="邦 肖" userId="38982054f6b45302" providerId="LiveId" clId="{9A653B7E-0A35-4AD6-836A-29BD773B1C26}" dt="2025-09-18T05:06:15.890" v="36" actId="47"/>
        <pc:sldMkLst>
          <pc:docMk/>
          <pc:sldMk cId="2155239111" sldId="943"/>
        </pc:sldMkLst>
      </pc:sldChg>
      <pc:sldChg chg="del">
        <pc:chgData name="邦 肖" userId="38982054f6b45302" providerId="LiveId" clId="{9A653B7E-0A35-4AD6-836A-29BD773B1C26}" dt="2025-09-18T05:06:16.718" v="37" actId="47"/>
        <pc:sldMkLst>
          <pc:docMk/>
          <pc:sldMk cId="2512515052" sldId="944"/>
        </pc:sldMkLst>
      </pc:sldChg>
      <pc:sldChg chg="del">
        <pc:chgData name="邦 肖" userId="38982054f6b45302" providerId="LiveId" clId="{9A653B7E-0A35-4AD6-836A-29BD773B1C26}" dt="2025-09-18T05:06:18.001" v="38" actId="47"/>
        <pc:sldMkLst>
          <pc:docMk/>
          <pc:sldMk cId="1087970388" sldId="945"/>
        </pc:sldMkLst>
      </pc:sldChg>
      <pc:sldChg chg="del">
        <pc:chgData name="邦 肖" userId="38982054f6b45302" providerId="LiveId" clId="{9A653B7E-0A35-4AD6-836A-29BD773B1C26}" dt="2025-09-18T05:09:01.142" v="44" actId="47"/>
        <pc:sldMkLst>
          <pc:docMk/>
          <pc:sldMk cId="2538567022" sldId="946"/>
        </pc:sldMkLst>
      </pc:sldChg>
      <pc:sldChg chg="addSp delSp modSp del mod delAnim modAnim">
        <pc:chgData name="邦 肖" userId="38982054f6b45302" providerId="LiveId" clId="{9A653B7E-0A35-4AD6-836A-29BD773B1C26}" dt="2025-09-18T05:13:01.934" v="91" actId="2696"/>
        <pc:sldMkLst>
          <pc:docMk/>
          <pc:sldMk cId="662630920" sldId="947"/>
        </pc:sldMkLst>
      </pc:sldChg>
      <pc:sldChg chg="del">
        <pc:chgData name="邦 肖" userId="38982054f6b45302" providerId="LiveId" clId="{9A653B7E-0A35-4AD6-836A-29BD773B1C26}" dt="2025-09-18T05:13:01.934" v="91" actId="2696"/>
        <pc:sldMkLst>
          <pc:docMk/>
          <pc:sldMk cId="3662406499" sldId="948"/>
        </pc:sldMkLst>
      </pc:sldChg>
      <pc:sldChg chg="del">
        <pc:chgData name="邦 肖" userId="38982054f6b45302" providerId="LiveId" clId="{9A653B7E-0A35-4AD6-836A-29BD773B1C26}" dt="2025-09-18T05:13:01.934" v="91" actId="2696"/>
        <pc:sldMkLst>
          <pc:docMk/>
          <pc:sldMk cId="3308751896" sldId="949"/>
        </pc:sldMkLst>
      </pc:sldChg>
      <pc:sldChg chg="del">
        <pc:chgData name="邦 肖" userId="38982054f6b45302" providerId="LiveId" clId="{9A653B7E-0A35-4AD6-836A-29BD773B1C26}" dt="2025-09-18T05:13:01.934" v="91" actId="2696"/>
        <pc:sldMkLst>
          <pc:docMk/>
          <pc:sldMk cId="1994682907" sldId="950"/>
        </pc:sldMkLst>
      </pc:sldChg>
      <pc:sldChg chg="addSp delSp modSp mod delAnim modAnim">
        <pc:chgData name="邦 肖" userId="38982054f6b45302" providerId="LiveId" clId="{9A653B7E-0A35-4AD6-836A-29BD773B1C26}" dt="2025-09-18T05:13:57.292" v="111" actId="1076"/>
        <pc:sldMkLst>
          <pc:docMk/>
          <pc:sldMk cId="1865894681" sldId="979"/>
        </pc:sldMkLst>
        <pc:spChg chg="add mod">
          <ac:chgData name="邦 肖" userId="38982054f6b45302" providerId="LiveId" clId="{9A653B7E-0A35-4AD6-836A-29BD773B1C26}" dt="2025-09-18T05:13:57.292" v="111" actId="1076"/>
          <ac:spMkLst>
            <pc:docMk/>
            <pc:sldMk cId="1865894681" sldId="979"/>
            <ac:spMk id="3" creationId="{2787A7E3-0268-06E8-6557-53E47481118E}"/>
          </ac:spMkLst>
        </pc:spChg>
      </pc:sldChg>
      <pc:sldChg chg="addSp delSp modSp mod addAnim delAnim modAnim">
        <pc:chgData name="邦 肖" userId="38982054f6b45302" providerId="LiveId" clId="{9A653B7E-0A35-4AD6-836A-29BD773B1C26}" dt="2025-09-18T05:03:46.088" v="19" actId="1076"/>
        <pc:sldMkLst>
          <pc:docMk/>
          <pc:sldMk cId="0" sldId="1060"/>
        </pc:sldMkLst>
        <pc:spChg chg="add mod">
          <ac:chgData name="邦 肖" userId="38982054f6b45302" providerId="LiveId" clId="{9A653B7E-0A35-4AD6-836A-29BD773B1C26}" dt="2025-09-18T05:03:46.088" v="19" actId="1076"/>
          <ac:spMkLst>
            <pc:docMk/>
            <pc:sldMk cId="0" sldId="1060"/>
            <ac:spMk id="5" creationId="{83E9234C-9593-B777-6F0B-CCAE744E90EF}"/>
          </ac:spMkLst>
        </pc:spChg>
        <pc:spChg chg="add mod">
          <ac:chgData name="邦 肖" userId="38982054f6b45302" providerId="LiveId" clId="{9A653B7E-0A35-4AD6-836A-29BD773B1C26}" dt="2025-09-18T05:03:44.040" v="18" actId="1076"/>
          <ac:spMkLst>
            <pc:docMk/>
            <pc:sldMk cId="0" sldId="1060"/>
            <ac:spMk id="6" creationId="{DAF3FF8F-973D-7D7F-CC76-2D9B567DBEA9}"/>
          </ac:spMkLst>
        </pc:spChg>
      </pc:sldChg>
      <pc:sldChg chg="del">
        <pc:chgData name="邦 肖" userId="38982054f6b45302" providerId="LiveId" clId="{9A653B7E-0A35-4AD6-836A-29BD773B1C26}" dt="2025-09-18T05:13:01.934" v="91" actId="2696"/>
        <pc:sldMkLst>
          <pc:docMk/>
          <pc:sldMk cId="679156734" sldId="1061"/>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1FB358-63E8-7B5A-5182-4EB0F5AECFF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8EA1911E-9647-26C2-2373-B9AE1A0C2C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E6DEFF3C-F375-BE4A-7081-5B707DE04E51}"/>
              </a:ext>
            </a:extLst>
          </p:cNvPr>
          <p:cNvSpPr>
            <a:spLocks noGrp="1"/>
          </p:cNvSpPr>
          <p:nvPr>
            <p:ph type="dt" sz="half" idx="10"/>
          </p:nvPr>
        </p:nvSpPr>
        <p:spPr/>
        <p:txBody>
          <a:bodyPr/>
          <a:lstStyle/>
          <a:p>
            <a:fld id="{5AD9165C-767B-2D48-8B72-8D5310AC3A35}" type="datetimeFigureOut">
              <a:rPr kumimoji="1" lang="zh-CN" altLang="en-US" smtClean="0"/>
              <a:t>2025/9/25</a:t>
            </a:fld>
            <a:endParaRPr kumimoji="1" lang="zh-CN" altLang="en-US"/>
          </a:p>
        </p:txBody>
      </p:sp>
      <p:sp>
        <p:nvSpPr>
          <p:cNvPr id="5" name="页脚占位符 4">
            <a:extLst>
              <a:ext uri="{FF2B5EF4-FFF2-40B4-BE49-F238E27FC236}">
                <a16:creationId xmlns:a16="http://schemas.microsoft.com/office/drawing/2014/main" id="{A3F52CA6-2987-D33C-3DBD-8741F70F9DB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56C97562-00E6-FAC1-E22C-CFE7C3B0E67A}"/>
              </a:ext>
            </a:extLst>
          </p:cNvPr>
          <p:cNvSpPr>
            <a:spLocks noGrp="1"/>
          </p:cNvSpPr>
          <p:nvPr>
            <p:ph type="sldNum" sz="quarter" idx="12"/>
          </p:nvPr>
        </p:nvSpPr>
        <p:spPr/>
        <p:txBody>
          <a:body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3167201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2992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012CEE-7027-F6D8-CBF5-EB0BF48EB85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8D423A7-426B-A2D2-A652-7F7814097B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20725F55-8BD3-9226-5226-08D0E3CE13A3}"/>
              </a:ext>
            </a:extLst>
          </p:cNvPr>
          <p:cNvSpPr>
            <a:spLocks noGrp="1"/>
          </p:cNvSpPr>
          <p:nvPr>
            <p:ph type="dt" sz="half" idx="10"/>
          </p:nvPr>
        </p:nvSpPr>
        <p:spPr/>
        <p:txBody>
          <a:bodyPr/>
          <a:lstStyle/>
          <a:p>
            <a:fld id="{5AD9165C-767B-2D48-8B72-8D5310AC3A35}" type="datetimeFigureOut">
              <a:rPr kumimoji="1" lang="zh-CN" altLang="en-US" smtClean="0"/>
              <a:t>2025/9/25</a:t>
            </a:fld>
            <a:endParaRPr kumimoji="1" lang="zh-CN" altLang="en-US"/>
          </a:p>
        </p:txBody>
      </p:sp>
      <p:sp>
        <p:nvSpPr>
          <p:cNvPr id="5" name="页脚占位符 4">
            <a:extLst>
              <a:ext uri="{FF2B5EF4-FFF2-40B4-BE49-F238E27FC236}">
                <a16:creationId xmlns:a16="http://schemas.microsoft.com/office/drawing/2014/main" id="{C61BB1E6-BDA4-7D54-1BB4-4B754F12349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37DCC90-7914-DE93-4C56-0D37B73436FB}"/>
              </a:ext>
            </a:extLst>
          </p:cNvPr>
          <p:cNvSpPr>
            <a:spLocks noGrp="1"/>
          </p:cNvSpPr>
          <p:nvPr>
            <p:ph type="sldNum" sz="quarter" idx="12"/>
          </p:nvPr>
        </p:nvSpPr>
        <p:spPr/>
        <p:txBody>
          <a:body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3674517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A4EC7E-B832-AE02-9DA5-7E594614C2BF}"/>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52A05252-7B49-395E-9725-0719356872F2}"/>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6527093D-F47C-C885-4198-BD9872A8A583}"/>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7D97788F-FBB3-881D-DE9A-8D5475936E77}"/>
              </a:ext>
            </a:extLst>
          </p:cNvPr>
          <p:cNvSpPr>
            <a:spLocks noGrp="1"/>
          </p:cNvSpPr>
          <p:nvPr>
            <p:ph type="dt" sz="half" idx="10"/>
          </p:nvPr>
        </p:nvSpPr>
        <p:spPr/>
        <p:txBody>
          <a:bodyPr/>
          <a:lstStyle/>
          <a:p>
            <a:fld id="{5AD9165C-767B-2D48-8B72-8D5310AC3A35}" type="datetimeFigureOut">
              <a:rPr kumimoji="1" lang="zh-CN" altLang="en-US" smtClean="0"/>
              <a:t>2025/9/25</a:t>
            </a:fld>
            <a:endParaRPr kumimoji="1" lang="zh-CN" altLang="en-US"/>
          </a:p>
        </p:txBody>
      </p:sp>
      <p:sp>
        <p:nvSpPr>
          <p:cNvPr id="6" name="页脚占位符 5">
            <a:extLst>
              <a:ext uri="{FF2B5EF4-FFF2-40B4-BE49-F238E27FC236}">
                <a16:creationId xmlns:a16="http://schemas.microsoft.com/office/drawing/2014/main" id="{20CA184E-01EA-BE20-1FBD-0E073C9E462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DDC87EB-42A5-748D-6855-D83C310A2B9D}"/>
              </a:ext>
            </a:extLst>
          </p:cNvPr>
          <p:cNvSpPr>
            <a:spLocks noGrp="1"/>
          </p:cNvSpPr>
          <p:nvPr>
            <p:ph type="sldNum" sz="quarter" idx="12"/>
          </p:nvPr>
        </p:nvSpPr>
        <p:spPr/>
        <p:txBody>
          <a:body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3463040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D8FA12-367B-7BC4-2226-932804C02E53}"/>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547E426-7AD5-C9DF-9B8E-40DE5C72F5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D30386E5-9F7B-2593-D8CB-51A441E44F02}"/>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6BBEEDBF-0E99-A433-0E7E-4F29106E26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B9B65C69-AE2C-22C3-AA74-E67310E1875E}"/>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78F8A259-A291-9456-61E7-62374D5D30E2}"/>
              </a:ext>
            </a:extLst>
          </p:cNvPr>
          <p:cNvSpPr>
            <a:spLocks noGrp="1"/>
          </p:cNvSpPr>
          <p:nvPr>
            <p:ph type="dt" sz="half" idx="10"/>
          </p:nvPr>
        </p:nvSpPr>
        <p:spPr/>
        <p:txBody>
          <a:bodyPr/>
          <a:lstStyle/>
          <a:p>
            <a:fld id="{5AD9165C-767B-2D48-8B72-8D5310AC3A35}" type="datetimeFigureOut">
              <a:rPr kumimoji="1" lang="zh-CN" altLang="en-US" smtClean="0"/>
              <a:t>2025/9/25</a:t>
            </a:fld>
            <a:endParaRPr kumimoji="1" lang="zh-CN" altLang="en-US"/>
          </a:p>
        </p:txBody>
      </p:sp>
      <p:sp>
        <p:nvSpPr>
          <p:cNvPr id="8" name="页脚占位符 7">
            <a:extLst>
              <a:ext uri="{FF2B5EF4-FFF2-40B4-BE49-F238E27FC236}">
                <a16:creationId xmlns:a16="http://schemas.microsoft.com/office/drawing/2014/main" id="{466C019C-EC83-9CC5-1C14-018808B2542D}"/>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8EF1A7E1-B1EC-92B6-D4BF-C00BDC3A2AF5}"/>
              </a:ext>
            </a:extLst>
          </p:cNvPr>
          <p:cNvSpPr>
            <a:spLocks noGrp="1"/>
          </p:cNvSpPr>
          <p:nvPr>
            <p:ph type="sldNum" sz="quarter" idx="12"/>
          </p:nvPr>
        </p:nvSpPr>
        <p:spPr/>
        <p:txBody>
          <a:body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4274326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625880-EFCF-2177-F82B-F0CC7078240B}"/>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3824E29F-12D4-1730-81C9-C55D95385ADB}"/>
              </a:ext>
            </a:extLst>
          </p:cNvPr>
          <p:cNvSpPr>
            <a:spLocks noGrp="1"/>
          </p:cNvSpPr>
          <p:nvPr>
            <p:ph type="dt" sz="half" idx="10"/>
          </p:nvPr>
        </p:nvSpPr>
        <p:spPr/>
        <p:txBody>
          <a:bodyPr/>
          <a:lstStyle/>
          <a:p>
            <a:fld id="{5AD9165C-767B-2D48-8B72-8D5310AC3A35}" type="datetimeFigureOut">
              <a:rPr kumimoji="1" lang="zh-CN" altLang="en-US" smtClean="0"/>
              <a:t>2025/9/25</a:t>
            </a:fld>
            <a:endParaRPr kumimoji="1" lang="zh-CN" altLang="en-US"/>
          </a:p>
        </p:txBody>
      </p:sp>
      <p:sp>
        <p:nvSpPr>
          <p:cNvPr id="4" name="页脚占位符 3">
            <a:extLst>
              <a:ext uri="{FF2B5EF4-FFF2-40B4-BE49-F238E27FC236}">
                <a16:creationId xmlns:a16="http://schemas.microsoft.com/office/drawing/2014/main" id="{24801ED6-82D9-A9DD-7318-83215D1E9E74}"/>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B11D4351-B89E-C17C-0D2F-F3CDD8B41B48}"/>
              </a:ext>
            </a:extLst>
          </p:cNvPr>
          <p:cNvSpPr>
            <a:spLocks noGrp="1"/>
          </p:cNvSpPr>
          <p:nvPr>
            <p:ph type="sldNum" sz="quarter" idx="12"/>
          </p:nvPr>
        </p:nvSpPr>
        <p:spPr/>
        <p:txBody>
          <a:body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1314137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D2B2026-6A8B-ACD9-E18F-7460CD90450A}"/>
              </a:ext>
            </a:extLst>
          </p:cNvPr>
          <p:cNvSpPr>
            <a:spLocks noGrp="1"/>
          </p:cNvSpPr>
          <p:nvPr>
            <p:ph type="dt" sz="half" idx="10"/>
          </p:nvPr>
        </p:nvSpPr>
        <p:spPr/>
        <p:txBody>
          <a:bodyPr/>
          <a:lstStyle/>
          <a:p>
            <a:fld id="{5AD9165C-767B-2D48-8B72-8D5310AC3A35}" type="datetimeFigureOut">
              <a:rPr kumimoji="1" lang="zh-CN" altLang="en-US" smtClean="0"/>
              <a:t>2025/9/25</a:t>
            </a:fld>
            <a:endParaRPr kumimoji="1" lang="zh-CN" altLang="en-US"/>
          </a:p>
        </p:txBody>
      </p:sp>
      <p:sp>
        <p:nvSpPr>
          <p:cNvPr id="3" name="页脚占位符 2">
            <a:extLst>
              <a:ext uri="{FF2B5EF4-FFF2-40B4-BE49-F238E27FC236}">
                <a16:creationId xmlns:a16="http://schemas.microsoft.com/office/drawing/2014/main" id="{3749E581-D044-9412-7380-0689BA16E4F5}"/>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3484503D-FE0A-4695-65C5-BB71071CAC6C}"/>
              </a:ext>
            </a:extLst>
          </p:cNvPr>
          <p:cNvSpPr>
            <a:spLocks noGrp="1"/>
          </p:cNvSpPr>
          <p:nvPr>
            <p:ph type="sldNum" sz="quarter" idx="12"/>
          </p:nvPr>
        </p:nvSpPr>
        <p:spPr/>
        <p:txBody>
          <a:body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1666634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1ABEF0-0209-CF17-C2AD-16183A8AE78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2E0E6E9-EDFE-2EA4-E9D6-CD9AC1561A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AC0307CE-A144-9D16-6F28-C005F2B055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29BAD354-0240-66DB-10EF-8F920F5EC986}"/>
              </a:ext>
            </a:extLst>
          </p:cNvPr>
          <p:cNvSpPr>
            <a:spLocks noGrp="1"/>
          </p:cNvSpPr>
          <p:nvPr>
            <p:ph type="dt" sz="half" idx="10"/>
          </p:nvPr>
        </p:nvSpPr>
        <p:spPr/>
        <p:txBody>
          <a:bodyPr/>
          <a:lstStyle/>
          <a:p>
            <a:fld id="{5AD9165C-767B-2D48-8B72-8D5310AC3A35}" type="datetimeFigureOut">
              <a:rPr kumimoji="1" lang="zh-CN" altLang="en-US" smtClean="0"/>
              <a:t>2025/9/25</a:t>
            </a:fld>
            <a:endParaRPr kumimoji="1" lang="zh-CN" altLang="en-US"/>
          </a:p>
        </p:txBody>
      </p:sp>
      <p:sp>
        <p:nvSpPr>
          <p:cNvPr id="6" name="页脚占位符 5">
            <a:extLst>
              <a:ext uri="{FF2B5EF4-FFF2-40B4-BE49-F238E27FC236}">
                <a16:creationId xmlns:a16="http://schemas.microsoft.com/office/drawing/2014/main" id="{5802208A-41B1-4ADA-3A1D-E28DE26E1DF3}"/>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50ED1064-5315-9181-B115-2B15F34275FE}"/>
              </a:ext>
            </a:extLst>
          </p:cNvPr>
          <p:cNvSpPr>
            <a:spLocks noGrp="1"/>
          </p:cNvSpPr>
          <p:nvPr>
            <p:ph type="sldNum" sz="quarter" idx="12"/>
          </p:nvPr>
        </p:nvSpPr>
        <p:spPr/>
        <p:txBody>
          <a:body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11713653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ED8B73-0F26-B0A6-D122-3C8E7BE784C8}"/>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C60F5B95-18F3-73BB-A78A-2A5F8C2645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8DFBE1F0-3FF6-801E-4B5A-3D7AF53A47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126B7113-79F5-3198-F4B7-F0A058BC0D8E}"/>
              </a:ext>
            </a:extLst>
          </p:cNvPr>
          <p:cNvSpPr>
            <a:spLocks noGrp="1"/>
          </p:cNvSpPr>
          <p:nvPr>
            <p:ph type="dt" sz="half" idx="10"/>
          </p:nvPr>
        </p:nvSpPr>
        <p:spPr/>
        <p:txBody>
          <a:bodyPr/>
          <a:lstStyle/>
          <a:p>
            <a:fld id="{5AD9165C-767B-2D48-8B72-8D5310AC3A35}" type="datetimeFigureOut">
              <a:rPr kumimoji="1" lang="zh-CN" altLang="en-US" smtClean="0"/>
              <a:t>2025/9/25</a:t>
            </a:fld>
            <a:endParaRPr kumimoji="1" lang="zh-CN" altLang="en-US"/>
          </a:p>
        </p:txBody>
      </p:sp>
      <p:sp>
        <p:nvSpPr>
          <p:cNvPr id="6" name="页脚占位符 5">
            <a:extLst>
              <a:ext uri="{FF2B5EF4-FFF2-40B4-BE49-F238E27FC236}">
                <a16:creationId xmlns:a16="http://schemas.microsoft.com/office/drawing/2014/main" id="{8A8A7C82-AC51-55AA-39A3-A6AF114CC6D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95FD1BF-EEA2-C37D-85A6-389D64BF27B4}"/>
              </a:ext>
            </a:extLst>
          </p:cNvPr>
          <p:cNvSpPr>
            <a:spLocks noGrp="1"/>
          </p:cNvSpPr>
          <p:nvPr>
            <p:ph type="sldNum" sz="quarter" idx="12"/>
          </p:nvPr>
        </p:nvSpPr>
        <p:spPr/>
        <p:txBody>
          <a:body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986878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DFBE4-1964-C0CD-41AE-7B4C415D3624}"/>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478B64F9-8BCF-CD65-C13D-2F559E937CEC}"/>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C08CF0E-7107-D6CC-392E-65DB5510BA3F}"/>
              </a:ext>
            </a:extLst>
          </p:cNvPr>
          <p:cNvSpPr>
            <a:spLocks noGrp="1"/>
          </p:cNvSpPr>
          <p:nvPr>
            <p:ph type="dt" sz="half" idx="10"/>
          </p:nvPr>
        </p:nvSpPr>
        <p:spPr/>
        <p:txBody>
          <a:bodyPr/>
          <a:lstStyle/>
          <a:p>
            <a:fld id="{5AD9165C-767B-2D48-8B72-8D5310AC3A35}" type="datetimeFigureOut">
              <a:rPr kumimoji="1" lang="zh-CN" altLang="en-US" smtClean="0"/>
              <a:t>2025/9/25</a:t>
            </a:fld>
            <a:endParaRPr kumimoji="1" lang="zh-CN" altLang="en-US"/>
          </a:p>
        </p:txBody>
      </p:sp>
      <p:sp>
        <p:nvSpPr>
          <p:cNvPr id="5" name="页脚占位符 4">
            <a:extLst>
              <a:ext uri="{FF2B5EF4-FFF2-40B4-BE49-F238E27FC236}">
                <a16:creationId xmlns:a16="http://schemas.microsoft.com/office/drawing/2014/main" id="{7F0E5887-1CB5-0868-D3F6-436167F3AE94}"/>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D89DCB4-5BE2-DC4E-22C1-8F479F5D2FAC}"/>
              </a:ext>
            </a:extLst>
          </p:cNvPr>
          <p:cNvSpPr>
            <a:spLocks noGrp="1"/>
          </p:cNvSpPr>
          <p:nvPr>
            <p:ph type="sldNum" sz="quarter" idx="12"/>
          </p:nvPr>
        </p:nvSpPr>
        <p:spPr/>
        <p:txBody>
          <a:body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171001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F538743-7068-2451-D245-D56469BA89CB}"/>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6805F073-F5D0-5F0C-B1B6-893D0B491477}"/>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4E6A7998-AB54-1BE9-5540-747C325F77C3}"/>
              </a:ext>
            </a:extLst>
          </p:cNvPr>
          <p:cNvSpPr>
            <a:spLocks noGrp="1"/>
          </p:cNvSpPr>
          <p:nvPr>
            <p:ph type="dt" sz="half" idx="10"/>
          </p:nvPr>
        </p:nvSpPr>
        <p:spPr/>
        <p:txBody>
          <a:bodyPr/>
          <a:lstStyle/>
          <a:p>
            <a:fld id="{5AD9165C-767B-2D48-8B72-8D5310AC3A35}" type="datetimeFigureOut">
              <a:rPr kumimoji="1" lang="zh-CN" altLang="en-US" smtClean="0"/>
              <a:t>2025/9/25</a:t>
            </a:fld>
            <a:endParaRPr kumimoji="1" lang="zh-CN" altLang="en-US"/>
          </a:p>
        </p:txBody>
      </p:sp>
      <p:sp>
        <p:nvSpPr>
          <p:cNvPr id="5" name="页脚占位符 4">
            <a:extLst>
              <a:ext uri="{FF2B5EF4-FFF2-40B4-BE49-F238E27FC236}">
                <a16:creationId xmlns:a16="http://schemas.microsoft.com/office/drawing/2014/main" id="{818B1C25-BB6A-5A55-C0AE-E1297C0DEC2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D81F1A24-6975-B69D-7B01-7265870F95DB}"/>
              </a:ext>
            </a:extLst>
          </p:cNvPr>
          <p:cNvSpPr>
            <a:spLocks noGrp="1"/>
          </p:cNvSpPr>
          <p:nvPr>
            <p:ph type="sldNum" sz="quarter" idx="12"/>
          </p:nvPr>
        </p:nvSpPr>
        <p:spPr/>
        <p:txBody>
          <a:body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217418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C376AD-FF68-F3FE-F5CE-4884976E753B}"/>
              </a:ext>
            </a:extLst>
          </p:cNvPr>
          <p:cNvSpPr>
            <a:spLocks noGrp="1"/>
          </p:cNvSpPr>
          <p:nvPr>
            <p:ph type="title"/>
          </p:nvPr>
        </p:nvSpPr>
        <p:spPr>
          <a:xfrm>
            <a:off x="4464051" y="125414"/>
            <a:ext cx="7727949" cy="782637"/>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D6515B7-6AC4-E5A6-21BE-C17E07356A28}"/>
              </a:ext>
            </a:extLst>
          </p:cNvPr>
          <p:cNvSpPr>
            <a:spLocks noGrp="1"/>
          </p:cNvSpPr>
          <p:nvPr>
            <p:ph idx="1"/>
          </p:nvPr>
        </p:nvSpPr>
        <p:spPr>
          <a:xfrm>
            <a:off x="609600" y="1600201"/>
            <a:ext cx="109728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EEF4E6C-C988-6C24-66DB-0803F76C1074}"/>
              </a:ext>
            </a:extLst>
          </p:cNvPr>
          <p:cNvSpPr>
            <a:spLocks noGrp="1"/>
          </p:cNvSpPr>
          <p:nvPr>
            <p:ph type="dt" sz="half" idx="10"/>
          </p:nvPr>
        </p:nvSpPr>
        <p:spPr>
          <a:xfrm>
            <a:off x="609600" y="6356351"/>
            <a:ext cx="2844800" cy="365125"/>
          </a:xfrm>
        </p:spPr>
        <p:txBody>
          <a:bodyPr/>
          <a:lstStyle>
            <a:lvl1pPr>
              <a:defRPr smtClean="0"/>
            </a:lvl1pPr>
          </a:lstStyle>
          <a:p>
            <a:pPr>
              <a:defRPr/>
            </a:pPr>
            <a:fld id="{71FED143-A14E-2043-89F7-F903E7E0F15B}" type="datetimeFigureOut">
              <a:rPr lang="zh-CN" altLang="en-US"/>
              <a:pPr>
                <a:defRPr/>
              </a:pPr>
              <a:t>2025/9/25</a:t>
            </a:fld>
            <a:endParaRPr lang="zh-CN" altLang="en-US"/>
          </a:p>
        </p:txBody>
      </p:sp>
      <p:sp>
        <p:nvSpPr>
          <p:cNvPr id="5" name="页脚占位符 4">
            <a:extLst>
              <a:ext uri="{FF2B5EF4-FFF2-40B4-BE49-F238E27FC236}">
                <a16:creationId xmlns:a16="http://schemas.microsoft.com/office/drawing/2014/main" id="{CC092237-5E42-03CD-0320-E91C69815D37}"/>
              </a:ext>
            </a:extLst>
          </p:cNvPr>
          <p:cNvSpPr>
            <a:spLocks noGrp="1"/>
          </p:cNvSpPr>
          <p:nvPr>
            <p:ph type="ftr" sz="quarter" idx="11"/>
          </p:nvPr>
        </p:nvSpPr>
        <p:spPr>
          <a:xfrm>
            <a:off x="4165600" y="6356351"/>
            <a:ext cx="3860800" cy="365125"/>
          </a:xfrm>
        </p:spPr>
        <p:txBody>
          <a:bodyPr/>
          <a:lstStyle>
            <a:lvl1pPr>
              <a:defRPr/>
            </a:lvl1pPr>
          </a:lstStyle>
          <a:p>
            <a:pPr>
              <a:defRPr/>
            </a:pPr>
            <a:endParaRPr lang="zh-CN" altLang="en-US"/>
          </a:p>
        </p:txBody>
      </p:sp>
      <p:sp>
        <p:nvSpPr>
          <p:cNvPr id="6" name="灯片编号占位符 5">
            <a:extLst>
              <a:ext uri="{FF2B5EF4-FFF2-40B4-BE49-F238E27FC236}">
                <a16:creationId xmlns:a16="http://schemas.microsoft.com/office/drawing/2014/main" id="{80A8E9C6-9C53-CE96-3B31-F2CD1D52384E}"/>
              </a:ext>
            </a:extLst>
          </p:cNvPr>
          <p:cNvSpPr>
            <a:spLocks noGrp="1"/>
          </p:cNvSpPr>
          <p:nvPr>
            <p:ph type="sldNum" sz="quarter" idx="12"/>
          </p:nvPr>
        </p:nvSpPr>
        <p:spPr>
          <a:xfrm>
            <a:off x="8737600" y="6356351"/>
            <a:ext cx="2844800" cy="365125"/>
          </a:xfrm>
        </p:spPr>
        <p:txBody>
          <a:bodyPr/>
          <a:lstStyle>
            <a:lvl1pPr>
              <a:defRPr/>
            </a:lvl1pPr>
          </a:lstStyle>
          <a:p>
            <a:fld id="{565D5589-E68A-DE42-B228-0EAFDE95F9E9}" type="slidenum">
              <a:rPr lang="zh-CN" altLang="en-US"/>
              <a:pPr/>
              <a:t>‹#›</a:t>
            </a:fld>
            <a:endParaRPr lang="en-US" altLang="zh-CN"/>
          </a:p>
        </p:txBody>
      </p:sp>
    </p:spTree>
    <p:extLst>
      <p:ext uri="{BB962C8B-B14F-4D97-AF65-F5344CB8AC3E}">
        <p14:creationId xmlns:p14="http://schemas.microsoft.com/office/powerpoint/2010/main" val="2075842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8162392-10CC-495A-9240-725F1FA98EEB}" type="slidenum">
              <a:rPr lang="en-US" altLang="zh-CN"/>
              <a:pPr>
                <a:defRPr/>
              </a:pPr>
              <a:t>‹#›</a:t>
            </a:fld>
            <a:endParaRPr lang="en-US" altLang="zh-CN"/>
          </a:p>
        </p:txBody>
      </p:sp>
    </p:spTree>
    <p:extLst>
      <p:ext uri="{BB962C8B-B14F-4D97-AF65-F5344CB8AC3E}">
        <p14:creationId xmlns:p14="http://schemas.microsoft.com/office/powerpoint/2010/main" val="21861325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62F56B6A-EB68-499F-A716-D223545EBB61}" type="slidenum">
              <a:rPr lang="en-US" altLang="zh-CN"/>
              <a:pPr>
                <a:defRPr/>
              </a:pPr>
              <a:t>‹#›</a:t>
            </a:fld>
            <a:endParaRPr lang="en-US" altLang="zh-CN"/>
          </a:p>
        </p:txBody>
      </p:sp>
    </p:spTree>
    <p:extLst>
      <p:ext uri="{BB962C8B-B14F-4D97-AF65-F5344CB8AC3E}">
        <p14:creationId xmlns:p14="http://schemas.microsoft.com/office/powerpoint/2010/main" val="6055062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1361A27-F8C3-4430-854F-B98F22548299}" type="slidenum">
              <a:rPr lang="en-US" altLang="zh-CN"/>
              <a:pPr>
                <a:defRPr/>
              </a:pPr>
              <a:t>‹#›</a:t>
            </a:fld>
            <a:endParaRPr lang="en-US" altLang="zh-CN"/>
          </a:p>
        </p:txBody>
      </p:sp>
    </p:spTree>
    <p:extLst>
      <p:ext uri="{BB962C8B-B14F-4D97-AF65-F5344CB8AC3E}">
        <p14:creationId xmlns:p14="http://schemas.microsoft.com/office/powerpoint/2010/main" val="17704610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CCE7731-920E-4859-A945-E946BA538F39}" type="slidenum">
              <a:rPr lang="en-US" altLang="zh-CN"/>
              <a:pPr>
                <a:defRPr/>
              </a:pPr>
              <a:t>‹#›</a:t>
            </a:fld>
            <a:endParaRPr lang="en-US" altLang="zh-CN"/>
          </a:p>
        </p:txBody>
      </p:sp>
    </p:spTree>
    <p:extLst>
      <p:ext uri="{BB962C8B-B14F-4D97-AF65-F5344CB8AC3E}">
        <p14:creationId xmlns:p14="http://schemas.microsoft.com/office/powerpoint/2010/main" val="1557766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E19256AA-DF7A-4553-9E0C-D516508D0F19}" type="slidenum">
              <a:rPr lang="en-US" altLang="zh-CN"/>
              <a:pPr>
                <a:defRPr/>
              </a:pPr>
              <a:t>‹#›</a:t>
            </a:fld>
            <a:endParaRPr lang="en-US" altLang="zh-CN"/>
          </a:p>
        </p:txBody>
      </p:sp>
    </p:spTree>
    <p:extLst>
      <p:ext uri="{BB962C8B-B14F-4D97-AF65-F5344CB8AC3E}">
        <p14:creationId xmlns:p14="http://schemas.microsoft.com/office/powerpoint/2010/main" val="32214577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8E9FB2F3-D016-496F-9881-5C9BA7B175AE}" type="slidenum">
              <a:rPr lang="en-US" altLang="zh-CN"/>
              <a:pPr>
                <a:defRPr/>
              </a:pPr>
              <a:t>‹#›</a:t>
            </a:fld>
            <a:endParaRPr lang="en-US" altLang="zh-CN"/>
          </a:p>
        </p:txBody>
      </p:sp>
    </p:spTree>
    <p:extLst>
      <p:ext uri="{BB962C8B-B14F-4D97-AF65-F5344CB8AC3E}">
        <p14:creationId xmlns:p14="http://schemas.microsoft.com/office/powerpoint/2010/main" val="492838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2F164DD4-0501-44D3-B485-F956470EB881}" type="slidenum">
              <a:rPr lang="en-US" altLang="zh-CN"/>
              <a:pPr>
                <a:defRPr/>
              </a:pPr>
              <a:t>‹#›</a:t>
            </a:fld>
            <a:endParaRPr lang="en-US" altLang="zh-CN"/>
          </a:p>
        </p:txBody>
      </p:sp>
    </p:spTree>
    <p:extLst>
      <p:ext uri="{BB962C8B-B14F-4D97-AF65-F5344CB8AC3E}">
        <p14:creationId xmlns:p14="http://schemas.microsoft.com/office/powerpoint/2010/main" val="22252286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F801CF3A-EA76-4E93-ADDE-B6F9AE444211}" type="slidenum">
              <a:rPr lang="en-US" altLang="zh-CN"/>
              <a:pPr>
                <a:defRPr/>
              </a:pPr>
              <a:t>‹#›</a:t>
            </a:fld>
            <a:endParaRPr lang="en-US" altLang="zh-CN"/>
          </a:p>
        </p:txBody>
      </p:sp>
    </p:spTree>
    <p:extLst>
      <p:ext uri="{BB962C8B-B14F-4D97-AF65-F5344CB8AC3E}">
        <p14:creationId xmlns:p14="http://schemas.microsoft.com/office/powerpoint/2010/main" val="2635751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41776E90-1E72-4418-900B-3A997B45CB4E}" type="slidenum">
              <a:rPr lang="en-US" altLang="zh-CN"/>
              <a:pPr>
                <a:defRPr/>
              </a:pPr>
              <a:t>‹#›</a:t>
            </a:fld>
            <a:endParaRPr lang="en-US" altLang="zh-CN"/>
          </a:p>
        </p:txBody>
      </p:sp>
    </p:spTree>
    <p:extLst>
      <p:ext uri="{BB962C8B-B14F-4D97-AF65-F5344CB8AC3E}">
        <p14:creationId xmlns:p14="http://schemas.microsoft.com/office/powerpoint/2010/main" val="19040358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A1787F8-1847-443B-B0D6-65B83E4C8426}" type="slidenum">
              <a:rPr lang="en-US" altLang="zh-CN"/>
              <a:pPr>
                <a:defRPr/>
              </a:pPr>
              <a:t>‹#›</a:t>
            </a:fld>
            <a:endParaRPr lang="en-US" altLang="zh-CN"/>
          </a:p>
        </p:txBody>
      </p:sp>
    </p:spTree>
    <p:extLst>
      <p:ext uri="{BB962C8B-B14F-4D97-AF65-F5344CB8AC3E}">
        <p14:creationId xmlns:p14="http://schemas.microsoft.com/office/powerpoint/2010/main" val="12001961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686800" y="609600"/>
            <a:ext cx="25908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14400" y="609600"/>
            <a:ext cx="75692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564F6CD-D0C3-46BD-8D64-B45C47DB9034}" type="slidenum">
              <a:rPr lang="en-US" altLang="zh-CN"/>
              <a:pPr>
                <a:defRPr/>
              </a:pPr>
              <a:t>‹#›</a:t>
            </a:fld>
            <a:endParaRPr lang="en-US" altLang="zh-CN"/>
          </a:p>
        </p:txBody>
      </p:sp>
    </p:spTree>
    <p:extLst>
      <p:ext uri="{BB962C8B-B14F-4D97-AF65-F5344CB8AC3E}">
        <p14:creationId xmlns:p14="http://schemas.microsoft.com/office/powerpoint/2010/main" val="2838994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66255EF-B025-CDF4-DE7E-079A6B3BE7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A4D9F3A-B2AE-9776-51A9-2BF330D678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8A4FA2C-84F3-0964-3791-742A317FC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D9165C-767B-2D48-8B72-8D5310AC3A35}" type="datetimeFigureOut">
              <a:rPr kumimoji="1" lang="zh-CN" altLang="en-US" smtClean="0"/>
              <a:t>2025/9/25</a:t>
            </a:fld>
            <a:endParaRPr kumimoji="1" lang="zh-CN" altLang="en-US"/>
          </a:p>
        </p:txBody>
      </p:sp>
      <p:sp>
        <p:nvSpPr>
          <p:cNvPr id="5" name="页脚占位符 4">
            <a:extLst>
              <a:ext uri="{FF2B5EF4-FFF2-40B4-BE49-F238E27FC236}">
                <a16:creationId xmlns:a16="http://schemas.microsoft.com/office/drawing/2014/main" id="{133A1662-EE3C-F738-60DC-16D5A83B7C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8F30F661-123B-9FAC-22E7-2608FA3C96A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C7B04F-5283-AF4D-A943-8B48C1801D88}" type="slidenum">
              <a:rPr kumimoji="1" lang="zh-CN" altLang="en-US" smtClean="0"/>
              <a:t>‹#›</a:t>
            </a:fld>
            <a:endParaRPr kumimoji="1" lang="zh-CN" altLang="en-US"/>
          </a:p>
        </p:txBody>
      </p:sp>
    </p:spTree>
    <p:extLst>
      <p:ext uri="{BB962C8B-B14F-4D97-AF65-F5344CB8AC3E}">
        <p14:creationId xmlns:p14="http://schemas.microsoft.com/office/powerpoint/2010/main" val="2484664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bwMode="auto">
          <a:xfrm>
            <a:off x="914400" y="609600"/>
            <a:ext cx="10363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8195" name="Rectangle 3"/>
          <p:cNvSpPr>
            <a:spLocks noGrp="1" noChangeArrowheads="1"/>
          </p:cNvSpPr>
          <p:nvPr>
            <p:ph type="body" idx="1"/>
          </p:nvPr>
        </p:nvSpPr>
        <p:spPr bwMode="auto">
          <a:xfrm>
            <a:off x="914400" y="1981200"/>
            <a:ext cx="103632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smtClean="0"/>
            </a:lvl1pPr>
          </a:lstStyle>
          <a:p>
            <a:pPr>
              <a:defRPr/>
            </a:pPr>
            <a:endParaRPr lang="en-US" altLang="zh-CN"/>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smtClean="0"/>
            </a:lvl1pPr>
          </a:lstStyle>
          <a:p>
            <a:pPr>
              <a:defRPr/>
            </a:pPr>
            <a:endParaRPr lang="en-US" altLang="zh-CN"/>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lvl1pPr>
          </a:lstStyle>
          <a:p>
            <a:pPr>
              <a:defRPr/>
            </a:pPr>
            <a:fld id="{ABC5ED7E-1717-495B-A26B-10033277BD56}" type="slidenum">
              <a:rPr lang="en-US" altLang="zh-CN"/>
              <a:pPr>
                <a:defRPr/>
              </a:pPr>
              <a:t>‹#›</a:t>
            </a:fld>
            <a:endParaRPr lang="en-US" altLang="zh-CN"/>
          </a:p>
        </p:txBody>
      </p:sp>
    </p:spTree>
    <p:extLst>
      <p:ext uri="{BB962C8B-B14F-4D97-AF65-F5344CB8AC3E}">
        <p14:creationId xmlns:p14="http://schemas.microsoft.com/office/powerpoint/2010/main" val="270571338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9.xml"/><Relationship Id="rId1" Type="http://schemas.openxmlformats.org/officeDocument/2006/relationships/tags" Target="../tags/tag1.xml"/><Relationship Id="rId6" Type="http://schemas.openxmlformats.org/officeDocument/2006/relationships/image" Target="../media/image3.jpeg"/><Relationship Id="rId5" Type="http://schemas.openxmlformats.org/officeDocument/2006/relationships/hyperlink" Target="http://imgnews.baidu.com/i?ct=520093696&amp;z=0&amp;tn=baiduimagenewsdetail&amp;word=%C4%F1%B5%B0&amp;in=31190&amp;cl=3&amp;lm=-1&amp;pn=3&amp;rn=1" TargetMode="Externa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19.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images.google.cn/imgres?imgurl=http://static.ytrip.com/upload/atrip/uploads/%E4%B9%9D%E5%AF%A8%E6%B2%9F%E5%8E%9F%E5%A7%8B%E6%A3%AE%E6%9E%971.jpg&amp;imgrefurl=http://place.ytrip.com/article/d-66/&amp;usg=__abAmUKaS5wXIm0a0iU9nEkuCTgc=&amp;h=360&amp;w=480&amp;sz=110&amp;hl=zh-CN&amp;start=10&amp;itbs=1&amp;tbnid=Y8-n7-At33X6eM:&amp;tbnh=97&amp;tbnw=129&amp;prev=/images%3Fq%3D%25E6%25A3%25AE%25E6%259E%2597%26hl%3Dzh-CN%26newwindow%3D1%26sa%3DG%26gbv%3D2%26tbs%3Disch:1" TargetMode="External"/><Relationship Id="rId1" Type="http://schemas.openxmlformats.org/officeDocument/2006/relationships/slideLayout" Target="../slideLayouts/slideLayout14.xml"/><Relationship Id="rId5" Type="http://schemas.openxmlformats.org/officeDocument/2006/relationships/image" Target="../media/image9.jpeg"/><Relationship Id="rId4" Type="http://schemas.openxmlformats.org/officeDocument/2006/relationships/hyperlink" Target="http://images.google.cn/imgres?imgurl=http://static1.photo.sina.com.cn/bmiddle/48cac56ag70d231dee4b0%26690&amp;imgrefurl=http://blog.sina.com.cn/s/blog_48cac56a0100erv1.html&amp;usg=__6n1JM3w23lqSm5Ykj9tc6k5pCH0=&amp;h=375&amp;w=500&amp;sz=42&amp;hl=zh-CN&amp;start=10&amp;um=1&amp;itbs=1&amp;tbnid=v5RD7hjEeJidJM:&amp;tbnh=98&amp;tbnw=130&amp;prev=/images%3Fq%3D%25E5%2590%2583%25E8%258D%2589%25E7%259A%2584%25E7%25BE%258A%25E7%25BE%25A4%26um%3D1%26hl%3Dzh-CN%26newwindow%3D1%26sa%3DN%26tbs%3Disch:1"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3.bin"/><Relationship Id="rId1" Type="http://schemas.openxmlformats.org/officeDocument/2006/relationships/slideLayout" Target="../slideLayouts/slideLayout19.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4.bin"/><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slide" Target="slide17.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slide" Target="slide18.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18.emf"/><Relationship Id="rId7" Type="http://schemas.openxmlformats.org/officeDocument/2006/relationships/image" Target="../media/image20.emf"/><Relationship Id="rId2" Type="http://schemas.openxmlformats.org/officeDocument/2006/relationships/oleObject" Target="../embeddings/oleObject5.bin"/><Relationship Id="rId1" Type="http://schemas.openxmlformats.org/officeDocument/2006/relationships/slideLayout" Target="../slideLayouts/slideLayout19.xml"/><Relationship Id="rId6" Type="http://schemas.openxmlformats.org/officeDocument/2006/relationships/oleObject" Target="../embeddings/oleObject7.bin"/><Relationship Id="rId5" Type="http://schemas.openxmlformats.org/officeDocument/2006/relationships/image" Target="../media/image19.wmf"/><Relationship Id="rId4"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9.bin"/><Relationship Id="rId1" Type="http://schemas.openxmlformats.org/officeDocument/2006/relationships/slideLayout" Target="../slideLayouts/slideLayout19.xml"/><Relationship Id="rId5" Type="http://schemas.openxmlformats.org/officeDocument/2006/relationships/image" Target="../media/image23.jpeg"/><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0.bin"/><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4" name="Picture 6">
            <a:extLst>
              <a:ext uri="{FF2B5EF4-FFF2-40B4-BE49-F238E27FC236}">
                <a16:creationId xmlns:a16="http://schemas.microsoft.com/office/drawing/2014/main" id="{92824887-A1B1-24E2-1A31-4DBC31111C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404813"/>
            <a:ext cx="7200900" cy="5384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8"/>
          <p:cNvGraphicFramePr>
            <a:graphicFrameLocks noChangeAspect="1"/>
          </p:cNvGraphicFramePr>
          <p:nvPr/>
        </p:nvGraphicFramePr>
        <p:xfrm>
          <a:off x="2170113" y="3798889"/>
          <a:ext cx="7245350" cy="5476875"/>
        </p:xfrm>
        <a:graphic>
          <a:graphicData uri="http://schemas.openxmlformats.org/presentationml/2006/ole">
            <mc:AlternateContent xmlns:mc="http://schemas.openxmlformats.org/markup-compatibility/2006">
              <mc:Choice xmlns:v="urn:schemas-microsoft-com:vml" Requires="v">
                <p:oleObj name="Document" r:id="rId3" imgW="7255440" imgH="5477040" progId="Word.Document.8">
                  <p:embed/>
                </p:oleObj>
              </mc:Choice>
              <mc:Fallback>
                <p:oleObj name="Document" r:id="rId3" imgW="7255440" imgH="5477040" progId="Word.Document.8">
                  <p:embed/>
                  <p:pic>
                    <p:nvPicPr>
                      <p:cNvPr id="102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0113" y="3798889"/>
                        <a:ext cx="7245350" cy="547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9" name="Text Box 3"/>
          <p:cNvSpPr txBox="1">
            <a:spLocks noChangeArrowheads="1"/>
          </p:cNvSpPr>
          <p:nvPr/>
        </p:nvSpPr>
        <p:spPr bwMode="auto">
          <a:xfrm>
            <a:off x="1847851" y="5805488"/>
            <a:ext cx="8964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b="1">
                <a:solidFill>
                  <a:srgbClr val="000000"/>
                </a:solidFill>
              </a:rPr>
              <a:t>生境或栖息地（</a:t>
            </a:r>
            <a:r>
              <a:rPr lang="en-US" altLang="zh-CN" b="1">
                <a:solidFill>
                  <a:srgbClr val="000000"/>
                </a:solidFill>
              </a:rPr>
              <a:t>habitat): </a:t>
            </a:r>
            <a:r>
              <a:rPr lang="zh-CN" altLang="en-US" b="1">
                <a:solidFill>
                  <a:srgbClr val="000000"/>
                </a:solidFill>
              </a:rPr>
              <a:t>指特定生物体或群体所处的物理环境。</a:t>
            </a:r>
          </a:p>
        </p:txBody>
      </p:sp>
      <p:sp>
        <p:nvSpPr>
          <p:cNvPr id="1028" name="Text Box 5"/>
          <p:cNvSpPr txBox="1">
            <a:spLocks noChangeArrowheads="1"/>
          </p:cNvSpPr>
          <p:nvPr/>
        </p:nvSpPr>
        <p:spPr bwMode="auto">
          <a:xfrm>
            <a:off x="1847850" y="260350"/>
            <a:ext cx="7772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fontAlgn="base" hangingPunct="1">
              <a:spcBef>
                <a:spcPct val="50000"/>
              </a:spcBef>
              <a:spcAft>
                <a:spcPct val="0"/>
              </a:spcAft>
            </a:pPr>
            <a:r>
              <a:rPr lang="zh-CN" altLang="en-US" sz="3200" b="1">
                <a:solidFill>
                  <a:srgbClr val="000000"/>
                </a:solidFill>
                <a:ea typeface="楷体_GB2312" pitchFamily="49" charset="-122"/>
              </a:rPr>
              <a:t>第一节 环境与生态因子</a:t>
            </a:r>
            <a:endParaRPr lang="zh-CN" altLang="en-US" sz="3200" b="1">
              <a:solidFill>
                <a:srgbClr val="000000"/>
              </a:solidFill>
            </a:endParaRPr>
          </a:p>
        </p:txBody>
      </p:sp>
      <p:pic>
        <p:nvPicPr>
          <p:cNvPr id="1029" name="Picture 5" descr="it?u=3071724499,1942729137">
            <a:hlinkClick r:id="rId5"/>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59825" y="0"/>
            <a:ext cx="1728788"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Text Box 6"/>
          <p:cNvSpPr txBox="1">
            <a:spLocks noChangeArrowheads="1"/>
          </p:cNvSpPr>
          <p:nvPr/>
        </p:nvSpPr>
        <p:spPr bwMode="auto">
          <a:xfrm>
            <a:off x="2424114" y="1628775"/>
            <a:ext cx="7488237" cy="2123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r>
              <a:rPr lang="zh-CN" altLang="en-US" b="1">
                <a:solidFill>
                  <a:srgbClr val="000000"/>
                </a:solidFill>
              </a:rPr>
              <a:t>一 环境（</a:t>
            </a:r>
            <a:r>
              <a:rPr lang="en-US" altLang="zh-CN" b="1">
                <a:solidFill>
                  <a:srgbClr val="000000"/>
                </a:solidFill>
              </a:rPr>
              <a:t>environment</a:t>
            </a:r>
            <a:r>
              <a:rPr lang="zh-CN" altLang="en-US" b="1">
                <a:solidFill>
                  <a:srgbClr val="000000"/>
                </a:solidFill>
              </a:rPr>
              <a:t>）：某一特定</a:t>
            </a:r>
            <a:r>
              <a:rPr lang="zh-CN" altLang="en-US" b="1">
                <a:solidFill>
                  <a:srgbClr val="FF3300"/>
                </a:solidFill>
              </a:rPr>
              <a:t>生物体</a:t>
            </a:r>
            <a:r>
              <a:rPr lang="zh-CN" altLang="en-US" b="1">
                <a:solidFill>
                  <a:srgbClr val="000000"/>
                </a:solidFill>
              </a:rPr>
              <a:t>或</a:t>
            </a:r>
            <a:r>
              <a:rPr lang="zh-CN" altLang="en-US" b="1">
                <a:solidFill>
                  <a:srgbClr val="FF3300"/>
                </a:solidFill>
              </a:rPr>
              <a:t>生物群体</a:t>
            </a:r>
            <a:r>
              <a:rPr lang="zh-CN" altLang="en-US" b="1">
                <a:solidFill>
                  <a:srgbClr val="000000"/>
                </a:solidFill>
              </a:rPr>
              <a:t>以外的</a:t>
            </a:r>
            <a:r>
              <a:rPr lang="zh-CN" altLang="en-US" b="1">
                <a:solidFill>
                  <a:srgbClr val="FF3300"/>
                </a:solidFill>
              </a:rPr>
              <a:t>空间</a:t>
            </a:r>
            <a:r>
              <a:rPr lang="zh-CN" altLang="en-US" b="1">
                <a:solidFill>
                  <a:srgbClr val="000000"/>
                </a:solidFill>
              </a:rPr>
              <a:t>，以及直接或间接影响该生物体或生物群体</a:t>
            </a:r>
            <a:r>
              <a:rPr lang="zh-CN" altLang="en-US" b="1">
                <a:solidFill>
                  <a:srgbClr val="FF3300"/>
                </a:solidFill>
              </a:rPr>
              <a:t>生存</a:t>
            </a:r>
            <a:r>
              <a:rPr lang="zh-CN" altLang="en-US" b="1">
                <a:solidFill>
                  <a:srgbClr val="000000"/>
                </a:solidFill>
              </a:rPr>
              <a:t>的一切</a:t>
            </a:r>
            <a:r>
              <a:rPr lang="zh-CN" altLang="en-US" b="1">
                <a:solidFill>
                  <a:srgbClr val="FF3300"/>
                </a:solidFill>
              </a:rPr>
              <a:t>事物的总和</a:t>
            </a:r>
            <a:r>
              <a:rPr lang="zh-CN" altLang="en-US" b="1">
                <a:solidFill>
                  <a:srgbClr val="000000"/>
                </a:solidFill>
              </a:rPr>
              <a:t>。</a:t>
            </a:r>
            <a:endParaRPr lang="zh-CN" altLang="en-US">
              <a:solidFill>
                <a:srgbClr val="000000"/>
              </a:solidFill>
            </a:endParaRPr>
          </a:p>
          <a:p>
            <a:pPr eaLnBrk="1" fontAlgn="base" hangingPunct="1">
              <a:spcBef>
                <a:spcPct val="0"/>
              </a:spcBef>
              <a:spcAft>
                <a:spcPct val="0"/>
              </a:spcAft>
            </a:pPr>
            <a:endParaRPr lang="zh-CN" altLang="en-US">
              <a:solidFill>
                <a:srgbClr val="000000"/>
              </a:solidFill>
            </a:endParaRPr>
          </a:p>
          <a:p>
            <a:pPr eaLnBrk="1" fontAlgn="base" hangingPunct="1">
              <a:spcBef>
                <a:spcPct val="50000"/>
              </a:spcBef>
              <a:spcAft>
                <a:spcPct val="0"/>
              </a:spcAft>
            </a:pPr>
            <a:endParaRPr lang="en-US" altLang="zh-CN">
              <a:solidFill>
                <a:srgbClr val="000000"/>
              </a:solidFill>
            </a:endParaRPr>
          </a:p>
        </p:txBody>
      </p:sp>
      <p:sp>
        <p:nvSpPr>
          <p:cNvPr id="5127" name="Text Box 7"/>
          <p:cNvSpPr txBox="1">
            <a:spLocks noChangeArrowheads="1"/>
          </p:cNvSpPr>
          <p:nvPr/>
        </p:nvSpPr>
        <p:spPr bwMode="auto">
          <a:xfrm>
            <a:off x="2351088" y="3068638"/>
            <a:ext cx="80645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r>
              <a:rPr lang="zh-CN" altLang="en-US" b="1">
                <a:solidFill>
                  <a:srgbClr val="000000"/>
                </a:solidFill>
              </a:rPr>
              <a:t>大环境：生物所处的大的地理区域。如地理纬度、大气环 流、距海面距离等</a:t>
            </a:r>
          </a:p>
          <a:p>
            <a:pPr eaLnBrk="1" fontAlgn="base" hangingPunct="1">
              <a:spcBef>
                <a:spcPct val="0"/>
              </a:spcBef>
              <a:spcAft>
                <a:spcPct val="0"/>
              </a:spcAft>
            </a:pPr>
            <a:endParaRPr lang="zh-CN" altLang="en-US" b="1">
              <a:solidFill>
                <a:srgbClr val="000000"/>
              </a:solidFill>
            </a:endParaRPr>
          </a:p>
          <a:p>
            <a:pPr eaLnBrk="1" fontAlgn="base" hangingPunct="1">
              <a:spcBef>
                <a:spcPct val="0"/>
              </a:spcBef>
              <a:spcAft>
                <a:spcPct val="0"/>
              </a:spcAft>
            </a:pPr>
            <a:r>
              <a:rPr lang="zh-CN" altLang="en-US" b="1">
                <a:solidFill>
                  <a:srgbClr val="000000"/>
                </a:solidFill>
              </a:rPr>
              <a:t>小环境：对生物有直接影响的邻接环境。如动物巢、窝的环境、植物根系、水生生物直接接触的土壤、水质环境。</a:t>
            </a:r>
          </a:p>
          <a:p>
            <a:pPr eaLnBrk="1" fontAlgn="base" hangingPunct="1">
              <a:spcBef>
                <a:spcPct val="0"/>
              </a:spcBef>
              <a:spcAft>
                <a:spcPct val="0"/>
              </a:spcAft>
            </a:pPr>
            <a:r>
              <a:rPr lang="zh-CN" altLang="en-US" b="1">
                <a:solidFill>
                  <a:srgbClr val="000000"/>
                </a:solidFill>
              </a:rPr>
              <a:t> 生态学研究更重视小环境。</a:t>
            </a:r>
          </a:p>
          <a:p>
            <a:pPr eaLnBrk="1" fontAlgn="base" hangingPunct="1">
              <a:spcBef>
                <a:spcPct val="50000"/>
              </a:spcBef>
              <a:spcAft>
                <a:spcPct val="0"/>
              </a:spcAft>
            </a:pPr>
            <a:endParaRPr lang="en-US" altLang="zh-CN">
              <a:solidFill>
                <a:srgbClr val="000000"/>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4898"/>
    </mc:Choice>
    <mc:Fallback xmlns="">
      <p:transition spd="slow" advTm="32489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6"/>
                                        </p:tgtEl>
                                        <p:attrNameLst>
                                          <p:attrName>style.visibility</p:attrName>
                                        </p:attrNameLst>
                                      </p:cBhvr>
                                      <p:to>
                                        <p:strVal val="visible"/>
                                      </p:to>
                                    </p:set>
                                    <p:animEffect transition="in" filter="blinds(horizontal)">
                                      <p:cBhvr>
                                        <p:cTn id="7" dur="500"/>
                                        <p:tgtEl>
                                          <p:spTgt spid="51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7"/>
                                        </p:tgtEl>
                                        <p:attrNameLst>
                                          <p:attrName>style.visibility</p:attrName>
                                        </p:attrNameLst>
                                      </p:cBhvr>
                                      <p:to>
                                        <p:strVal val="visible"/>
                                      </p:to>
                                    </p:set>
                                    <p:animEffect transition="in" filter="blinds(horizontal)">
                                      <p:cBhvr>
                                        <p:cTn id="12" dur="500"/>
                                        <p:tgtEl>
                                          <p:spTgt spid="51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099"/>
                                        </p:tgtEl>
                                        <p:attrNameLst>
                                          <p:attrName>style.visibility</p:attrName>
                                        </p:attrNameLst>
                                      </p:cBhvr>
                                      <p:to>
                                        <p:strVal val="visible"/>
                                      </p:to>
                                    </p:set>
                                    <p:animEffect transition="in" filter="blinds(horizontal)">
                                      <p:cBhvr>
                                        <p:cTn id="17" dur="500"/>
                                        <p:tgtEl>
                                          <p:spTgt spid="4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p:bldP spid="5126" grpId="0"/>
      <p:bldP spid="512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42" name="Rectangle 3"/>
          <p:cNvSpPr>
            <a:spLocks noGrp="1" noChangeArrowheads="1"/>
          </p:cNvSpPr>
          <p:nvPr>
            <p:ph type="subTitle" idx="1"/>
          </p:nvPr>
        </p:nvSpPr>
        <p:spPr>
          <a:xfrm>
            <a:off x="2208213" y="2420939"/>
            <a:ext cx="7162800" cy="2122487"/>
          </a:xfrm>
        </p:spPr>
        <p:txBody>
          <a:bodyPr/>
          <a:lstStyle/>
          <a:p>
            <a:pPr lvl="1" algn="l" eaLnBrk="1" hangingPunct="1"/>
            <a:r>
              <a:rPr lang="zh-CN" altLang="en-US" sz="2400" b="1"/>
              <a:t>生态因子的分类</a:t>
            </a:r>
            <a:r>
              <a:rPr lang="zh-CN" altLang="en-US" sz="2400" b="1">
                <a:sym typeface="Wingdings" pitchFamily="2" charset="2"/>
              </a:rPr>
              <a:t>：</a:t>
            </a:r>
          </a:p>
          <a:p>
            <a:pPr lvl="1" algn="l" eaLnBrk="1" hangingPunct="1"/>
            <a:r>
              <a:rPr lang="zh-CN" altLang="en-US" sz="2400" b="1"/>
              <a:t>按性质分：</a:t>
            </a:r>
          </a:p>
          <a:p>
            <a:pPr eaLnBrk="1" hangingPunct="1"/>
            <a:r>
              <a:rPr lang="zh-CN" altLang="en-US" sz="2400" b="1"/>
              <a:t>气候因子： 温度、降水、风等</a:t>
            </a:r>
          </a:p>
          <a:p>
            <a:pPr eaLnBrk="1" hangingPunct="1"/>
            <a:r>
              <a:rPr lang="zh-CN" altLang="en-US" sz="2400" b="1"/>
              <a:t>土壤因子：土壤的结构、理化性质等</a:t>
            </a:r>
          </a:p>
          <a:p>
            <a:pPr eaLnBrk="1" hangingPunct="1"/>
            <a:r>
              <a:rPr lang="zh-CN" altLang="en-US" sz="2400" b="1"/>
              <a:t>地形因子：地面起伏、坡度等</a:t>
            </a:r>
          </a:p>
          <a:p>
            <a:pPr eaLnBrk="1" hangingPunct="1"/>
            <a:r>
              <a:rPr lang="zh-CN" altLang="en-US" sz="2400" b="1"/>
              <a:t>生物因子：生物之间的各种关系</a:t>
            </a:r>
          </a:p>
          <a:p>
            <a:pPr algn="l" eaLnBrk="1" hangingPunct="1"/>
            <a:endParaRPr lang="zh-CN" altLang="en-US" sz="2000" b="1"/>
          </a:p>
          <a:p>
            <a:pPr algn="l" eaLnBrk="1" hangingPunct="1"/>
            <a:r>
              <a:rPr lang="zh-CN" altLang="en-US" sz="2000" b="1"/>
              <a:t>还可按有无生命特征、对种群数量变动的影响、稳定性等划分</a:t>
            </a:r>
          </a:p>
          <a:p>
            <a:pPr eaLnBrk="1" hangingPunct="1"/>
            <a:endParaRPr lang="en-US" altLang="zh-CN" sz="2000" b="1"/>
          </a:p>
        </p:txBody>
      </p:sp>
      <p:sp>
        <p:nvSpPr>
          <p:cNvPr id="10243" name="Text Box 2"/>
          <p:cNvSpPr txBox="1">
            <a:spLocks noChangeArrowheads="1"/>
          </p:cNvSpPr>
          <p:nvPr/>
        </p:nvSpPr>
        <p:spPr bwMode="auto">
          <a:xfrm>
            <a:off x="2566988" y="404813"/>
            <a:ext cx="74168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sz="2800" b="1">
                <a:solidFill>
                  <a:srgbClr val="000000"/>
                </a:solidFill>
              </a:rPr>
              <a:t>生态因子（</a:t>
            </a:r>
            <a:r>
              <a:rPr lang="en-US" altLang="zh-CN" sz="2800" b="1">
                <a:solidFill>
                  <a:srgbClr val="000000"/>
                </a:solidFill>
              </a:rPr>
              <a:t>ecological factor</a:t>
            </a:r>
            <a:r>
              <a:rPr lang="zh-CN" altLang="en-US" sz="2800" b="1">
                <a:solidFill>
                  <a:srgbClr val="000000"/>
                </a:solidFill>
              </a:rPr>
              <a:t>）：</a:t>
            </a:r>
            <a:br>
              <a:rPr lang="zh-CN" altLang="en-US" sz="2800" b="1">
                <a:solidFill>
                  <a:srgbClr val="000000"/>
                </a:solidFill>
              </a:rPr>
            </a:br>
            <a:endParaRPr lang="zh-CN" altLang="en-US" sz="2800">
              <a:solidFill>
                <a:srgbClr val="000000"/>
              </a:solidFill>
            </a:endParaRPr>
          </a:p>
        </p:txBody>
      </p:sp>
      <p:sp>
        <p:nvSpPr>
          <p:cNvPr id="10244" name="Oval 4"/>
          <p:cNvSpPr>
            <a:spLocks noChangeArrowheads="1"/>
          </p:cNvSpPr>
          <p:nvPr/>
        </p:nvSpPr>
        <p:spPr bwMode="auto">
          <a:xfrm>
            <a:off x="2424114" y="1052514"/>
            <a:ext cx="7343775" cy="1081087"/>
          </a:xfrm>
          <a:prstGeom prst="ellipse">
            <a:avLst/>
          </a:prstGeom>
          <a:solidFill>
            <a:schemeClr val="accent1"/>
          </a:solidFill>
          <a:ln w="9525">
            <a:solidFill>
              <a:schemeClr val="tx1"/>
            </a:solidFill>
            <a:round/>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10245" name="Text Box 5"/>
          <p:cNvSpPr txBox="1">
            <a:spLocks noChangeArrowheads="1"/>
          </p:cNvSpPr>
          <p:nvPr/>
        </p:nvSpPr>
        <p:spPr bwMode="auto">
          <a:xfrm>
            <a:off x="3359151" y="1196975"/>
            <a:ext cx="58324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b="1">
                <a:solidFill>
                  <a:srgbClr val="000000"/>
                </a:solidFill>
              </a:rPr>
              <a:t>环境中对生物的生长、发育、生殖、行为和分布有直接或间接影响的环境要素。</a:t>
            </a:r>
            <a:br>
              <a:rPr lang="zh-CN" altLang="en-US">
                <a:solidFill>
                  <a:srgbClr val="000000"/>
                </a:solidFill>
              </a:rPr>
            </a:br>
            <a:endParaRPr lang="zh-CN" altLang="en-US">
              <a:solidFill>
                <a:srgbClr val="000000"/>
              </a:solidFill>
            </a:endParaRPr>
          </a:p>
          <a:p>
            <a:pPr eaLnBrk="1" fontAlgn="base" hangingPunct="1">
              <a:spcBef>
                <a:spcPct val="50000"/>
              </a:spcBef>
              <a:spcAft>
                <a:spcPct val="0"/>
              </a:spcAft>
            </a:pPr>
            <a:endParaRPr lang="en-US" altLang="zh-CN">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87119"/>
    </mc:Choice>
    <mc:Fallback xmlns="">
      <p:transition spd="slow" advTm="8711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90" name="Picture 6">
            <a:extLst>
              <a:ext uri="{FF2B5EF4-FFF2-40B4-BE49-F238E27FC236}">
                <a16:creationId xmlns:a16="http://schemas.microsoft.com/office/drawing/2014/main" id="{2A045935-177D-C7C4-2136-EC71DBCB6C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8" y="620714"/>
            <a:ext cx="7345362" cy="5114925"/>
          </a:xfrm>
          <a:prstGeom prst="rect">
            <a:avLst/>
          </a:prstGeom>
          <a:noFill/>
          <a:ln w="28575">
            <a:solidFill>
              <a:srgbClr val="FF0000"/>
            </a:solidFill>
            <a:prstDash val="dashDot"/>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1" name="Rectangle 3">
            <a:extLst>
              <a:ext uri="{FF2B5EF4-FFF2-40B4-BE49-F238E27FC236}">
                <a16:creationId xmlns:a16="http://schemas.microsoft.com/office/drawing/2014/main" id="{12BB6915-2AA9-92E1-691E-B1A694C272ED}"/>
              </a:ext>
            </a:extLst>
          </p:cNvPr>
          <p:cNvSpPr>
            <a:spLocks noGrp="1"/>
          </p:cNvSpPr>
          <p:nvPr>
            <p:ph type="body" idx="1"/>
          </p:nvPr>
        </p:nvSpPr>
        <p:spPr>
          <a:xfrm>
            <a:off x="1919289" y="404813"/>
            <a:ext cx="8353425" cy="5903912"/>
          </a:xfrm>
        </p:spPr>
        <p:txBody>
          <a:bodyPr>
            <a:normAutofit lnSpcReduction="10000"/>
          </a:bodyPr>
          <a:lstStyle/>
          <a:p>
            <a:pPr>
              <a:lnSpc>
                <a:spcPct val="80000"/>
              </a:lnSpc>
            </a:pPr>
            <a:r>
              <a:rPr lang="zh-CN" altLang="en-US" b="1" dirty="0">
                <a:latin typeface="黑体" panose="02010609060101010101" pitchFamily="49" charset="-122"/>
              </a:rPr>
              <a:t>下列哪些因子属于主导因子：</a:t>
            </a:r>
          </a:p>
          <a:p>
            <a:pPr>
              <a:lnSpc>
                <a:spcPct val="80000"/>
              </a:lnSpc>
            </a:pPr>
            <a:r>
              <a:rPr lang="zh-CN" altLang="en-US" b="1" dirty="0">
                <a:latin typeface="黑体" panose="02010609060101010101" pitchFamily="49" charset="-122"/>
              </a:rPr>
              <a:t> </a:t>
            </a:r>
            <a:r>
              <a:rPr lang="en-US" altLang="zh-CN" b="1" dirty="0">
                <a:latin typeface="黑体" panose="02010609060101010101" pitchFamily="49" charset="-122"/>
              </a:rPr>
              <a:t>A.</a:t>
            </a:r>
            <a:r>
              <a:rPr lang="zh-CN" altLang="en-US" b="1" dirty="0">
                <a:latin typeface="黑体" panose="02010609060101010101" pitchFamily="49" charset="-122"/>
              </a:rPr>
              <a:t>能替代少数其他因子；</a:t>
            </a:r>
          </a:p>
          <a:p>
            <a:pPr>
              <a:lnSpc>
                <a:spcPct val="80000"/>
              </a:lnSpc>
            </a:pPr>
            <a:r>
              <a:rPr lang="zh-CN" altLang="en-US" b="1" dirty="0">
                <a:latin typeface="黑体" panose="02010609060101010101" pitchFamily="49" charset="-122"/>
              </a:rPr>
              <a:t> </a:t>
            </a:r>
            <a:r>
              <a:rPr lang="en-US" altLang="zh-CN" b="1" dirty="0">
                <a:latin typeface="黑体" panose="02010609060101010101" pitchFamily="49" charset="-122"/>
              </a:rPr>
              <a:t>B.</a:t>
            </a:r>
            <a:r>
              <a:rPr lang="zh-CN" altLang="en-US" b="1" dirty="0">
                <a:latin typeface="黑体" panose="02010609060101010101" pitchFamily="49" charset="-122"/>
              </a:rPr>
              <a:t>对植物生长发育有明显影响；</a:t>
            </a:r>
          </a:p>
          <a:p>
            <a:pPr>
              <a:lnSpc>
                <a:spcPct val="80000"/>
              </a:lnSpc>
            </a:pPr>
            <a:r>
              <a:rPr lang="zh-CN" altLang="en-US" b="1" dirty="0">
                <a:latin typeface="黑体" panose="02010609060101010101" pitchFamily="49" charset="-122"/>
              </a:rPr>
              <a:t> </a:t>
            </a:r>
            <a:r>
              <a:rPr lang="en-US" altLang="zh-CN" b="1" dirty="0">
                <a:latin typeface="黑体" panose="02010609060101010101" pitchFamily="49" charset="-122"/>
              </a:rPr>
              <a:t>C.</a:t>
            </a:r>
            <a:r>
              <a:rPr lang="zh-CN" altLang="en-US" b="1" dirty="0">
                <a:latin typeface="黑体" panose="02010609060101010101" pitchFamily="49" charset="-122"/>
              </a:rPr>
              <a:t>把其他因子的直接作用变为间接作用；</a:t>
            </a:r>
          </a:p>
          <a:p>
            <a:pPr>
              <a:lnSpc>
                <a:spcPct val="80000"/>
              </a:lnSpc>
            </a:pPr>
            <a:r>
              <a:rPr lang="zh-CN" altLang="en-US" b="1" dirty="0">
                <a:latin typeface="黑体" panose="02010609060101010101" pitchFamily="49" charset="-122"/>
              </a:rPr>
              <a:t> </a:t>
            </a:r>
            <a:r>
              <a:rPr lang="en-US" altLang="zh-CN" b="1" dirty="0">
                <a:latin typeface="黑体" panose="02010609060101010101" pitchFamily="49" charset="-122"/>
              </a:rPr>
              <a:t>D.</a:t>
            </a:r>
            <a:r>
              <a:rPr lang="zh-CN" altLang="en-US" b="1" dirty="0">
                <a:latin typeface="黑体" panose="02010609060101010101" pitchFamily="49" charset="-122"/>
              </a:rPr>
              <a:t>对其他因子有影响作用的因子。</a:t>
            </a:r>
          </a:p>
          <a:p>
            <a:pPr>
              <a:lnSpc>
                <a:spcPct val="80000"/>
              </a:lnSpc>
            </a:pPr>
            <a:endParaRPr lang="zh-CN" altLang="en-US" b="1" dirty="0">
              <a:latin typeface="黑体" panose="02010609060101010101" pitchFamily="49" charset="-122"/>
            </a:endParaRPr>
          </a:p>
          <a:p>
            <a:pPr>
              <a:lnSpc>
                <a:spcPct val="80000"/>
              </a:lnSpc>
            </a:pPr>
            <a:endParaRPr lang="zh-CN" altLang="en-US" b="1" dirty="0">
              <a:latin typeface="黑体" panose="02010609060101010101" pitchFamily="49" charset="-122"/>
            </a:endParaRPr>
          </a:p>
          <a:p>
            <a:pPr>
              <a:lnSpc>
                <a:spcPct val="80000"/>
              </a:lnSpc>
            </a:pPr>
            <a:endParaRPr lang="zh-CN" altLang="en-US" sz="1600" b="1" dirty="0">
              <a:latin typeface="黑体" panose="02010609060101010101" pitchFamily="49" charset="-122"/>
            </a:endParaRPr>
          </a:p>
          <a:p>
            <a:pPr>
              <a:lnSpc>
                <a:spcPct val="80000"/>
              </a:lnSpc>
            </a:pPr>
            <a:r>
              <a:rPr lang="zh-CN" altLang="en-US" b="1" dirty="0">
                <a:latin typeface="黑体" panose="02010609060101010101" pitchFamily="49" charset="-122"/>
              </a:rPr>
              <a:t>根据生态因子的性质</a:t>
            </a:r>
            <a:r>
              <a:rPr lang="en-US" altLang="zh-CN" b="1" dirty="0">
                <a:latin typeface="黑体" panose="02010609060101010101" pitchFamily="49" charset="-122"/>
              </a:rPr>
              <a:t>,</a:t>
            </a:r>
            <a:r>
              <a:rPr lang="zh-CN" altLang="en-US" b="1" dirty="0">
                <a:latin typeface="黑体" panose="02010609060101010101" pitchFamily="49" charset="-122"/>
              </a:rPr>
              <a:t>可将其分为土壤因子</a:t>
            </a:r>
            <a:r>
              <a:rPr lang="en-US" altLang="zh-CN" b="1" dirty="0">
                <a:latin typeface="黑体" panose="02010609060101010101" pitchFamily="49" charset="-122"/>
              </a:rPr>
              <a:t>,</a:t>
            </a:r>
            <a:r>
              <a:rPr lang="zh-CN" altLang="en-US" b="1" dirty="0">
                <a:latin typeface="黑体" panose="02010609060101010101" pitchFamily="49" charset="-122"/>
              </a:rPr>
              <a:t>地形因子</a:t>
            </a:r>
            <a:r>
              <a:rPr lang="en-US" altLang="zh-CN" b="1" dirty="0">
                <a:latin typeface="黑体" panose="02010609060101010101" pitchFamily="49" charset="-122"/>
              </a:rPr>
              <a:t>,</a:t>
            </a:r>
            <a:r>
              <a:rPr lang="zh-CN" altLang="en-US" b="1" dirty="0">
                <a:latin typeface="黑体" panose="02010609060101010101" pitchFamily="49" charset="-122"/>
              </a:rPr>
              <a:t>生物因子</a:t>
            </a:r>
            <a:r>
              <a:rPr lang="en-US" altLang="zh-CN" b="1" dirty="0">
                <a:latin typeface="黑体" panose="02010609060101010101" pitchFamily="49" charset="-122"/>
              </a:rPr>
              <a:t>,</a:t>
            </a:r>
            <a:r>
              <a:rPr lang="zh-CN" altLang="en-US" b="1" dirty="0">
                <a:latin typeface="黑体" panose="02010609060101010101" pitchFamily="49" charset="-122"/>
              </a:rPr>
              <a:t>人为因子和：</a:t>
            </a:r>
            <a:br>
              <a:rPr lang="zh-CN" altLang="en-US" b="1" dirty="0">
                <a:latin typeface="黑体" panose="02010609060101010101" pitchFamily="49" charset="-122"/>
              </a:rPr>
            </a:br>
            <a:r>
              <a:rPr lang="en-US" altLang="zh-CN" b="1" dirty="0">
                <a:latin typeface="黑体" panose="02010609060101010101" pitchFamily="49" charset="-122"/>
              </a:rPr>
              <a:t>A.</a:t>
            </a:r>
            <a:r>
              <a:rPr lang="zh-CN" altLang="en-US" b="1" dirty="0">
                <a:latin typeface="黑体" panose="02010609060101010101" pitchFamily="49" charset="-122"/>
              </a:rPr>
              <a:t>气候因子； 　</a:t>
            </a:r>
            <a:r>
              <a:rPr lang="en-US" altLang="zh-CN" b="1" dirty="0">
                <a:latin typeface="黑体" panose="02010609060101010101" pitchFamily="49" charset="-122"/>
              </a:rPr>
              <a:t>B.</a:t>
            </a:r>
            <a:r>
              <a:rPr lang="zh-CN" altLang="en-US" b="1" dirty="0">
                <a:latin typeface="黑体" panose="02010609060101010101" pitchFamily="49" charset="-122"/>
              </a:rPr>
              <a:t>地球因子； </a:t>
            </a:r>
          </a:p>
          <a:p>
            <a:pPr>
              <a:lnSpc>
                <a:spcPct val="80000"/>
              </a:lnSpc>
            </a:pPr>
            <a:r>
              <a:rPr lang="en-US" altLang="zh-CN" b="1" dirty="0">
                <a:latin typeface="黑体" panose="02010609060101010101" pitchFamily="49" charset="-122"/>
              </a:rPr>
              <a:t>C.</a:t>
            </a:r>
            <a:r>
              <a:rPr lang="zh-CN" altLang="en-US" b="1" dirty="0">
                <a:latin typeface="黑体" panose="02010609060101010101" pitchFamily="49" charset="-122"/>
              </a:rPr>
              <a:t>非生物因子； </a:t>
            </a:r>
            <a:r>
              <a:rPr lang="en-US" altLang="zh-CN" b="1" dirty="0">
                <a:latin typeface="黑体" panose="02010609060101010101" pitchFamily="49" charset="-122"/>
              </a:rPr>
              <a:t>D.</a:t>
            </a:r>
            <a:r>
              <a:rPr lang="zh-CN" altLang="en-US" b="1" dirty="0">
                <a:latin typeface="黑体" panose="02010609060101010101" pitchFamily="49" charset="-122"/>
              </a:rPr>
              <a:t>外来因子。</a:t>
            </a:r>
          </a:p>
          <a:p>
            <a:pPr>
              <a:lnSpc>
                <a:spcPct val="80000"/>
              </a:lnSpc>
            </a:pPr>
            <a:endParaRPr lang="zh-CN" altLang="en-US" b="1" dirty="0">
              <a:latin typeface="黑体" panose="02010609060101010101" pitchFamily="49" charset="-122"/>
            </a:endParaRPr>
          </a:p>
          <a:p>
            <a:pPr>
              <a:lnSpc>
                <a:spcPct val="80000"/>
              </a:lnSpc>
            </a:pPr>
            <a:endParaRPr lang="zh-CN" altLang="en-US" b="1" dirty="0">
              <a:latin typeface="黑体" panose="02010609060101010101" pitchFamily="49" charset="-122"/>
            </a:endParaRPr>
          </a:p>
          <a:p>
            <a:pPr>
              <a:lnSpc>
                <a:spcPct val="80000"/>
              </a:lnSpc>
            </a:pPr>
            <a:r>
              <a:rPr lang="zh-CN" altLang="en-US" sz="900" b="1" dirty="0">
                <a:latin typeface="黑体" panose="02010609060101010101" pitchFamily="49" charset="-122"/>
              </a:rPr>
              <a:t> </a:t>
            </a:r>
          </a:p>
          <a:p>
            <a:pPr>
              <a:lnSpc>
                <a:spcPct val="80000"/>
              </a:lnSpc>
            </a:pPr>
            <a:endParaRPr lang="zh-CN" altLang="en-US" sz="900" dirty="0"/>
          </a:p>
        </p:txBody>
      </p:sp>
      <p:sp>
        <p:nvSpPr>
          <p:cNvPr id="882692" name="Line 4">
            <a:extLst>
              <a:ext uri="{FF2B5EF4-FFF2-40B4-BE49-F238E27FC236}">
                <a16:creationId xmlns:a16="http://schemas.microsoft.com/office/drawing/2014/main" id="{C949AFDD-1697-C121-3AE0-4F3B732495F0}"/>
              </a:ext>
            </a:extLst>
          </p:cNvPr>
          <p:cNvSpPr>
            <a:spLocks noChangeShapeType="1"/>
          </p:cNvSpPr>
          <p:nvPr/>
        </p:nvSpPr>
        <p:spPr bwMode="auto">
          <a:xfrm flipV="1">
            <a:off x="1524000" y="2924176"/>
            <a:ext cx="9144000" cy="73025"/>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 name="文本框 4">
            <a:extLst>
              <a:ext uri="{FF2B5EF4-FFF2-40B4-BE49-F238E27FC236}">
                <a16:creationId xmlns:a16="http://schemas.microsoft.com/office/drawing/2014/main" id="{83E9234C-9593-B777-6F0B-CCAE744E90EF}"/>
              </a:ext>
            </a:extLst>
          </p:cNvPr>
          <p:cNvSpPr txBox="1"/>
          <p:nvPr/>
        </p:nvSpPr>
        <p:spPr>
          <a:xfrm>
            <a:off x="7692899" y="318442"/>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BD</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DAF3FF8F-973D-7D7F-CC76-2D9B567DBEA9}"/>
              </a:ext>
            </a:extLst>
          </p:cNvPr>
          <p:cNvSpPr txBox="1"/>
          <p:nvPr/>
        </p:nvSpPr>
        <p:spPr>
          <a:xfrm>
            <a:off x="7223342" y="3960465"/>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A</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a:extLst>
              <a:ext uri="{FF2B5EF4-FFF2-40B4-BE49-F238E27FC236}">
                <a16:creationId xmlns:a16="http://schemas.microsoft.com/office/drawing/2014/main" id="{21752ECD-FDA5-4D78-6033-DAB683A2E81A}"/>
              </a:ext>
            </a:extLst>
          </p:cNvPr>
          <p:cNvSpPr>
            <a:spLocks noGrp="1"/>
          </p:cNvSpPr>
          <p:nvPr>
            <p:ph type="body" idx="1"/>
          </p:nvPr>
        </p:nvSpPr>
        <p:spPr>
          <a:xfrm>
            <a:off x="1992313" y="404813"/>
            <a:ext cx="8208962" cy="6121400"/>
          </a:xfrm>
        </p:spPr>
        <p:txBody>
          <a:bodyPr/>
          <a:lstStyle/>
          <a:p>
            <a:r>
              <a:rPr lang="zh-CN" altLang="en-US" b="1">
                <a:latin typeface="黑体" panose="02010609060101010101" pitchFamily="49" charset="-122"/>
              </a:rPr>
              <a:t>下图中哪一条线表示生物种群数量变化的非密度制约：</a:t>
            </a:r>
          </a:p>
          <a:p>
            <a:r>
              <a:rPr lang="zh-CN" altLang="en-US" b="1">
                <a:latin typeface="黑体" panose="02010609060101010101" pitchFamily="49" charset="-122"/>
              </a:rPr>
              <a:t>     </a:t>
            </a:r>
            <a:r>
              <a:rPr lang="en-US" altLang="zh-CN" b="1">
                <a:latin typeface="黑体" panose="02010609060101010101" pitchFamily="49" charset="-122"/>
              </a:rPr>
              <a:t>A. W</a:t>
            </a:r>
            <a:r>
              <a:rPr lang="zh-CN" altLang="en-US" b="1">
                <a:latin typeface="黑体" panose="02010609060101010101" pitchFamily="49" charset="-122"/>
              </a:rPr>
              <a:t>线；  </a:t>
            </a:r>
            <a:r>
              <a:rPr lang="en-US" altLang="zh-CN" b="1">
                <a:latin typeface="黑体" panose="02010609060101010101" pitchFamily="49" charset="-122"/>
              </a:rPr>
              <a:t>B.X</a:t>
            </a:r>
            <a:r>
              <a:rPr lang="zh-CN" altLang="en-US" b="1">
                <a:latin typeface="黑体" panose="02010609060101010101" pitchFamily="49" charset="-122"/>
              </a:rPr>
              <a:t>线； </a:t>
            </a:r>
            <a:r>
              <a:rPr lang="en-US" altLang="zh-CN" b="1">
                <a:latin typeface="黑体" panose="02010609060101010101" pitchFamily="49" charset="-122"/>
              </a:rPr>
              <a:t>C.Y</a:t>
            </a:r>
            <a:r>
              <a:rPr lang="zh-CN" altLang="en-US" b="1">
                <a:latin typeface="黑体" panose="02010609060101010101" pitchFamily="49" charset="-122"/>
              </a:rPr>
              <a:t>线；  </a:t>
            </a:r>
            <a:r>
              <a:rPr lang="en-US" altLang="zh-CN" b="1">
                <a:latin typeface="黑体" panose="02010609060101010101" pitchFamily="49" charset="-122"/>
              </a:rPr>
              <a:t>D.Z</a:t>
            </a:r>
            <a:r>
              <a:rPr lang="zh-CN" altLang="en-US" b="1">
                <a:latin typeface="黑体" panose="02010609060101010101" pitchFamily="49" charset="-122"/>
              </a:rPr>
              <a:t>线。</a:t>
            </a:r>
          </a:p>
        </p:txBody>
      </p:sp>
      <p:pic>
        <p:nvPicPr>
          <p:cNvPr id="68612" name="Picture 4">
            <a:extLst>
              <a:ext uri="{FF2B5EF4-FFF2-40B4-BE49-F238E27FC236}">
                <a16:creationId xmlns:a16="http://schemas.microsoft.com/office/drawing/2014/main" id="{9079F0B0-3F39-95C4-05B6-C4AF5FF074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2539" y="1916114"/>
            <a:ext cx="4968875" cy="424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Rectangle 5">
            <a:extLst>
              <a:ext uri="{FF2B5EF4-FFF2-40B4-BE49-F238E27FC236}">
                <a16:creationId xmlns:a16="http://schemas.microsoft.com/office/drawing/2014/main" id="{5693993F-C2F1-F6FC-7E95-38300C7354AA}"/>
              </a:ext>
            </a:extLst>
          </p:cNvPr>
          <p:cNvSpPr>
            <a:spLocks noChangeArrowheads="1"/>
          </p:cNvSpPr>
          <p:nvPr/>
        </p:nvSpPr>
        <p:spPr bwMode="auto">
          <a:xfrm>
            <a:off x="3143251" y="5850215"/>
            <a:ext cx="42627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0" hangingPunct="0"/>
            <a:r>
              <a:rPr lang="zh-CN" altLang="en-US" dirty="0"/>
              <a:t> </a:t>
            </a:r>
            <a:r>
              <a:rPr lang="en-US" altLang="zh-CN" b="1" dirty="0">
                <a:latin typeface="黑体" panose="02010609060101010101" pitchFamily="49" charset="-122"/>
                <a:ea typeface="黑体" panose="02010609060101010101" pitchFamily="49" charset="-122"/>
              </a:rPr>
              <a:t>A. W</a:t>
            </a:r>
            <a:r>
              <a:rPr lang="zh-CN" altLang="en-US" b="1" dirty="0">
                <a:latin typeface="黑体" panose="02010609060101010101" pitchFamily="49" charset="-122"/>
                <a:ea typeface="黑体" panose="02010609060101010101" pitchFamily="49" charset="-122"/>
              </a:rPr>
              <a:t>线；  </a:t>
            </a:r>
            <a:r>
              <a:rPr lang="en-US" altLang="zh-CN" b="1" dirty="0">
                <a:latin typeface="黑体" panose="02010609060101010101" pitchFamily="49" charset="-122"/>
                <a:ea typeface="黑体" panose="02010609060101010101" pitchFamily="49" charset="-122"/>
              </a:rPr>
              <a:t>B.X</a:t>
            </a:r>
            <a:r>
              <a:rPr lang="zh-CN" altLang="en-US" b="1" dirty="0">
                <a:latin typeface="黑体" panose="02010609060101010101" pitchFamily="49" charset="-122"/>
                <a:ea typeface="黑体" panose="02010609060101010101" pitchFamily="49" charset="-122"/>
              </a:rPr>
              <a:t>线； </a:t>
            </a:r>
            <a:r>
              <a:rPr lang="en-US" altLang="zh-CN" b="1" dirty="0">
                <a:solidFill>
                  <a:srgbClr val="FF0000"/>
                </a:solidFill>
                <a:latin typeface="黑体" panose="02010609060101010101" pitchFamily="49" charset="-122"/>
                <a:ea typeface="黑体" panose="02010609060101010101" pitchFamily="49" charset="-122"/>
              </a:rPr>
              <a:t>C.Y</a:t>
            </a:r>
            <a:r>
              <a:rPr lang="zh-CN" altLang="en-US" b="1" dirty="0">
                <a:solidFill>
                  <a:srgbClr val="FF0000"/>
                </a:solidFill>
                <a:latin typeface="黑体" panose="02010609060101010101" pitchFamily="49" charset="-122"/>
                <a:ea typeface="黑体" panose="02010609060101010101" pitchFamily="49" charset="-122"/>
              </a:rPr>
              <a:t>线；</a:t>
            </a:r>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D.Z</a:t>
            </a:r>
            <a:r>
              <a:rPr lang="zh-CN" altLang="en-US" b="1" dirty="0">
                <a:latin typeface="黑体" panose="02010609060101010101" pitchFamily="49" charset="-122"/>
                <a:ea typeface="黑体" panose="02010609060101010101" pitchFamily="49" charset="-122"/>
              </a:rPr>
              <a:t>线</a:t>
            </a:r>
            <a:r>
              <a:rPr lang="zh-CN" altLang="en-US"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86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66"/>
        </a:solidFill>
        <a:effectLst/>
      </p:bgPr>
    </p:bg>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nvGraphicFramePr>
        <p:xfrm>
          <a:off x="2668589" y="839788"/>
          <a:ext cx="6746875" cy="8685212"/>
        </p:xfrm>
        <a:graphic>
          <a:graphicData uri="http://schemas.openxmlformats.org/presentationml/2006/ole">
            <mc:AlternateContent xmlns:mc="http://schemas.openxmlformats.org/markup-compatibility/2006">
              <mc:Choice xmlns:v="urn:schemas-microsoft-com:vml" Requires="v">
                <p:oleObj name="Document" r:id="rId2" imgW="6753240" imgH="8686800" progId="Word.Document.8">
                  <p:embed/>
                </p:oleObj>
              </mc:Choice>
              <mc:Fallback>
                <p:oleObj name="Document" r:id="rId2" imgW="6753240" imgH="8686800" progId="Word.Document.8">
                  <p:embed/>
                  <p:pic>
                    <p:nvPicPr>
                      <p:cNvPr id="205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8589" y="839788"/>
                        <a:ext cx="6746875" cy="868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52" name="Text Box 3"/>
          <p:cNvSpPr txBox="1">
            <a:spLocks noChangeArrowheads="1"/>
          </p:cNvSpPr>
          <p:nvPr/>
        </p:nvSpPr>
        <p:spPr bwMode="auto">
          <a:xfrm>
            <a:off x="1676400" y="152401"/>
            <a:ext cx="8991600" cy="664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50000"/>
              </a:spcBef>
              <a:spcAft>
                <a:spcPct val="0"/>
              </a:spcAft>
            </a:pPr>
            <a:r>
              <a:rPr lang="en-US" altLang="zh-CN">
                <a:solidFill>
                  <a:srgbClr val="FF00FF"/>
                </a:solidFill>
                <a:ea typeface="楷体_GB2312" pitchFamily="49" charset="-122"/>
              </a:rPr>
              <a:t> </a:t>
            </a:r>
            <a:endParaRPr lang="en-US" altLang="zh-CN">
              <a:solidFill>
                <a:srgbClr val="000000"/>
              </a:solidFill>
            </a:endParaRPr>
          </a:p>
          <a:p>
            <a:pPr algn="just" eaLnBrk="1" fontAlgn="base" hangingPunct="1">
              <a:spcBef>
                <a:spcPct val="50000"/>
              </a:spcBef>
              <a:spcAft>
                <a:spcPct val="0"/>
              </a:spcAft>
            </a:pPr>
            <a:r>
              <a:rPr lang="zh-CN" altLang="en-US" sz="3200" b="1">
                <a:solidFill>
                  <a:srgbClr val="000000"/>
                </a:solidFill>
              </a:rPr>
              <a:t>三 </a:t>
            </a:r>
            <a:r>
              <a:rPr lang="zh-CN" altLang="en-US" sz="3200" b="1">
                <a:solidFill>
                  <a:srgbClr val="000000"/>
                </a:solidFill>
                <a:ea typeface="楷体_GB2312" pitchFamily="49" charset="-122"/>
              </a:rPr>
              <a:t>生态因子作用的一般特征：</a:t>
            </a:r>
            <a:endParaRPr lang="zh-CN" altLang="en-US" sz="3200">
              <a:solidFill>
                <a:srgbClr val="000000"/>
              </a:solidFill>
            </a:endParaRPr>
          </a:p>
          <a:p>
            <a:pPr algn="just" eaLnBrk="1" fontAlgn="base" hangingPunct="1">
              <a:spcBef>
                <a:spcPct val="50000"/>
              </a:spcBef>
              <a:spcAft>
                <a:spcPct val="0"/>
              </a:spcAft>
            </a:pPr>
            <a:r>
              <a:rPr lang="zh-CN" altLang="en-US" b="1">
                <a:solidFill>
                  <a:srgbClr val="000000"/>
                </a:solidFill>
              </a:rPr>
              <a:t> </a:t>
            </a:r>
          </a:p>
          <a:p>
            <a:pPr algn="just" eaLnBrk="1" fontAlgn="base" hangingPunct="1">
              <a:spcBef>
                <a:spcPct val="50000"/>
              </a:spcBef>
              <a:spcAft>
                <a:spcPct val="0"/>
              </a:spcAft>
            </a:pPr>
            <a:r>
              <a:rPr lang="zh-CN" altLang="en-US" b="1">
                <a:solidFill>
                  <a:srgbClr val="000000"/>
                </a:solidFill>
              </a:rPr>
              <a:t>（</a:t>
            </a:r>
            <a:r>
              <a:rPr lang="en-US" altLang="zh-CN" b="1">
                <a:solidFill>
                  <a:srgbClr val="000000"/>
                </a:solidFill>
              </a:rPr>
              <a:t>1</a:t>
            </a:r>
            <a:r>
              <a:rPr lang="zh-CN" altLang="en-US" b="1">
                <a:solidFill>
                  <a:srgbClr val="000000"/>
                </a:solidFill>
              </a:rPr>
              <a:t>）</a:t>
            </a:r>
            <a:r>
              <a:rPr lang="zh-CN" altLang="en-US" b="1">
                <a:solidFill>
                  <a:srgbClr val="000000"/>
                </a:solidFill>
                <a:cs typeface="Times New Roman" pitchFamily="18" charset="0"/>
              </a:rPr>
              <a:t> </a:t>
            </a:r>
            <a:r>
              <a:rPr lang="zh-CN" altLang="en-US" sz="2800" b="1">
                <a:solidFill>
                  <a:srgbClr val="000000"/>
                </a:solidFill>
              </a:rPr>
              <a:t>综合作用：每一生态因子都不是孤立存在， 而是在与其它因子相互影响、相互制约中起作用。</a:t>
            </a:r>
            <a:r>
              <a:rPr lang="zh-CN" altLang="en-US" b="1">
                <a:solidFill>
                  <a:srgbClr val="FF3300"/>
                </a:solidFill>
              </a:rPr>
              <a:t>如作物生长受水、光、营养物综合作用</a:t>
            </a:r>
            <a:endParaRPr lang="zh-CN" altLang="en-US">
              <a:solidFill>
                <a:srgbClr val="FF3300"/>
              </a:solidFill>
            </a:endParaRPr>
          </a:p>
          <a:p>
            <a:pPr algn="just" eaLnBrk="1" fontAlgn="base" hangingPunct="1">
              <a:spcBef>
                <a:spcPct val="50000"/>
              </a:spcBef>
              <a:spcAft>
                <a:spcPct val="0"/>
              </a:spcAft>
            </a:pPr>
            <a:r>
              <a:rPr lang="zh-CN" altLang="en-US" b="1">
                <a:solidFill>
                  <a:srgbClr val="000000"/>
                </a:solidFill>
              </a:rPr>
              <a:t> （</a:t>
            </a:r>
            <a:r>
              <a:rPr lang="en-US" altLang="zh-CN" b="1">
                <a:solidFill>
                  <a:srgbClr val="000000"/>
                </a:solidFill>
              </a:rPr>
              <a:t>2</a:t>
            </a:r>
            <a:r>
              <a:rPr lang="zh-CN" altLang="en-US" b="1">
                <a:solidFill>
                  <a:srgbClr val="000000"/>
                </a:solidFill>
              </a:rPr>
              <a:t>）</a:t>
            </a:r>
            <a:r>
              <a:rPr lang="zh-CN" altLang="en-US" b="1">
                <a:solidFill>
                  <a:srgbClr val="000000"/>
                </a:solidFill>
                <a:cs typeface="Times New Roman" pitchFamily="18" charset="0"/>
              </a:rPr>
              <a:t> </a:t>
            </a:r>
            <a:r>
              <a:rPr lang="zh-CN" altLang="en-US" sz="2800" b="1">
                <a:solidFill>
                  <a:srgbClr val="000000"/>
                </a:solidFill>
              </a:rPr>
              <a:t>主导因子作用：对生物起作用的诸多因子中必有</a:t>
            </a:r>
            <a:r>
              <a:rPr lang="en-US" altLang="zh-CN" sz="2800" b="1">
                <a:solidFill>
                  <a:srgbClr val="000000"/>
                </a:solidFill>
              </a:rPr>
              <a:t>1-2</a:t>
            </a:r>
            <a:r>
              <a:rPr lang="zh-CN" altLang="en-US" sz="2800" b="1">
                <a:solidFill>
                  <a:srgbClr val="000000"/>
                </a:solidFill>
              </a:rPr>
              <a:t>个起主要作用，其改变会导致其它因子作用的变化，称为</a:t>
            </a:r>
            <a:r>
              <a:rPr lang="zh-CN" altLang="en-US" sz="2800" b="1">
                <a:solidFill>
                  <a:srgbClr val="FF3300"/>
                </a:solidFill>
              </a:rPr>
              <a:t>主导因子</a:t>
            </a:r>
            <a:r>
              <a:rPr lang="zh-CN" altLang="en-US" sz="2800" b="1">
                <a:solidFill>
                  <a:srgbClr val="000000"/>
                </a:solidFill>
              </a:rPr>
              <a:t>。</a:t>
            </a:r>
            <a:r>
              <a:rPr lang="zh-CN" altLang="en-US" b="1">
                <a:solidFill>
                  <a:srgbClr val="FF3300"/>
                </a:solidFill>
              </a:rPr>
              <a:t>如 植物春化阶段的低温因子</a:t>
            </a:r>
          </a:p>
          <a:p>
            <a:pPr eaLnBrk="1" fontAlgn="base" hangingPunct="1">
              <a:spcBef>
                <a:spcPct val="50000"/>
              </a:spcBef>
              <a:spcAft>
                <a:spcPct val="0"/>
              </a:spcAft>
            </a:pPr>
            <a:r>
              <a:rPr lang="zh-CN" altLang="en-US" sz="2800">
                <a:solidFill>
                  <a:srgbClr val="000000"/>
                </a:solidFill>
              </a:rPr>
              <a:t>（</a:t>
            </a:r>
            <a:r>
              <a:rPr lang="en-US" altLang="zh-CN" sz="2800" b="1">
                <a:solidFill>
                  <a:srgbClr val="000000"/>
                </a:solidFill>
              </a:rPr>
              <a:t>3</a:t>
            </a:r>
            <a:r>
              <a:rPr lang="zh-CN" altLang="en-US" sz="2800" b="1">
                <a:solidFill>
                  <a:srgbClr val="000000"/>
                </a:solidFill>
              </a:rPr>
              <a:t>）阶段性作用：在生物发育的不同阶段，需要不同的生态因子或生态因子的不同强度。</a:t>
            </a:r>
            <a:r>
              <a:rPr lang="zh-CN" altLang="en-US" b="1">
                <a:solidFill>
                  <a:srgbClr val="FF3300"/>
                </a:solidFill>
              </a:rPr>
              <a:t>如水是蝌蚪期青蛙生存的必要条件，而成体青蛙对水的依赖性就大大减弱。</a:t>
            </a:r>
          </a:p>
          <a:p>
            <a:pPr eaLnBrk="1" fontAlgn="base" hangingPunct="1">
              <a:spcBef>
                <a:spcPct val="50000"/>
              </a:spcBef>
              <a:spcAft>
                <a:spcPct val="0"/>
              </a:spcAft>
            </a:pPr>
            <a:endParaRPr lang="en-US" altLang="zh-CN">
              <a:solidFill>
                <a:srgbClr val="FF3300"/>
              </a:solidFill>
            </a:endParaRPr>
          </a:p>
        </p:txBody>
      </p:sp>
      <p:pic>
        <p:nvPicPr>
          <p:cNvPr id="2053" name="Picture 4" descr="农田"/>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228601"/>
            <a:ext cx="2819400"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96997"/>
    </mc:Choice>
    <mc:Fallback xmlns="">
      <p:transition spd="slow" advTm="19699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00"/>
        </a:solidFill>
        <a:effectLst/>
      </p:bgPr>
    </p:bg>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1905000" y="914400"/>
            <a:ext cx="83820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50000"/>
              </a:spcBef>
              <a:spcAft>
                <a:spcPct val="0"/>
              </a:spcAft>
            </a:pPr>
            <a:r>
              <a:rPr lang="zh-CN" altLang="en-US" b="1">
                <a:solidFill>
                  <a:srgbClr val="000000"/>
                </a:solidFill>
              </a:rPr>
              <a:t>（</a:t>
            </a:r>
            <a:r>
              <a:rPr lang="en-US" altLang="zh-CN" sz="2800" b="1">
                <a:solidFill>
                  <a:srgbClr val="000000"/>
                </a:solidFill>
              </a:rPr>
              <a:t>4</a:t>
            </a:r>
            <a:r>
              <a:rPr lang="zh-CN" altLang="en-US" sz="2800" b="1">
                <a:solidFill>
                  <a:srgbClr val="000000"/>
                </a:solidFill>
              </a:rPr>
              <a:t>）</a:t>
            </a:r>
            <a:r>
              <a:rPr lang="zh-CN" altLang="en-US" sz="2800" b="1">
                <a:solidFill>
                  <a:srgbClr val="000000"/>
                </a:solidFill>
                <a:cs typeface="Times New Roman" pitchFamily="18" charset="0"/>
              </a:rPr>
              <a:t> </a:t>
            </a:r>
            <a:r>
              <a:rPr lang="zh-CN" altLang="en-US" sz="2800" b="1">
                <a:solidFill>
                  <a:srgbClr val="000000"/>
                </a:solidFill>
              </a:rPr>
              <a:t>不可替代性和互补性作用：一因子的作用不能完全由另一因子来替代，但如一因子数量不足，可部分由另一因子的加强来补偿。</a:t>
            </a:r>
            <a:r>
              <a:rPr lang="zh-CN" altLang="en-US" b="1">
                <a:solidFill>
                  <a:srgbClr val="FF3300"/>
                </a:solidFill>
              </a:rPr>
              <a:t>如植物生长需要土壤中</a:t>
            </a:r>
            <a:r>
              <a:rPr lang="en-US" altLang="zh-CN" b="1">
                <a:solidFill>
                  <a:srgbClr val="FF3300"/>
                </a:solidFill>
              </a:rPr>
              <a:t>N</a:t>
            </a:r>
            <a:r>
              <a:rPr lang="zh-CN" altLang="en-US" b="1">
                <a:solidFill>
                  <a:srgbClr val="FF3300"/>
                </a:solidFill>
              </a:rPr>
              <a:t>、</a:t>
            </a:r>
            <a:r>
              <a:rPr lang="en-US" altLang="zh-CN" b="1">
                <a:solidFill>
                  <a:srgbClr val="FF3300"/>
                </a:solidFill>
              </a:rPr>
              <a:t>P</a:t>
            </a:r>
            <a:r>
              <a:rPr lang="zh-CN" altLang="en-US" b="1">
                <a:solidFill>
                  <a:srgbClr val="FF3300"/>
                </a:solidFill>
              </a:rPr>
              <a:t>、</a:t>
            </a:r>
            <a:r>
              <a:rPr lang="en-US" altLang="zh-CN" b="1">
                <a:solidFill>
                  <a:srgbClr val="FF3300"/>
                </a:solidFill>
              </a:rPr>
              <a:t>K</a:t>
            </a:r>
            <a:r>
              <a:rPr lang="zh-CN" altLang="en-US" b="1">
                <a:solidFill>
                  <a:srgbClr val="FF3300"/>
                </a:solidFill>
              </a:rPr>
              <a:t>、</a:t>
            </a:r>
            <a:r>
              <a:rPr lang="en-US" altLang="zh-CN" b="1">
                <a:solidFill>
                  <a:srgbClr val="FF3300"/>
                </a:solidFill>
              </a:rPr>
              <a:t>Ca</a:t>
            </a:r>
            <a:r>
              <a:rPr lang="zh-CN" altLang="en-US" b="1">
                <a:solidFill>
                  <a:srgbClr val="FF3300"/>
                </a:solidFill>
              </a:rPr>
              <a:t>、</a:t>
            </a:r>
            <a:r>
              <a:rPr lang="en-US" altLang="zh-CN" b="1">
                <a:solidFill>
                  <a:srgbClr val="FF3300"/>
                </a:solidFill>
              </a:rPr>
              <a:t>Mg</a:t>
            </a:r>
            <a:r>
              <a:rPr lang="zh-CN" altLang="en-US" b="1">
                <a:solidFill>
                  <a:srgbClr val="FF3300"/>
                </a:solidFill>
              </a:rPr>
              <a:t>等多种营养元素，缺一不可。光照不足导致的光和作用效率下降可部分由二氧化碳浓度的提高来补偿。</a:t>
            </a:r>
          </a:p>
          <a:p>
            <a:pPr algn="just" eaLnBrk="1" fontAlgn="base" hangingPunct="1">
              <a:spcBef>
                <a:spcPct val="50000"/>
              </a:spcBef>
              <a:spcAft>
                <a:spcPct val="0"/>
              </a:spcAft>
            </a:pPr>
            <a:endParaRPr lang="zh-CN" altLang="en-US" b="1">
              <a:solidFill>
                <a:srgbClr val="000000"/>
              </a:solidFill>
            </a:endParaRPr>
          </a:p>
          <a:p>
            <a:pPr algn="just" eaLnBrk="1" fontAlgn="base" hangingPunct="1">
              <a:spcBef>
                <a:spcPct val="50000"/>
              </a:spcBef>
              <a:spcAft>
                <a:spcPct val="0"/>
              </a:spcAft>
            </a:pPr>
            <a:r>
              <a:rPr lang="zh-CN" altLang="en-US" b="1">
                <a:solidFill>
                  <a:srgbClr val="000000"/>
                </a:solidFill>
              </a:rPr>
              <a:t>（</a:t>
            </a:r>
            <a:r>
              <a:rPr lang="en-US" altLang="zh-CN" b="1">
                <a:solidFill>
                  <a:srgbClr val="000000"/>
                </a:solidFill>
              </a:rPr>
              <a:t>5</a:t>
            </a:r>
            <a:r>
              <a:rPr lang="zh-CN" altLang="en-US" b="1">
                <a:solidFill>
                  <a:srgbClr val="000000"/>
                </a:solidFill>
              </a:rPr>
              <a:t>）</a:t>
            </a:r>
            <a:r>
              <a:rPr lang="zh-CN" altLang="en-US" sz="2800" b="1">
                <a:solidFill>
                  <a:srgbClr val="000000"/>
                </a:solidFill>
              </a:rPr>
              <a:t>直接作用和间接作用：生态因子对生物生长、发育、繁殖和分布等的影响可以是直接的，也可以是间接的。</a:t>
            </a:r>
            <a:r>
              <a:rPr lang="zh-CN" altLang="en-US" b="1">
                <a:solidFill>
                  <a:srgbClr val="FF3300"/>
                </a:solidFill>
              </a:rPr>
              <a:t>如温度、光照、水分等直接影响植物生长，而山脉坡向、高度等通过影响光照、风、温度等因素间接对树木生长发生作用。</a:t>
            </a:r>
            <a:endParaRPr lang="zh-CN" altLang="en-US">
              <a:solidFill>
                <a:srgbClr val="FF33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165163"/>
    </mc:Choice>
    <mc:Fallback xmlns="">
      <p:transition spd="slow" advTm="16516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063750" y="188913"/>
            <a:ext cx="7772400" cy="1143000"/>
          </a:xfrm>
        </p:spPr>
        <p:txBody>
          <a:bodyPr/>
          <a:lstStyle/>
          <a:p>
            <a:pPr eaLnBrk="1" hangingPunct="1"/>
            <a:r>
              <a:rPr lang="zh-CN" altLang="en-US" sz="2800" b="1"/>
              <a:t>第二节 生物与环境的相互作用</a:t>
            </a:r>
          </a:p>
        </p:txBody>
      </p:sp>
      <p:sp>
        <p:nvSpPr>
          <p:cNvPr id="12291" name="Text Box 4"/>
          <p:cNvSpPr txBox="1">
            <a:spLocks noChangeArrowheads="1"/>
          </p:cNvSpPr>
          <p:nvPr/>
        </p:nvSpPr>
        <p:spPr bwMode="auto">
          <a:xfrm>
            <a:off x="2351088" y="1341438"/>
            <a:ext cx="76327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sz="2800" b="1">
                <a:solidFill>
                  <a:srgbClr val="000000"/>
                </a:solidFill>
              </a:rPr>
              <a:t>一 环境对生物的影响</a:t>
            </a:r>
          </a:p>
          <a:p>
            <a:pPr eaLnBrk="1" fontAlgn="base" hangingPunct="1">
              <a:spcBef>
                <a:spcPct val="50000"/>
              </a:spcBef>
              <a:spcAft>
                <a:spcPct val="0"/>
              </a:spcAft>
            </a:pPr>
            <a:r>
              <a:rPr lang="en-US" altLang="zh-CN" b="1">
                <a:solidFill>
                  <a:srgbClr val="000000"/>
                </a:solidFill>
              </a:rPr>
              <a:t>1 </a:t>
            </a:r>
            <a:r>
              <a:rPr lang="zh-CN" altLang="en-US" b="1">
                <a:solidFill>
                  <a:srgbClr val="000000"/>
                </a:solidFill>
              </a:rPr>
              <a:t>作用：环境的非生物因子对生物的影响，称为作用。</a:t>
            </a:r>
          </a:p>
        </p:txBody>
      </p:sp>
      <p:sp>
        <p:nvSpPr>
          <p:cNvPr id="12292" name="Text Box 5"/>
          <p:cNvSpPr txBox="1">
            <a:spLocks noChangeArrowheads="1"/>
          </p:cNvSpPr>
          <p:nvPr/>
        </p:nvSpPr>
        <p:spPr bwMode="auto">
          <a:xfrm>
            <a:off x="2782888" y="2924176"/>
            <a:ext cx="6769100" cy="7016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sz="2000" b="1">
                <a:solidFill>
                  <a:srgbClr val="000000"/>
                </a:solidFill>
              </a:rPr>
              <a:t>非生物环境对生物所起的作用可影响生物的生长、发育、繁殖、分布、行为、死亡。</a:t>
            </a:r>
          </a:p>
        </p:txBody>
      </p:sp>
      <p:sp>
        <p:nvSpPr>
          <p:cNvPr id="12293" name="Text Box 6"/>
          <p:cNvSpPr txBox="1">
            <a:spLocks noChangeArrowheads="1"/>
          </p:cNvSpPr>
          <p:nvPr/>
        </p:nvSpPr>
        <p:spPr bwMode="auto">
          <a:xfrm>
            <a:off x="2351089" y="4005264"/>
            <a:ext cx="70564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en-US" altLang="zh-CN" b="1">
                <a:solidFill>
                  <a:srgbClr val="000000"/>
                </a:solidFill>
              </a:rPr>
              <a:t>2 </a:t>
            </a:r>
            <a:r>
              <a:rPr lang="zh-CN" altLang="en-US" b="1">
                <a:solidFill>
                  <a:srgbClr val="000000"/>
                </a:solidFill>
              </a:rPr>
              <a:t>适应：生物调整自身的形态、生理、行为等各方面生物学特性以使环境的限制作用减小，更好的在其环境中生存的进化过程。</a:t>
            </a:r>
          </a:p>
        </p:txBody>
      </p:sp>
    </p:spTree>
  </p:cSld>
  <p:clrMapOvr>
    <a:masterClrMapping/>
  </p:clrMapOvr>
  <mc:AlternateContent xmlns:mc="http://schemas.openxmlformats.org/markup-compatibility/2006" xmlns:p14="http://schemas.microsoft.com/office/powerpoint/2010/main">
    <mc:Choice Requires="p14">
      <p:transition spd="slow" p14:dur="2000" advTm="102182"/>
    </mc:Choice>
    <mc:Fallback xmlns="">
      <p:transition spd="slow" advTm="10218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lgn="l" eaLnBrk="1" hangingPunct="1"/>
            <a:r>
              <a:rPr lang="zh-CN" altLang="en-US" sz="3200" b="1">
                <a:solidFill>
                  <a:schemeClr val="tx1"/>
                </a:solidFill>
              </a:rPr>
              <a:t>二 生物对环境的影响</a:t>
            </a:r>
            <a:br>
              <a:rPr lang="zh-CN" altLang="en-US" sz="3200" b="1">
                <a:solidFill>
                  <a:schemeClr val="tx1"/>
                </a:solidFill>
              </a:rPr>
            </a:br>
            <a:endParaRPr lang="zh-CN" altLang="en-US" sz="3200" b="1">
              <a:solidFill>
                <a:schemeClr val="tx1"/>
              </a:solidFill>
            </a:endParaRPr>
          </a:p>
        </p:txBody>
      </p:sp>
      <p:sp>
        <p:nvSpPr>
          <p:cNvPr id="13315" name="Text Box 4"/>
          <p:cNvSpPr txBox="1">
            <a:spLocks noChangeArrowheads="1"/>
          </p:cNvSpPr>
          <p:nvPr/>
        </p:nvSpPr>
        <p:spPr bwMode="auto">
          <a:xfrm>
            <a:off x="2495550" y="2708276"/>
            <a:ext cx="748823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en-US" altLang="zh-CN" b="1">
                <a:solidFill>
                  <a:srgbClr val="000000"/>
                </a:solidFill>
              </a:rPr>
              <a:t>1 </a:t>
            </a:r>
            <a:r>
              <a:rPr lang="zh-CN" altLang="en-US" b="1">
                <a:solidFill>
                  <a:srgbClr val="000000"/>
                </a:solidFill>
              </a:rPr>
              <a:t>反作用：生物对环境的影响，一般称为反作用。表现在生物的影响改变了环境因子的状况。</a:t>
            </a:r>
          </a:p>
        </p:txBody>
      </p:sp>
      <p:pic>
        <p:nvPicPr>
          <p:cNvPr id="13316" name="Picture 6">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8888" y="333376"/>
            <a:ext cx="2519362"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 Box 7"/>
          <p:cNvSpPr txBox="1">
            <a:spLocks noChangeArrowheads="1"/>
          </p:cNvSpPr>
          <p:nvPr/>
        </p:nvSpPr>
        <p:spPr bwMode="auto">
          <a:xfrm>
            <a:off x="2424113" y="4365626"/>
            <a:ext cx="76327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en-US" altLang="zh-CN" b="1">
                <a:solidFill>
                  <a:srgbClr val="000000"/>
                </a:solidFill>
              </a:rPr>
              <a:t>2 </a:t>
            </a:r>
            <a:r>
              <a:rPr lang="zh-CN" altLang="en-US" b="1">
                <a:solidFill>
                  <a:srgbClr val="000000"/>
                </a:solidFill>
              </a:rPr>
              <a:t>相互作用：生物与生物之间的相互关系通常称为相互作用或交互作用（</a:t>
            </a:r>
            <a:r>
              <a:rPr lang="en-US" altLang="zh-CN" b="1">
                <a:solidFill>
                  <a:srgbClr val="000000"/>
                </a:solidFill>
              </a:rPr>
              <a:t>interaction)</a:t>
            </a:r>
          </a:p>
        </p:txBody>
      </p:sp>
      <p:pic>
        <p:nvPicPr>
          <p:cNvPr id="13318" name="Picture 9">
            <a:hlinkClick r:id="rId4"/>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7664" y="5013325"/>
            <a:ext cx="2232025" cy="16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43844"/>
    </mc:Choice>
    <mc:Fallback xmlns="">
      <p:transition spd="slow" advTm="4384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074" name="Object 6"/>
          <p:cNvGraphicFramePr>
            <a:graphicFrameLocks noChangeAspect="1"/>
          </p:cNvGraphicFramePr>
          <p:nvPr/>
        </p:nvGraphicFramePr>
        <p:xfrm>
          <a:off x="1774825" y="188914"/>
          <a:ext cx="7900988" cy="6283325"/>
        </p:xfrm>
        <a:graphic>
          <a:graphicData uri="http://schemas.openxmlformats.org/presentationml/2006/ole">
            <mc:AlternateContent xmlns:mc="http://schemas.openxmlformats.org/markup-compatibility/2006">
              <mc:Choice xmlns:v="urn:schemas-microsoft-com:vml" Requires="v">
                <p:oleObj name="文档" r:id="rId2" imgW="7015110" imgH="5586197" progId="Word.Document.8">
                  <p:embed/>
                </p:oleObj>
              </mc:Choice>
              <mc:Fallback>
                <p:oleObj name="文档" r:id="rId2" imgW="7015110" imgH="5586197" progId="Word.Document.8">
                  <p:embed/>
                  <p:pic>
                    <p:nvPicPr>
                      <p:cNvPr id="3074"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5" y="188914"/>
                        <a:ext cx="7900988" cy="628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076" name="Text Box 3"/>
          <p:cNvSpPr txBox="1">
            <a:spLocks noChangeArrowheads="1"/>
          </p:cNvSpPr>
          <p:nvPr/>
        </p:nvSpPr>
        <p:spPr bwMode="auto">
          <a:xfrm>
            <a:off x="2782888" y="5805488"/>
            <a:ext cx="533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en-US" altLang="zh-CN">
                <a:solidFill>
                  <a:srgbClr val="000000"/>
                </a:solidFill>
              </a:rPr>
              <a:t>*  </a:t>
            </a:r>
            <a:r>
              <a:rPr lang="zh-CN" altLang="en-US">
                <a:solidFill>
                  <a:srgbClr val="000000"/>
                </a:solidFill>
              </a:rPr>
              <a:t>在环境严格稳定状态下才适用</a:t>
            </a:r>
          </a:p>
        </p:txBody>
      </p:sp>
      <p:sp>
        <p:nvSpPr>
          <p:cNvPr id="3077" name="Text Box 5"/>
          <p:cNvSpPr txBox="1">
            <a:spLocks noChangeArrowheads="1"/>
          </p:cNvSpPr>
          <p:nvPr/>
        </p:nvSpPr>
        <p:spPr bwMode="auto">
          <a:xfrm>
            <a:off x="2495551" y="1484314"/>
            <a:ext cx="6480175"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r>
              <a:rPr lang="zh-CN" altLang="en-US" sz="2800" b="1">
                <a:solidFill>
                  <a:srgbClr val="000000"/>
                </a:solidFill>
              </a:rPr>
              <a:t>一 生物对生态因子的耐受限度</a:t>
            </a:r>
          </a:p>
          <a:p>
            <a:pPr eaLnBrk="1" fontAlgn="base" hangingPunct="1">
              <a:spcBef>
                <a:spcPct val="0"/>
              </a:spcBef>
              <a:spcAft>
                <a:spcPct val="0"/>
              </a:spcAft>
            </a:pPr>
            <a:r>
              <a:rPr lang="zh-CN" altLang="en-US">
                <a:solidFill>
                  <a:srgbClr val="000000"/>
                </a:solidFill>
              </a:rPr>
              <a:t> </a:t>
            </a:r>
            <a:endParaRPr lang="zh-CN" altLang="en-US" b="1">
              <a:solidFill>
                <a:srgbClr val="000000"/>
              </a:solidFill>
            </a:endParaRPr>
          </a:p>
          <a:p>
            <a:pPr eaLnBrk="1" fontAlgn="base" hangingPunct="1">
              <a:spcBef>
                <a:spcPct val="0"/>
              </a:spcBef>
              <a:spcAft>
                <a:spcPct val="0"/>
              </a:spcAft>
            </a:pPr>
            <a:r>
              <a:rPr lang="zh-CN" altLang="en-US" b="1">
                <a:solidFill>
                  <a:srgbClr val="000000"/>
                </a:solidFill>
              </a:rPr>
              <a:t>  </a:t>
            </a:r>
            <a:r>
              <a:rPr lang="en-US" altLang="zh-CN" b="1">
                <a:solidFill>
                  <a:srgbClr val="000000"/>
                </a:solidFill>
              </a:rPr>
              <a:t>1  </a:t>
            </a:r>
            <a:r>
              <a:rPr lang="zh-CN" altLang="en-US" b="1">
                <a:solidFill>
                  <a:srgbClr val="000000"/>
                </a:solidFill>
              </a:rPr>
              <a:t>利比希最小因子定律 （</a:t>
            </a:r>
            <a:r>
              <a:rPr lang="en-US" altLang="zh-CN" b="1">
                <a:solidFill>
                  <a:srgbClr val="000000"/>
                </a:solidFill>
              </a:rPr>
              <a:t>Liebig’s law of the minimum</a:t>
            </a:r>
            <a:r>
              <a:rPr lang="zh-CN" altLang="en-US" b="1">
                <a:solidFill>
                  <a:srgbClr val="000000"/>
                </a:solidFill>
              </a:rPr>
              <a:t>）</a:t>
            </a:r>
          </a:p>
          <a:p>
            <a:pPr eaLnBrk="1" fontAlgn="base" hangingPunct="1">
              <a:spcBef>
                <a:spcPct val="0"/>
              </a:spcBef>
              <a:spcAft>
                <a:spcPct val="0"/>
              </a:spcAft>
            </a:pPr>
            <a:r>
              <a:rPr lang="zh-CN" altLang="en-US" b="1">
                <a:solidFill>
                  <a:srgbClr val="000000"/>
                </a:solidFill>
              </a:rPr>
              <a:t>     植物的生长取决于处于最小量状况的营养物质的量。既：每一种植物都需要一定种类和数量的营养物，如果其中有一种营养物完全缺失，植物就不能生存。如果该种营养物数量极微，就会对植物的生长产生不良影响。</a:t>
            </a:r>
          </a:p>
        </p:txBody>
      </p:sp>
      <p:sp>
        <p:nvSpPr>
          <p:cNvPr id="3078" name="Text Box 6"/>
          <p:cNvSpPr txBox="1">
            <a:spLocks noChangeArrowheads="1"/>
          </p:cNvSpPr>
          <p:nvPr/>
        </p:nvSpPr>
        <p:spPr bwMode="auto">
          <a:xfrm>
            <a:off x="2208213" y="476251"/>
            <a:ext cx="8064500"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r>
              <a:rPr lang="zh-CN" altLang="en-US" sz="4000" b="1">
                <a:solidFill>
                  <a:srgbClr val="000000"/>
                </a:solidFill>
              </a:rPr>
              <a:t>第三节 生物与环境关系的基本原理</a:t>
            </a:r>
            <a:endParaRPr lang="zh-CN" altLang="en-US" sz="4000">
              <a:solidFill>
                <a:srgbClr val="000000"/>
              </a:solidFill>
            </a:endParaRPr>
          </a:p>
          <a:p>
            <a:pPr eaLnBrk="1" fontAlgn="base" hangingPunct="1">
              <a:spcBef>
                <a:spcPct val="50000"/>
              </a:spcBef>
              <a:spcAft>
                <a:spcPct val="0"/>
              </a:spcAft>
            </a:pPr>
            <a:endParaRPr lang="en-US" altLang="zh-CN" sz="4000">
              <a:solidFill>
                <a:srgbClr val="000000"/>
              </a:solidFill>
            </a:endParaRPr>
          </a:p>
        </p:txBody>
      </p:sp>
      <p:sp>
        <p:nvSpPr>
          <p:cNvPr id="3079" name="Text Box 7"/>
          <p:cNvSpPr txBox="1">
            <a:spLocks noChangeArrowheads="1"/>
          </p:cNvSpPr>
          <p:nvPr/>
        </p:nvSpPr>
        <p:spPr bwMode="auto">
          <a:xfrm>
            <a:off x="2711451" y="5157788"/>
            <a:ext cx="6697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en-US" altLang="zh-CN">
                <a:solidFill>
                  <a:srgbClr val="000000"/>
                </a:solidFill>
              </a:rPr>
              <a:t>*    </a:t>
            </a:r>
            <a:r>
              <a:rPr lang="zh-CN" altLang="en-US">
                <a:solidFill>
                  <a:srgbClr val="000000"/>
                </a:solidFill>
              </a:rPr>
              <a:t>德国化学家</a:t>
            </a:r>
            <a:r>
              <a:rPr lang="en-US" altLang="zh-CN">
                <a:solidFill>
                  <a:srgbClr val="000000"/>
                </a:solidFill>
              </a:rPr>
              <a:t>Liebig</a:t>
            </a:r>
            <a:r>
              <a:rPr lang="zh-CN" altLang="en-US">
                <a:solidFill>
                  <a:srgbClr val="000000"/>
                </a:solidFill>
              </a:rPr>
              <a:t>于</a:t>
            </a:r>
            <a:r>
              <a:rPr lang="en-US" altLang="zh-CN">
                <a:solidFill>
                  <a:srgbClr val="000000"/>
                </a:solidFill>
              </a:rPr>
              <a:t>1840</a:t>
            </a:r>
            <a:r>
              <a:rPr lang="zh-CN" altLang="en-US">
                <a:solidFill>
                  <a:srgbClr val="000000"/>
                </a:solidFill>
              </a:rPr>
              <a:t>年提出</a:t>
            </a:r>
          </a:p>
        </p:txBody>
      </p:sp>
      <p:pic>
        <p:nvPicPr>
          <p:cNvPr id="3080" name="Picture 5" descr="u=4144589224,2471762623&amp;fm=23&amp;g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7663" y="4797426"/>
            <a:ext cx="2316162" cy="185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216772"/>
    </mc:Choice>
    <mc:Fallback xmlns="">
      <p:transition spd="slow" advTm="216772"/>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2057400" y="304800"/>
            <a:ext cx="7772400" cy="1143000"/>
          </a:xfrm>
        </p:spPr>
        <p:txBody>
          <a:bodyPr/>
          <a:lstStyle/>
          <a:p>
            <a:pPr algn="l" eaLnBrk="1" hangingPunct="1"/>
            <a:r>
              <a:rPr lang="en-US" altLang="zh-CN" sz="3200" b="1"/>
              <a:t>2 </a:t>
            </a:r>
            <a:r>
              <a:rPr lang="zh-CN" altLang="en-US" sz="3200" b="1"/>
              <a:t>限制因子（</a:t>
            </a:r>
            <a:r>
              <a:rPr lang="en-US" altLang="zh-CN" sz="3200" b="1"/>
              <a:t>Limiting factor)</a:t>
            </a:r>
          </a:p>
        </p:txBody>
      </p:sp>
      <p:sp>
        <p:nvSpPr>
          <p:cNvPr id="14339" name="Rectangle 3"/>
          <p:cNvSpPr>
            <a:spLocks noGrp="1" noChangeArrowheads="1"/>
          </p:cNvSpPr>
          <p:nvPr>
            <p:ph type="subTitle" idx="1"/>
          </p:nvPr>
        </p:nvSpPr>
        <p:spPr>
          <a:xfrm>
            <a:off x="2209800" y="1524000"/>
            <a:ext cx="7543800" cy="1752600"/>
          </a:xfrm>
        </p:spPr>
        <p:txBody>
          <a:bodyPr/>
          <a:lstStyle/>
          <a:p>
            <a:pPr algn="l" eaLnBrk="1" hangingPunct="1"/>
            <a:r>
              <a:rPr lang="zh-CN" altLang="en-US" sz="2800" b="1"/>
              <a:t>在众多的环境因素中，任何接近或超过某种生物的耐受性极限而阻止其生存、生长、繁殖或扩散的因素，叫限制因子。</a:t>
            </a:r>
          </a:p>
        </p:txBody>
      </p:sp>
      <p:sp>
        <p:nvSpPr>
          <p:cNvPr id="14340" name="Text Box 4"/>
          <p:cNvSpPr txBox="1">
            <a:spLocks noChangeArrowheads="1"/>
          </p:cNvSpPr>
          <p:nvPr/>
        </p:nvSpPr>
        <p:spPr bwMode="auto">
          <a:xfrm>
            <a:off x="2057400" y="3124200"/>
            <a:ext cx="7620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ctr" eaLnBrk="1" hangingPunct="1">
              <a:spcBef>
                <a:spcPct val="50000"/>
              </a:spcBef>
            </a:pPr>
            <a:r>
              <a:rPr lang="en-US" altLang="zh-CN"/>
              <a:t> </a:t>
            </a:r>
          </a:p>
          <a:p>
            <a:pPr eaLnBrk="1" hangingPunct="1">
              <a:spcBef>
                <a:spcPct val="50000"/>
              </a:spcBef>
            </a:pPr>
            <a:r>
              <a:rPr lang="en-US" altLang="zh-CN">
                <a:latin typeface="Arial" charset="0"/>
              </a:rPr>
              <a:t>Optima and Limiting Factors</a:t>
            </a:r>
            <a:br>
              <a:rPr lang="en-US" altLang="zh-CN">
                <a:latin typeface="Arial" charset="0"/>
              </a:rPr>
            </a:br>
            <a:r>
              <a:rPr lang="en-US" altLang="zh-CN">
                <a:latin typeface="Arial" charset="0"/>
              </a:rPr>
              <a:t>BLACKMAN </a:t>
            </a:r>
            <a:r>
              <a:rPr lang="en-US" altLang="zh-CN" i="1">
                <a:latin typeface="Arial" charset="0"/>
              </a:rPr>
              <a:t>Ann Bot.</a:t>
            </a:r>
            <a:r>
              <a:rPr lang="en-US" altLang="zh-CN">
                <a:latin typeface="Arial" charset="0"/>
              </a:rPr>
              <a:t>1905; os-19: 281-296 </a:t>
            </a:r>
            <a:br>
              <a:rPr lang="en-US" altLang="zh-CN">
                <a:latin typeface="Arial" charset="0"/>
              </a:rPr>
            </a:br>
            <a:endParaRPr lang="en-US" altLang="zh-CN"/>
          </a:p>
          <a:p>
            <a:pPr eaLnBrk="1" hangingPunct="1">
              <a:spcBef>
                <a:spcPct val="50000"/>
              </a:spcBef>
            </a:pPr>
            <a:endParaRPr lang="en-US" altLang="zh-CN"/>
          </a:p>
        </p:txBody>
      </p:sp>
      <p:pic>
        <p:nvPicPr>
          <p:cNvPr id="14341" name="Picture 5" descr="co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6800" y="2743200"/>
            <a:ext cx="1531938"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2" name="Text Box 6"/>
          <p:cNvSpPr txBox="1">
            <a:spLocks noChangeArrowheads="1"/>
          </p:cNvSpPr>
          <p:nvPr/>
        </p:nvSpPr>
        <p:spPr bwMode="auto">
          <a:xfrm>
            <a:off x="1981200" y="4953000"/>
            <a:ext cx="78486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en-US" altLang="zh-CN"/>
              <a:t>Blakman </a:t>
            </a:r>
            <a:r>
              <a:rPr lang="zh-CN" altLang="en-US"/>
              <a:t>在</a:t>
            </a:r>
            <a:r>
              <a:rPr lang="en-US" altLang="zh-CN"/>
              <a:t>1905</a:t>
            </a:r>
            <a:r>
              <a:rPr lang="zh-CN" altLang="en-US"/>
              <a:t>年注意到因子过量的影响，发展了利比希最小因子定律，提出限制因子的概念，也称为限制因子定律（</a:t>
            </a:r>
            <a:r>
              <a:rPr lang="en-US" altLang="zh-CN"/>
              <a:t>Blakman’s law of limiting factors).</a:t>
            </a:r>
          </a:p>
          <a:p>
            <a:pPr eaLnBrk="1" hangingPunct="1">
              <a:spcBef>
                <a:spcPct val="50000"/>
              </a:spcBef>
            </a:pPr>
            <a:r>
              <a:rPr lang="zh-CN" altLang="en-US"/>
              <a:t>许多生态研究就是去寻找限制因子，来解决实际问题。</a:t>
            </a:r>
          </a:p>
        </p:txBody>
      </p:sp>
    </p:spTree>
  </p:cSld>
  <p:clrMapOvr>
    <a:masterClrMapping/>
  </p:clrMapOvr>
  <mc:AlternateContent xmlns:mc="http://schemas.openxmlformats.org/markup-compatibility/2006" xmlns:p14="http://schemas.microsoft.com/office/powerpoint/2010/main">
    <mc:Choice Requires="p14">
      <p:transition spd="slow" p14:dur="2000" advTm="245036"/>
    </mc:Choice>
    <mc:Fallback xmlns="">
      <p:transition spd="slow" advTm="245036"/>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3"/>
          <p:cNvGraphicFramePr>
            <a:graphicFrameLocks noChangeAspect="1"/>
          </p:cNvGraphicFramePr>
          <p:nvPr/>
        </p:nvGraphicFramePr>
        <p:xfrm>
          <a:off x="2589213" y="985838"/>
          <a:ext cx="6985000" cy="5942012"/>
        </p:xfrm>
        <a:graphic>
          <a:graphicData uri="http://schemas.openxmlformats.org/presentationml/2006/ole">
            <mc:AlternateContent xmlns:mc="http://schemas.openxmlformats.org/markup-compatibility/2006">
              <mc:Choice xmlns:v="urn:schemas-microsoft-com:vml" Requires="v">
                <p:oleObj name="Document" r:id="rId2" imgW="5486400" imgH="4672080" progId="Word.Document.8">
                  <p:embed/>
                </p:oleObj>
              </mc:Choice>
              <mc:Fallback>
                <p:oleObj name="Document" r:id="rId2" imgW="5486400" imgH="4672080" progId="Word.Document.8">
                  <p:embed/>
                  <p:pic>
                    <p:nvPicPr>
                      <p:cNvPr id="409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9213" y="985838"/>
                        <a:ext cx="6985000" cy="5942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9" name="Text Box 3"/>
          <p:cNvSpPr txBox="1">
            <a:spLocks noChangeArrowheads="1"/>
          </p:cNvSpPr>
          <p:nvPr/>
        </p:nvSpPr>
        <p:spPr bwMode="auto">
          <a:xfrm>
            <a:off x="1981200" y="685800"/>
            <a:ext cx="8305800" cy="445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spcBef>
                <a:spcPct val="50000"/>
              </a:spcBef>
            </a:pPr>
            <a:r>
              <a:rPr lang="en-US" altLang="zh-CN" b="1">
                <a:solidFill>
                  <a:srgbClr val="000000"/>
                </a:solidFill>
              </a:rPr>
              <a:t>   </a:t>
            </a:r>
            <a:r>
              <a:rPr lang="en-US" altLang="zh-CN" sz="3200" b="1">
                <a:solidFill>
                  <a:srgbClr val="000000"/>
                </a:solidFill>
              </a:rPr>
              <a:t>3</a:t>
            </a:r>
            <a:r>
              <a:rPr lang="en-US" altLang="zh-CN" sz="3200" b="1">
                <a:solidFill>
                  <a:srgbClr val="000000"/>
                </a:solidFill>
                <a:cs typeface="Times New Roman" pitchFamily="18" charset="0"/>
              </a:rPr>
              <a:t> </a:t>
            </a:r>
            <a:r>
              <a:rPr lang="en-US" altLang="zh-CN" sz="3200" b="1">
                <a:solidFill>
                  <a:srgbClr val="000000"/>
                </a:solidFill>
              </a:rPr>
              <a:t> </a:t>
            </a:r>
            <a:r>
              <a:rPr lang="zh-CN" altLang="en-US" sz="3200" b="1">
                <a:solidFill>
                  <a:srgbClr val="000000"/>
                </a:solidFill>
              </a:rPr>
              <a:t>谢尔福德耐受性定律</a:t>
            </a:r>
            <a:r>
              <a:rPr lang="zh-CN" altLang="en-US" b="1">
                <a:solidFill>
                  <a:srgbClr val="000000"/>
                </a:solidFill>
              </a:rPr>
              <a:t> </a:t>
            </a:r>
            <a:endParaRPr lang="zh-CN" altLang="en-US"/>
          </a:p>
          <a:p>
            <a:pPr algn="just" eaLnBrk="1" hangingPunct="1">
              <a:spcBef>
                <a:spcPct val="50000"/>
              </a:spcBef>
            </a:pPr>
            <a:r>
              <a:rPr lang="zh-CN" altLang="en-US" b="1">
                <a:solidFill>
                  <a:srgbClr val="000000"/>
                </a:solidFill>
              </a:rPr>
              <a:t>             </a:t>
            </a:r>
            <a:r>
              <a:rPr lang="zh-CN" altLang="en-US" sz="2800" b="1">
                <a:solidFill>
                  <a:srgbClr val="000000"/>
                </a:solidFill>
              </a:rPr>
              <a:t>任何一种生态因子在数量上或质量上的不足或过多，即当其接近或达到某种生物的耐受限度时，会使该种生物衰退或不能生存。生物对每一种生态因子，都有其耐受的下限和上限，上下限之间就是生物对这种生态因子的耐受范围，即</a:t>
            </a:r>
            <a:r>
              <a:rPr lang="zh-CN" altLang="en-US" sz="2800" b="1">
                <a:solidFill>
                  <a:srgbClr val="FF3300"/>
                </a:solidFill>
              </a:rPr>
              <a:t>生态幅</a:t>
            </a:r>
            <a:r>
              <a:rPr lang="zh-CN" altLang="en-US" sz="2800" b="1">
                <a:solidFill>
                  <a:srgbClr val="000000"/>
                </a:solidFill>
              </a:rPr>
              <a:t>，其中包括最适生存区。</a:t>
            </a:r>
            <a:endParaRPr lang="zh-CN" altLang="en-US" sz="2800" b="1"/>
          </a:p>
          <a:p>
            <a:pPr algn="just" eaLnBrk="1" hangingPunct="1">
              <a:spcBef>
                <a:spcPct val="50000"/>
              </a:spcBef>
            </a:pPr>
            <a:r>
              <a:rPr lang="zh-CN" altLang="en-US" b="1">
                <a:solidFill>
                  <a:srgbClr val="000000"/>
                </a:solidFill>
              </a:rPr>
              <a:t>   </a:t>
            </a:r>
            <a:endParaRPr lang="zh-CN" altLang="en-US"/>
          </a:p>
          <a:p>
            <a:pPr eaLnBrk="1" hangingPunct="1">
              <a:spcBef>
                <a:spcPct val="50000"/>
              </a:spcBef>
            </a:pPr>
            <a:endParaRPr lang="en-US" altLang="zh-CN"/>
          </a:p>
        </p:txBody>
      </p:sp>
      <p:sp>
        <p:nvSpPr>
          <p:cNvPr id="4100" name="Text Box 4"/>
          <p:cNvSpPr txBox="1">
            <a:spLocks noChangeArrowheads="1"/>
          </p:cNvSpPr>
          <p:nvPr/>
        </p:nvSpPr>
        <p:spPr bwMode="auto">
          <a:xfrm>
            <a:off x="2133600" y="4724401"/>
            <a:ext cx="79248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pPr>
            <a:r>
              <a:rPr lang="zh-CN" altLang="en-US"/>
              <a:t>耐受性定律是以上两个定律的进一步扩展，不仅估计了生态因子量的变化，还估计了生物本身的耐受限度，且允许生态因子间相互作用。</a:t>
            </a:r>
          </a:p>
        </p:txBody>
      </p:sp>
    </p:spTree>
  </p:cSld>
  <p:clrMapOvr>
    <a:masterClrMapping/>
  </p:clrMapOvr>
  <mc:AlternateContent xmlns:mc="http://schemas.openxmlformats.org/markup-compatibility/2006" xmlns:p14="http://schemas.microsoft.com/office/powerpoint/2010/main">
    <mc:Choice Requires="p14">
      <p:transition spd="slow" p14:dur="2000" advTm="118108"/>
    </mc:Choice>
    <mc:Fallback xmlns="">
      <p:transition spd="slow" advTm="118108"/>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耐受曲线"/>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
            <a:ext cx="8077200" cy="683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68910"/>
    </mc:Choice>
    <mc:Fallback xmlns="">
      <p:transition spd="slow" advTm="6891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2362200" y="914400"/>
            <a:ext cx="71628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50000"/>
              </a:spcBef>
              <a:spcAft>
                <a:spcPct val="0"/>
              </a:spcAft>
            </a:pPr>
            <a:r>
              <a:rPr lang="en-US" altLang="zh-CN" dirty="0">
                <a:solidFill>
                  <a:srgbClr val="000000"/>
                </a:solidFill>
                <a:cs typeface="Times New Roman" pitchFamily="18" charset="0"/>
              </a:rPr>
              <a:t>             </a:t>
            </a:r>
            <a:r>
              <a:rPr lang="zh-CN" altLang="en-US" sz="3200" b="1" dirty="0">
                <a:solidFill>
                  <a:srgbClr val="000000"/>
                </a:solidFill>
                <a:latin typeface="宋体" pitchFamily="2" charset="-122"/>
              </a:rPr>
              <a:t>耐受性定律的特点：</a:t>
            </a:r>
          </a:p>
          <a:p>
            <a:pPr algn="just" eaLnBrk="1" fontAlgn="base" hangingPunct="1">
              <a:spcBef>
                <a:spcPct val="50000"/>
              </a:spcBef>
              <a:spcAft>
                <a:spcPct val="0"/>
              </a:spcAft>
            </a:pPr>
            <a:r>
              <a:rPr lang="en-US" altLang="zh-CN" sz="3200" b="1" dirty="0">
                <a:solidFill>
                  <a:srgbClr val="000000"/>
                </a:solidFill>
                <a:latin typeface="宋体" pitchFamily="2" charset="-122"/>
              </a:rPr>
              <a:t>(1) </a:t>
            </a:r>
            <a:r>
              <a:rPr lang="zh-CN" altLang="en-US" sz="3200" b="1" dirty="0">
                <a:solidFill>
                  <a:srgbClr val="000000"/>
                </a:solidFill>
                <a:latin typeface="宋体" pitchFamily="2" charset="-122"/>
              </a:rPr>
              <a:t>每一种生物对不同生态因子耐受性不同，而且会随年龄、季节、栖息地等不同而变化。</a:t>
            </a:r>
          </a:p>
          <a:p>
            <a:pPr algn="just" eaLnBrk="1" fontAlgn="base" hangingPunct="1">
              <a:spcBef>
                <a:spcPct val="50000"/>
              </a:spcBef>
              <a:spcAft>
                <a:spcPct val="0"/>
              </a:spcAft>
            </a:pPr>
            <a:r>
              <a:rPr lang="en-US" altLang="zh-CN" sz="3200" b="1" dirty="0">
                <a:solidFill>
                  <a:srgbClr val="000000"/>
                </a:solidFill>
                <a:latin typeface="宋体" pitchFamily="2" charset="-122"/>
              </a:rPr>
              <a:t>(2) </a:t>
            </a:r>
            <a:r>
              <a:rPr lang="zh-CN" altLang="en-US" sz="3200" b="1" dirty="0">
                <a:solidFill>
                  <a:srgbClr val="000000"/>
                </a:solidFill>
                <a:latin typeface="宋体" pitchFamily="2" charset="-122"/>
              </a:rPr>
              <a:t>生物的耐受限度随不同生长发育阶段而变化。</a:t>
            </a:r>
          </a:p>
          <a:p>
            <a:pPr algn="just" eaLnBrk="1" fontAlgn="base" hangingPunct="1">
              <a:spcBef>
                <a:spcPct val="50000"/>
              </a:spcBef>
              <a:spcAft>
                <a:spcPct val="0"/>
              </a:spcAft>
            </a:pPr>
            <a:r>
              <a:rPr lang="en-US" altLang="zh-CN" sz="3200" b="1" dirty="0">
                <a:solidFill>
                  <a:srgbClr val="000000"/>
                </a:solidFill>
                <a:latin typeface="宋体" pitchFamily="2" charset="-122"/>
              </a:rPr>
              <a:t>(3) </a:t>
            </a:r>
            <a:r>
              <a:rPr lang="zh-CN" altLang="en-US" sz="3200" b="1" dirty="0">
                <a:solidFill>
                  <a:srgbClr val="000000"/>
                </a:solidFill>
                <a:latin typeface="宋体" pitchFamily="2" charset="-122"/>
              </a:rPr>
              <a:t>不同生物种，对同一生态因子耐受范围不同。</a:t>
            </a:r>
          </a:p>
        </p:txBody>
      </p:sp>
      <p:sp>
        <p:nvSpPr>
          <p:cNvPr id="17411" name="Line 4">
            <a:hlinkClick r:id="rId2" action="ppaction://hlinksldjump"/>
          </p:cNvPr>
          <p:cNvSpPr>
            <a:spLocks noChangeShapeType="1"/>
          </p:cNvSpPr>
          <p:nvPr/>
        </p:nvSpPr>
        <p:spPr bwMode="auto">
          <a:xfrm>
            <a:off x="5486400" y="59436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94168"/>
    </mc:Choice>
    <mc:Fallback xmlns="">
      <p:transition spd="slow" advTm="9416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 Box 2"/>
          <p:cNvSpPr txBox="1">
            <a:spLocks noChangeArrowheads="1"/>
          </p:cNvSpPr>
          <p:nvPr/>
        </p:nvSpPr>
        <p:spPr bwMode="auto">
          <a:xfrm>
            <a:off x="2819400" y="990600"/>
            <a:ext cx="632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50000"/>
              </a:spcBef>
              <a:spcAft>
                <a:spcPct val="0"/>
              </a:spcAft>
            </a:pPr>
            <a:endParaRPr lang="zh-CN" altLang="zh-CN" sz="3200" b="1">
              <a:solidFill>
                <a:srgbClr val="000000"/>
              </a:solidFill>
              <a:latin typeface="宋体" pitchFamily="2" charset="-122"/>
            </a:endParaRPr>
          </a:p>
        </p:txBody>
      </p:sp>
      <p:sp>
        <p:nvSpPr>
          <p:cNvPr id="18435" name="Text Box 3"/>
          <p:cNvSpPr txBox="1">
            <a:spLocks noChangeArrowheads="1"/>
          </p:cNvSpPr>
          <p:nvPr/>
        </p:nvSpPr>
        <p:spPr bwMode="auto">
          <a:xfrm>
            <a:off x="2362200" y="838200"/>
            <a:ext cx="7239000"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50000"/>
              </a:spcBef>
              <a:spcAft>
                <a:spcPct val="0"/>
              </a:spcAft>
            </a:pPr>
            <a:r>
              <a:rPr lang="en-US" altLang="zh-CN" sz="3200" b="1">
                <a:solidFill>
                  <a:srgbClr val="000000"/>
                </a:solidFill>
                <a:latin typeface="宋体" pitchFamily="2" charset="-122"/>
                <a:hlinkClick r:id="rId2" action="ppaction://hlinksldjump"/>
              </a:rPr>
              <a:t>4 </a:t>
            </a:r>
            <a:r>
              <a:rPr lang="zh-CN" altLang="en-US" sz="3200" b="1">
                <a:solidFill>
                  <a:srgbClr val="000000"/>
                </a:solidFill>
                <a:latin typeface="宋体" pitchFamily="2" charset="-122"/>
              </a:rPr>
              <a:t>生物对某一生态因子处于非最适状态下时，对其它生态因子的耐受限度也下降。</a:t>
            </a:r>
          </a:p>
          <a:p>
            <a:pPr algn="just" eaLnBrk="1" fontAlgn="base" hangingPunct="1">
              <a:spcBef>
                <a:spcPct val="50000"/>
              </a:spcBef>
              <a:spcAft>
                <a:spcPct val="0"/>
              </a:spcAft>
            </a:pPr>
            <a:endParaRPr lang="zh-CN" altLang="en-US" sz="3200" b="1">
              <a:solidFill>
                <a:srgbClr val="000000"/>
              </a:solidFill>
              <a:latin typeface="宋体" pitchFamily="2" charset="-122"/>
            </a:endParaRPr>
          </a:p>
          <a:p>
            <a:pPr algn="just" eaLnBrk="1" fontAlgn="base" hangingPunct="1">
              <a:spcBef>
                <a:spcPct val="50000"/>
              </a:spcBef>
              <a:spcAft>
                <a:spcPct val="0"/>
              </a:spcAft>
            </a:pPr>
            <a:r>
              <a:rPr lang="en-US" altLang="zh-CN" sz="3200" b="1">
                <a:solidFill>
                  <a:srgbClr val="000000"/>
                </a:solidFill>
                <a:latin typeface="宋体" pitchFamily="2" charset="-122"/>
              </a:rPr>
              <a:t>5 </a:t>
            </a:r>
            <a:r>
              <a:rPr lang="zh-CN" altLang="en-US" sz="3200" b="1">
                <a:solidFill>
                  <a:srgbClr val="000000"/>
                </a:solidFill>
                <a:latin typeface="宋体" pitchFamily="2" charset="-122"/>
              </a:rPr>
              <a:t>生物对某一特定生态因子来说往往并不是在最适的地方生活。</a:t>
            </a:r>
          </a:p>
          <a:p>
            <a:pPr algn="just" eaLnBrk="1" fontAlgn="base" hangingPunct="1">
              <a:spcBef>
                <a:spcPct val="50000"/>
              </a:spcBef>
              <a:spcAft>
                <a:spcPct val="0"/>
              </a:spcAft>
            </a:pPr>
            <a:endParaRPr lang="zh-CN" altLang="en-US" sz="3200" b="1">
              <a:solidFill>
                <a:srgbClr val="000000"/>
              </a:solidFill>
              <a:latin typeface="宋体" pitchFamily="2" charset="-122"/>
            </a:endParaRPr>
          </a:p>
          <a:p>
            <a:pPr algn="just" eaLnBrk="1" fontAlgn="base" hangingPunct="1">
              <a:spcBef>
                <a:spcPct val="50000"/>
              </a:spcBef>
              <a:spcAft>
                <a:spcPct val="0"/>
              </a:spcAft>
            </a:pPr>
            <a:r>
              <a:rPr lang="en-US" altLang="zh-CN" sz="3200" b="1">
                <a:solidFill>
                  <a:srgbClr val="000000"/>
                </a:solidFill>
                <a:latin typeface="宋体" pitchFamily="2" charset="-122"/>
              </a:rPr>
              <a:t>6 </a:t>
            </a:r>
            <a:r>
              <a:rPr lang="zh-CN" altLang="en-US" sz="3200" b="1">
                <a:solidFill>
                  <a:srgbClr val="000000"/>
                </a:solidFill>
                <a:latin typeface="宋体" pitchFamily="2" charset="-122"/>
              </a:rPr>
              <a:t>繁殖期常常是一个临界期。</a:t>
            </a:r>
          </a:p>
          <a:p>
            <a:pPr eaLnBrk="1" fontAlgn="base" hangingPunct="1">
              <a:spcBef>
                <a:spcPct val="50000"/>
              </a:spcBef>
              <a:spcAft>
                <a:spcPct val="0"/>
              </a:spcAft>
            </a:pPr>
            <a:endParaRPr lang="zh-CN" altLang="en-US">
              <a:solidFill>
                <a:srgbClr val="000000"/>
              </a:solidFill>
            </a:endParaRPr>
          </a:p>
          <a:p>
            <a:pPr eaLnBrk="1" fontAlgn="base" hangingPunct="1">
              <a:spcBef>
                <a:spcPct val="50000"/>
              </a:spcBef>
              <a:spcAft>
                <a:spcPct val="0"/>
              </a:spcAft>
            </a:pPr>
            <a:endParaRPr lang="en-US" altLang="zh-CN">
              <a:solidFill>
                <a:srgbClr val="000000"/>
              </a:solidFill>
            </a:endParaRPr>
          </a:p>
        </p:txBody>
      </p:sp>
      <p:sp>
        <p:nvSpPr>
          <p:cNvPr id="18436" name="Line 4">
            <a:hlinkClick r:id="rId2" action="ppaction://hlinksldjump"/>
          </p:cNvPr>
          <p:cNvSpPr>
            <a:spLocks noChangeShapeType="1"/>
          </p:cNvSpPr>
          <p:nvPr/>
        </p:nvSpPr>
        <p:spPr bwMode="auto">
          <a:xfrm>
            <a:off x="8839200" y="2438400"/>
            <a:ext cx="533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pitchFamily="2" charset="-122"/>
            </a:endParaRPr>
          </a:p>
        </p:txBody>
      </p:sp>
      <p:sp>
        <p:nvSpPr>
          <p:cNvPr id="18437" name="Line 5">
            <a:hlinkClick r:id="rId3" action="ppaction://hlinksldjump"/>
          </p:cNvPr>
          <p:cNvSpPr>
            <a:spLocks noChangeShapeType="1"/>
          </p:cNvSpPr>
          <p:nvPr/>
        </p:nvSpPr>
        <p:spPr bwMode="auto">
          <a:xfrm>
            <a:off x="8763000" y="6096000"/>
            <a:ext cx="457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121106"/>
    </mc:Choice>
    <mc:Fallback xmlns="">
      <p:transition spd="slow" advTm="12110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2 副本"/>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533401"/>
            <a:ext cx="8305800" cy="529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36446"/>
    </mc:Choice>
    <mc:Fallback xmlns="">
      <p:transition spd="slow" advTm="3644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body" idx="1"/>
          </p:nvPr>
        </p:nvSpPr>
        <p:spPr>
          <a:xfrm>
            <a:off x="2133600" y="2438400"/>
            <a:ext cx="7772400" cy="4114800"/>
          </a:xfrm>
        </p:spPr>
        <p:txBody>
          <a:bodyPr/>
          <a:lstStyle/>
          <a:p>
            <a:pPr eaLnBrk="1" hangingPunct="1"/>
            <a:endParaRPr lang="zh-CN" altLang="zh-CN"/>
          </a:p>
        </p:txBody>
      </p:sp>
      <p:pic>
        <p:nvPicPr>
          <p:cNvPr id="20483" name="Picture 3" descr="双因子影响 副本"/>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533401"/>
            <a:ext cx="8839200" cy="529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63404"/>
    </mc:Choice>
    <mc:Fallback xmlns="">
      <p:transition spd="slow" advTm="6340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ctrTitle"/>
          </p:nvPr>
        </p:nvSpPr>
        <p:spPr>
          <a:xfrm>
            <a:off x="2209800" y="2286000"/>
            <a:ext cx="7772400" cy="1143000"/>
          </a:xfrm>
        </p:spPr>
        <p:txBody>
          <a:bodyPr/>
          <a:lstStyle/>
          <a:p>
            <a:pPr eaLnBrk="1" hangingPunct="1"/>
            <a:r>
              <a:rPr lang="zh-CN" altLang="en-US"/>
              <a:t>生物对非生物因子的生理耐受范围与其分布有何关系？</a:t>
            </a:r>
            <a:br>
              <a:rPr lang="zh-CN" altLang="en-US"/>
            </a:br>
            <a:endParaRPr lang="zh-CN" altLang="en-US"/>
          </a:p>
        </p:txBody>
      </p:sp>
      <p:sp>
        <p:nvSpPr>
          <p:cNvPr id="21507" name="Rectangle 3"/>
          <p:cNvSpPr>
            <a:spLocks noGrp="1" noChangeArrowheads="1"/>
          </p:cNvSpPr>
          <p:nvPr>
            <p:ph type="subTitle" idx="1"/>
          </p:nvPr>
        </p:nvSpPr>
        <p:spPr/>
        <p:txBody>
          <a:bodyPr/>
          <a:lstStyle/>
          <a:p>
            <a:pPr eaLnBrk="1" hangingPunct="1"/>
            <a:r>
              <a:rPr lang="zh-CN" altLang="en-US" sz="4400"/>
              <a:t>何种生态因子对其分布起最主要的限定作用？</a:t>
            </a:r>
          </a:p>
        </p:txBody>
      </p:sp>
    </p:spTree>
  </p:cSld>
  <p:clrMapOvr>
    <a:masterClrMapping/>
  </p:clrMapOvr>
  <mc:AlternateContent xmlns:mc="http://schemas.openxmlformats.org/markup-compatibility/2006" xmlns:p14="http://schemas.microsoft.com/office/powerpoint/2010/main">
    <mc:Choice Requires="p14">
      <p:transition spd="slow" p14:dur="2000" advTm="40362"/>
    </mc:Choice>
    <mc:Fallback xmlns="">
      <p:transition spd="slow" advTm="40362"/>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CCFFCC"/>
        </a:solidFill>
        <a:effectLst/>
      </p:bgPr>
    </p:bg>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828800" y="685800"/>
            <a:ext cx="8458200" cy="655638"/>
          </a:xfrm>
        </p:spPr>
        <p:txBody>
          <a:bodyPr/>
          <a:lstStyle/>
          <a:p>
            <a:pPr algn="l" eaLnBrk="1" hangingPunct="1"/>
            <a:r>
              <a:rPr lang="zh-CN" altLang="en-US" sz="2800" b="1"/>
              <a:t>二、生物对生态因子耐受限度的调整</a:t>
            </a:r>
            <a:br>
              <a:rPr lang="zh-CN" altLang="en-US" sz="2800"/>
            </a:br>
            <a:br>
              <a:rPr lang="zh-CN" altLang="en-US" sz="2400"/>
            </a:br>
            <a:endParaRPr lang="zh-CN" altLang="en-US" sz="2000" b="1"/>
          </a:p>
        </p:txBody>
      </p:sp>
      <p:pic>
        <p:nvPicPr>
          <p:cNvPr id="22531" name="Picture 3"/>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782889" y="1268413"/>
            <a:ext cx="7056437" cy="3281362"/>
          </a:xfrm>
          <a:noFill/>
        </p:spPr>
      </p:pic>
      <p:sp>
        <p:nvSpPr>
          <p:cNvPr id="22532" name="Text Box 8"/>
          <p:cNvSpPr txBox="1">
            <a:spLocks noChangeArrowheads="1"/>
          </p:cNvSpPr>
          <p:nvPr/>
        </p:nvSpPr>
        <p:spPr bwMode="auto">
          <a:xfrm>
            <a:off x="2387600" y="4941888"/>
            <a:ext cx="82804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b="1">
                <a:solidFill>
                  <a:srgbClr val="000000"/>
                </a:solidFill>
              </a:rPr>
              <a:t>生物对生态因子的耐受范围并不是固定不变的，通过自然驯化或人为驯化可改变生物的耐受范围，使适宜生存范围的上下限发生移动，形成一个新的最适度，去适应环境的变化。</a:t>
            </a:r>
          </a:p>
          <a:p>
            <a:pPr eaLnBrk="1" fontAlgn="base" hangingPunct="1">
              <a:spcBef>
                <a:spcPct val="50000"/>
              </a:spcBef>
              <a:spcAft>
                <a:spcPct val="0"/>
              </a:spcAft>
            </a:pPr>
            <a:endParaRPr lang="en-US" altLang="zh-CN" b="1">
              <a:solidFill>
                <a:srgbClr val="00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2843"/>
    </mc:Choice>
    <mc:Fallback xmlns="">
      <p:transition spd="slow" advTm="6284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5122" name="Object 2"/>
          <p:cNvGraphicFramePr>
            <a:graphicFrameLocks noChangeAspect="1"/>
          </p:cNvGraphicFramePr>
          <p:nvPr/>
        </p:nvGraphicFramePr>
        <p:xfrm>
          <a:off x="1919289" y="188914"/>
          <a:ext cx="8143875" cy="2935287"/>
        </p:xfrm>
        <a:graphic>
          <a:graphicData uri="http://schemas.openxmlformats.org/presentationml/2006/ole">
            <mc:AlternateContent xmlns:mc="http://schemas.openxmlformats.org/markup-compatibility/2006">
              <mc:Choice xmlns:v="urn:schemas-microsoft-com:vml" Requires="v">
                <p:oleObj name="文档" r:id="rId2" imgW="5487555" imgH="1981073" progId="Word.Document.8">
                  <p:embed/>
                </p:oleObj>
              </mc:Choice>
              <mc:Fallback>
                <p:oleObj name="文档" r:id="rId2" imgW="5487555" imgH="1981073" progId="Word.Document.8">
                  <p:embed/>
                  <p:pic>
                    <p:nvPicPr>
                      <p:cNvPr id="512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9" y="188914"/>
                        <a:ext cx="8143875" cy="2935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7" name="Text Box 11"/>
          <p:cNvSpPr txBox="1">
            <a:spLocks noChangeArrowheads="1"/>
          </p:cNvSpPr>
          <p:nvPr/>
        </p:nvSpPr>
        <p:spPr bwMode="auto">
          <a:xfrm>
            <a:off x="7162800" y="3352800"/>
            <a:ext cx="174148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0"/>
              </a:spcBef>
              <a:spcAft>
                <a:spcPct val="0"/>
              </a:spcAft>
            </a:pPr>
            <a:r>
              <a:rPr lang="zh-CN" altLang="en-US" sz="2000">
                <a:solidFill>
                  <a:srgbClr val="000000"/>
                </a:solidFill>
              </a:rPr>
              <a:t>在</a:t>
            </a:r>
            <a:r>
              <a:rPr lang="en-US" altLang="zh-CN" sz="2000">
                <a:solidFill>
                  <a:srgbClr val="000000"/>
                </a:solidFill>
              </a:rPr>
              <a:t>37.5</a:t>
            </a:r>
            <a:r>
              <a:rPr lang="zh-CN" altLang="en-US" sz="2000">
                <a:solidFill>
                  <a:srgbClr val="000000"/>
                </a:solidFill>
              </a:rPr>
              <a:t>度驯化</a:t>
            </a:r>
          </a:p>
        </p:txBody>
      </p:sp>
      <p:sp>
        <p:nvSpPr>
          <p:cNvPr id="5128" name="Text Box 12"/>
          <p:cNvSpPr txBox="1">
            <a:spLocks noChangeArrowheads="1"/>
          </p:cNvSpPr>
          <p:nvPr/>
        </p:nvSpPr>
        <p:spPr bwMode="auto">
          <a:xfrm flipV="1">
            <a:off x="4191000" y="3200400"/>
            <a:ext cx="12192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0"/>
              </a:spcBef>
              <a:spcAft>
                <a:spcPct val="0"/>
              </a:spcAft>
            </a:pPr>
            <a:endParaRPr lang="zh-CN" altLang="zh-CN" sz="2000">
              <a:solidFill>
                <a:srgbClr val="FF00FF"/>
              </a:solidFill>
            </a:endParaRPr>
          </a:p>
        </p:txBody>
      </p:sp>
      <p:graphicFrame>
        <p:nvGraphicFramePr>
          <p:cNvPr id="5123" name="Object 13"/>
          <p:cNvGraphicFramePr>
            <a:graphicFrameLocks noChangeAspect="1"/>
          </p:cNvGraphicFramePr>
          <p:nvPr/>
        </p:nvGraphicFramePr>
        <p:xfrm>
          <a:off x="3352800" y="6248400"/>
          <a:ext cx="5487988" cy="395288"/>
        </p:xfrm>
        <a:graphic>
          <a:graphicData uri="http://schemas.openxmlformats.org/presentationml/2006/ole">
            <mc:AlternateContent xmlns:mc="http://schemas.openxmlformats.org/markup-compatibility/2006">
              <mc:Choice xmlns:v="urn:schemas-microsoft-com:vml" Requires="v">
                <p:oleObj name="Document" r:id="rId4" imgW="5486400" imgH="395280" progId="Word.Document.8">
                  <p:embed/>
                </p:oleObj>
              </mc:Choice>
              <mc:Fallback>
                <p:oleObj name="Document" r:id="rId4" imgW="5486400" imgH="395280" progId="Word.Document.8">
                  <p:embed/>
                  <p:pic>
                    <p:nvPicPr>
                      <p:cNvPr id="5123"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2800" y="6248400"/>
                        <a:ext cx="5487988"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4" name="Object 14"/>
          <p:cNvGraphicFramePr>
            <a:graphicFrameLocks noChangeAspect="1"/>
          </p:cNvGraphicFramePr>
          <p:nvPr/>
        </p:nvGraphicFramePr>
        <p:xfrm>
          <a:off x="3863975" y="6308725"/>
          <a:ext cx="5487988" cy="395288"/>
        </p:xfrm>
        <a:graphic>
          <a:graphicData uri="http://schemas.openxmlformats.org/presentationml/2006/ole">
            <mc:AlternateContent xmlns:mc="http://schemas.openxmlformats.org/markup-compatibility/2006">
              <mc:Choice xmlns:v="urn:schemas-microsoft-com:vml" Requires="v">
                <p:oleObj name="文档" r:id="rId6" imgW="5487555" imgH="396431" progId="Word.Document.8">
                  <p:embed/>
                </p:oleObj>
              </mc:Choice>
              <mc:Fallback>
                <p:oleObj name="文档" r:id="rId6" imgW="5487555" imgH="396431" progId="Word.Document.8">
                  <p:embed/>
                  <p:pic>
                    <p:nvPicPr>
                      <p:cNvPr id="5124"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63975" y="6308725"/>
                        <a:ext cx="5487988"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5" name="Object 15"/>
          <p:cNvGraphicFramePr>
            <a:graphicFrameLocks noChangeAspect="1"/>
          </p:cNvGraphicFramePr>
          <p:nvPr/>
        </p:nvGraphicFramePr>
        <p:xfrm>
          <a:off x="3214689" y="2424113"/>
          <a:ext cx="5443537" cy="393700"/>
        </p:xfrm>
        <a:graphic>
          <a:graphicData uri="http://schemas.openxmlformats.org/presentationml/2006/ole">
            <mc:AlternateContent xmlns:mc="http://schemas.openxmlformats.org/markup-compatibility/2006">
              <mc:Choice xmlns:v="urn:schemas-microsoft-com:vml" Requires="v">
                <p:oleObj name="文档" r:id="rId8" imgW="5487555" imgH="396431" progId="Word.Document.8">
                  <p:embed/>
                </p:oleObj>
              </mc:Choice>
              <mc:Fallback>
                <p:oleObj name="文档" r:id="rId8" imgW="5487555" imgH="396431" progId="Word.Document.8">
                  <p:embed/>
                  <p:pic>
                    <p:nvPicPr>
                      <p:cNvPr id="5125"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14689" y="2424113"/>
                        <a:ext cx="5443537"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9" name="Text Box 18"/>
          <p:cNvSpPr txBox="1">
            <a:spLocks noChangeArrowheads="1"/>
          </p:cNvSpPr>
          <p:nvPr/>
        </p:nvSpPr>
        <p:spPr bwMode="auto">
          <a:xfrm>
            <a:off x="2424113" y="404813"/>
            <a:ext cx="74168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en-US" altLang="zh-CN" b="1">
                <a:solidFill>
                  <a:srgbClr val="000000"/>
                </a:solidFill>
              </a:rPr>
              <a:t>1 </a:t>
            </a:r>
            <a:r>
              <a:rPr lang="zh-CN" altLang="en-US" b="1">
                <a:solidFill>
                  <a:srgbClr val="000000"/>
                </a:solidFill>
              </a:rPr>
              <a:t>驯化</a:t>
            </a:r>
            <a:r>
              <a:rPr lang="en-US" altLang="zh-CN" b="1">
                <a:solidFill>
                  <a:srgbClr val="000000"/>
                </a:solidFill>
              </a:rPr>
              <a:t>(acclimation </a:t>
            </a:r>
            <a:r>
              <a:rPr lang="zh-CN" altLang="en-US" b="1">
                <a:solidFill>
                  <a:srgbClr val="000000"/>
                </a:solidFill>
              </a:rPr>
              <a:t>或 </a:t>
            </a:r>
            <a:r>
              <a:rPr lang="en-US" altLang="zh-CN" b="1">
                <a:solidFill>
                  <a:srgbClr val="000000"/>
                </a:solidFill>
              </a:rPr>
              <a:t>acclimatisation)</a:t>
            </a:r>
            <a:r>
              <a:rPr lang="zh-CN" altLang="en-US" b="1">
                <a:solidFill>
                  <a:srgbClr val="000000"/>
                </a:solidFill>
              </a:rPr>
              <a:t>：</a:t>
            </a:r>
          </a:p>
          <a:p>
            <a:pPr eaLnBrk="1" fontAlgn="base" hangingPunct="1">
              <a:spcBef>
                <a:spcPct val="50000"/>
              </a:spcBef>
              <a:spcAft>
                <a:spcPct val="0"/>
              </a:spcAft>
            </a:pPr>
            <a:r>
              <a:rPr lang="zh-CN" altLang="en-US" b="1">
                <a:solidFill>
                  <a:srgbClr val="000000"/>
                </a:solidFill>
              </a:rPr>
              <a:t>如果一个种长期生活在最适生存范围的一侧，将逐渐导致该种耐受限度的改变，适宜生存的上下限会发生移动，并形成一个新的最适点，这一过程叫驯化。</a:t>
            </a:r>
          </a:p>
        </p:txBody>
      </p:sp>
      <p:sp>
        <p:nvSpPr>
          <p:cNvPr id="5130" name="Rectangle 19"/>
          <p:cNvSpPr>
            <a:spLocks noChangeArrowheads="1"/>
          </p:cNvSpPr>
          <p:nvPr/>
        </p:nvSpPr>
        <p:spPr bwMode="auto">
          <a:xfrm>
            <a:off x="2855914" y="2420938"/>
            <a:ext cx="6480175" cy="647700"/>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5131" name="Text Box 20"/>
          <p:cNvSpPr txBox="1">
            <a:spLocks noChangeArrowheads="1"/>
          </p:cNvSpPr>
          <p:nvPr/>
        </p:nvSpPr>
        <p:spPr bwMode="auto">
          <a:xfrm>
            <a:off x="3071814" y="2492375"/>
            <a:ext cx="583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b="1">
                <a:solidFill>
                  <a:srgbClr val="000000"/>
                </a:solidFill>
              </a:rPr>
              <a:t>应用： 品种移植、长途运输、实验室实验</a:t>
            </a:r>
          </a:p>
        </p:txBody>
      </p:sp>
      <p:sp>
        <p:nvSpPr>
          <p:cNvPr id="5132" name="Text Box 21"/>
          <p:cNvSpPr txBox="1">
            <a:spLocks noChangeArrowheads="1"/>
          </p:cNvSpPr>
          <p:nvPr/>
        </p:nvSpPr>
        <p:spPr bwMode="auto">
          <a:xfrm>
            <a:off x="3359150" y="6237288"/>
            <a:ext cx="698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r>
              <a:rPr lang="en-US" altLang="zh-CN">
                <a:solidFill>
                  <a:srgbClr val="000000"/>
                </a:solidFill>
              </a:rPr>
              <a:t> </a:t>
            </a:r>
            <a:r>
              <a:rPr lang="zh-CN" altLang="en-US" b="1">
                <a:solidFill>
                  <a:srgbClr val="000000"/>
                </a:solidFill>
              </a:rPr>
              <a:t>金鱼在两种不同温度下的驯化结果</a:t>
            </a:r>
          </a:p>
        </p:txBody>
      </p:sp>
      <p:grpSp>
        <p:nvGrpSpPr>
          <p:cNvPr id="5133" name="Group 23"/>
          <p:cNvGrpSpPr>
            <a:grpSpLocks/>
          </p:cNvGrpSpPr>
          <p:nvPr/>
        </p:nvGrpSpPr>
        <p:grpSpPr bwMode="auto">
          <a:xfrm>
            <a:off x="3354389" y="3503614"/>
            <a:ext cx="4648201" cy="2390775"/>
            <a:chOff x="1153" y="2207"/>
            <a:chExt cx="2928" cy="1506"/>
          </a:xfrm>
        </p:grpSpPr>
        <p:grpSp>
          <p:nvGrpSpPr>
            <p:cNvPr id="5134" name="Group 17"/>
            <p:cNvGrpSpPr>
              <a:grpSpLocks/>
            </p:cNvGrpSpPr>
            <p:nvPr/>
          </p:nvGrpSpPr>
          <p:grpSpPr bwMode="auto">
            <a:xfrm>
              <a:off x="1584" y="2256"/>
              <a:ext cx="2497" cy="1257"/>
              <a:chOff x="1584" y="2256"/>
              <a:chExt cx="2497" cy="1257"/>
            </a:xfrm>
          </p:grpSpPr>
          <p:sp>
            <p:nvSpPr>
              <p:cNvPr id="5138" name="Arc 4"/>
              <p:cNvSpPr>
                <a:spLocks/>
              </p:cNvSpPr>
              <p:nvPr/>
            </p:nvSpPr>
            <p:spPr bwMode="auto">
              <a:xfrm flipH="1">
                <a:off x="2299" y="2330"/>
                <a:ext cx="892" cy="1161"/>
              </a:xfrm>
              <a:custGeom>
                <a:avLst/>
                <a:gdLst>
                  <a:gd name="T0" fmla="*/ 0 w 21600"/>
                  <a:gd name="T1" fmla="*/ 0 h 21600"/>
                  <a:gd name="T2" fmla="*/ 892 w 21600"/>
                  <a:gd name="T3" fmla="*/ 1161 h 21600"/>
                  <a:gd name="T4" fmla="*/ 0 w 21600"/>
                  <a:gd name="T5" fmla="*/ 116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5139" name="Line 5"/>
              <p:cNvSpPr>
                <a:spLocks noChangeShapeType="1"/>
              </p:cNvSpPr>
              <p:nvPr/>
            </p:nvSpPr>
            <p:spPr bwMode="auto">
              <a:xfrm flipV="1">
                <a:off x="1584" y="2256"/>
                <a:ext cx="0" cy="1234"/>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pitchFamily="2" charset="-122"/>
                </a:endParaRPr>
              </a:p>
            </p:txBody>
          </p:sp>
          <p:sp>
            <p:nvSpPr>
              <p:cNvPr id="5140" name="Line 6"/>
              <p:cNvSpPr>
                <a:spLocks noChangeShapeType="1"/>
              </p:cNvSpPr>
              <p:nvPr/>
            </p:nvSpPr>
            <p:spPr bwMode="auto">
              <a:xfrm>
                <a:off x="1584" y="3490"/>
                <a:ext cx="2497"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pitchFamily="2" charset="-122"/>
                </a:endParaRPr>
              </a:p>
            </p:txBody>
          </p:sp>
          <p:sp>
            <p:nvSpPr>
              <p:cNvPr id="5141" name="Arc 7"/>
              <p:cNvSpPr>
                <a:spLocks/>
              </p:cNvSpPr>
              <p:nvPr/>
            </p:nvSpPr>
            <p:spPr bwMode="auto">
              <a:xfrm>
                <a:off x="2210" y="2765"/>
                <a:ext cx="1070" cy="726"/>
              </a:xfrm>
              <a:custGeom>
                <a:avLst/>
                <a:gdLst>
                  <a:gd name="T0" fmla="*/ 0 w 21600"/>
                  <a:gd name="T1" fmla="*/ 0 h 21600"/>
                  <a:gd name="T2" fmla="*/ 1070 w 21600"/>
                  <a:gd name="T3" fmla="*/ 726 h 21600"/>
                  <a:gd name="T4" fmla="*/ 0 w 21600"/>
                  <a:gd name="T5" fmla="*/ 72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5142" name="Arc 8"/>
              <p:cNvSpPr>
                <a:spLocks/>
              </p:cNvSpPr>
              <p:nvPr/>
            </p:nvSpPr>
            <p:spPr bwMode="auto">
              <a:xfrm flipH="1">
                <a:off x="1764" y="2765"/>
                <a:ext cx="446" cy="726"/>
              </a:xfrm>
              <a:custGeom>
                <a:avLst/>
                <a:gdLst>
                  <a:gd name="T0" fmla="*/ 0 w 21600"/>
                  <a:gd name="T1" fmla="*/ 0 h 21600"/>
                  <a:gd name="T2" fmla="*/ 446 w 21600"/>
                  <a:gd name="T3" fmla="*/ 726 h 21600"/>
                  <a:gd name="T4" fmla="*/ 0 w 21600"/>
                  <a:gd name="T5" fmla="*/ 72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5143" name="Arc 9"/>
              <p:cNvSpPr>
                <a:spLocks/>
              </p:cNvSpPr>
              <p:nvPr/>
            </p:nvSpPr>
            <p:spPr bwMode="auto">
              <a:xfrm>
                <a:off x="3168" y="2352"/>
                <a:ext cx="535" cy="1161"/>
              </a:xfrm>
              <a:custGeom>
                <a:avLst/>
                <a:gdLst>
                  <a:gd name="T0" fmla="*/ 0 w 21600"/>
                  <a:gd name="T1" fmla="*/ 0 h 21600"/>
                  <a:gd name="T2" fmla="*/ 535 w 21600"/>
                  <a:gd name="T3" fmla="*/ 1161 h 21600"/>
                  <a:gd name="T4" fmla="*/ 0 w 21600"/>
                  <a:gd name="T5" fmla="*/ 116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sp>
          <p:nvSpPr>
            <p:cNvPr id="5135" name="Text Box 10"/>
            <p:cNvSpPr txBox="1">
              <a:spLocks noChangeArrowheads="1"/>
            </p:cNvSpPr>
            <p:nvPr/>
          </p:nvSpPr>
          <p:spPr bwMode="auto">
            <a:xfrm>
              <a:off x="2608" y="3521"/>
              <a:ext cx="57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0"/>
                </a:spcBef>
                <a:spcAft>
                  <a:spcPct val="0"/>
                </a:spcAft>
              </a:pPr>
              <a:r>
                <a:rPr lang="zh-CN" altLang="en-US">
                  <a:solidFill>
                    <a:srgbClr val="000000"/>
                  </a:solidFill>
                </a:rPr>
                <a:t>温度</a:t>
              </a:r>
            </a:p>
          </p:txBody>
        </p:sp>
        <p:sp>
          <p:nvSpPr>
            <p:cNvPr id="5136" name="Rectangle 16"/>
            <p:cNvSpPr>
              <a:spLocks noChangeArrowheads="1"/>
            </p:cNvSpPr>
            <p:nvPr/>
          </p:nvSpPr>
          <p:spPr bwMode="auto">
            <a:xfrm>
              <a:off x="1728" y="2207"/>
              <a:ext cx="91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r>
                <a:rPr lang="zh-CN" altLang="en-US" sz="2000">
                  <a:solidFill>
                    <a:srgbClr val="000000"/>
                  </a:solidFill>
                </a:rPr>
                <a:t>在</a:t>
              </a:r>
              <a:r>
                <a:rPr lang="en-US" altLang="zh-CN" sz="2000">
                  <a:solidFill>
                    <a:srgbClr val="000000"/>
                  </a:solidFill>
                </a:rPr>
                <a:t>24</a:t>
              </a:r>
              <a:r>
                <a:rPr lang="zh-CN" altLang="en-US" sz="2000">
                  <a:solidFill>
                    <a:srgbClr val="000000"/>
                  </a:solidFill>
                </a:rPr>
                <a:t>度驯化</a:t>
              </a:r>
            </a:p>
          </p:txBody>
        </p:sp>
        <p:sp>
          <p:nvSpPr>
            <p:cNvPr id="5137" name="Text Box 22"/>
            <p:cNvSpPr txBox="1">
              <a:spLocks noChangeArrowheads="1"/>
            </p:cNvSpPr>
            <p:nvPr/>
          </p:nvSpPr>
          <p:spPr bwMode="auto">
            <a:xfrm>
              <a:off x="1153" y="2478"/>
              <a:ext cx="349" cy="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a:solidFill>
                    <a:srgbClr val="000000"/>
                  </a:solidFill>
                </a:rPr>
                <a:t>适合度</a:t>
              </a:r>
            </a:p>
          </p:txBody>
        </p:sp>
      </p:grpSp>
    </p:spTree>
  </p:cSld>
  <p:clrMapOvr>
    <a:masterClrMapping/>
  </p:clrMapOvr>
  <mc:AlternateContent xmlns:mc="http://schemas.openxmlformats.org/markup-compatibility/2006" xmlns:p14="http://schemas.microsoft.com/office/powerpoint/2010/main">
    <mc:Choice Requires="p14">
      <p:transition spd="slow" p14:dur="2000" advTm="332161"/>
    </mc:Choice>
    <mc:Fallback xmlns="">
      <p:transition spd="slow" advTm="332161"/>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2"/>
          <p:cNvGraphicFramePr>
            <a:graphicFrameLocks noChangeAspect="1"/>
          </p:cNvGraphicFramePr>
          <p:nvPr>
            <p:extLst>
              <p:ext uri="{D42A27DB-BD31-4B8C-83A1-F6EECF244321}">
                <p14:modId xmlns:p14="http://schemas.microsoft.com/office/powerpoint/2010/main" val="661695286"/>
              </p:ext>
            </p:extLst>
          </p:nvPr>
        </p:nvGraphicFramePr>
        <p:xfrm>
          <a:off x="3074581" y="2355703"/>
          <a:ext cx="6991350" cy="3759200"/>
        </p:xfrm>
        <a:graphic>
          <a:graphicData uri="http://schemas.openxmlformats.org/presentationml/2006/ole">
            <mc:AlternateContent xmlns:mc="http://schemas.openxmlformats.org/markup-compatibility/2006">
              <mc:Choice xmlns:v="urn:schemas-microsoft-com:vml" Requires="v">
                <p:oleObj name="文档" r:id="rId2" imgW="6362700" imgH="3759200" progId="Word.Document.8">
                  <p:embed/>
                </p:oleObj>
              </mc:Choice>
              <mc:Fallback>
                <p:oleObj name="文档" r:id="rId2" imgW="6362700" imgH="3759200" progId="Word.Document.8">
                  <p:embed/>
                  <p:pic>
                    <p:nvPicPr>
                      <p:cNvPr id="6146" name="Object 2"/>
                      <p:cNvPicPr>
                        <a:picLocks noChangeAspect="1" noChangeArrowheads="1"/>
                      </p:cNvPicPr>
                      <p:nvPr/>
                    </p:nvPicPr>
                    <p:blipFill>
                      <a:blip r:embed="rId3"/>
                      <a:srcRect/>
                      <a:stretch>
                        <a:fillRect/>
                      </a:stretch>
                    </p:blipFill>
                    <p:spPr bwMode="auto">
                      <a:xfrm>
                        <a:off x="3074581" y="2355703"/>
                        <a:ext cx="6991350" cy="3759200"/>
                      </a:xfrm>
                      <a:prstGeom prst="rect">
                        <a:avLst/>
                      </a:prstGeom>
                      <a:noFill/>
                      <a:ln>
                        <a:noFill/>
                      </a:ln>
                      <a:effectLst/>
                    </p:spPr>
                  </p:pic>
                </p:oleObj>
              </mc:Fallback>
            </mc:AlternateContent>
          </a:graphicData>
        </a:graphic>
      </p:graphicFrame>
      <p:sp>
        <p:nvSpPr>
          <p:cNvPr id="6147" name="Rectangle 4"/>
          <p:cNvSpPr>
            <a:spLocks noChangeArrowheads="1"/>
          </p:cNvSpPr>
          <p:nvPr/>
        </p:nvSpPr>
        <p:spPr bwMode="auto">
          <a:xfrm>
            <a:off x="4848225" y="2581276"/>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pic>
        <p:nvPicPr>
          <p:cNvPr id="6148" name="Picture 3" descr="1-3虫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0" y="381001"/>
            <a:ext cx="2743200"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Rectangle 6"/>
          <p:cNvSpPr>
            <a:spLocks noChangeArrowheads="1"/>
          </p:cNvSpPr>
          <p:nvPr/>
        </p:nvSpPr>
        <p:spPr bwMode="auto">
          <a:xfrm>
            <a:off x="4895850" y="2605089"/>
            <a:ext cx="9144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pic>
        <p:nvPicPr>
          <p:cNvPr id="6150" name="Picture 5" descr="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381001"/>
            <a:ext cx="240030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advTm="172317"/>
    </mc:Choice>
    <mc:Fallback xmlns="">
      <p:transition spd="slow" advTm="17231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7172" name="Group 2"/>
          <p:cNvGrpSpPr>
            <a:grpSpLocks/>
          </p:cNvGrpSpPr>
          <p:nvPr/>
        </p:nvGrpSpPr>
        <p:grpSpPr bwMode="auto">
          <a:xfrm>
            <a:off x="4943475" y="3789363"/>
            <a:ext cx="2781300" cy="2438400"/>
            <a:chOff x="5940" y="6909"/>
            <a:chExt cx="3420" cy="1560"/>
          </a:xfrm>
        </p:grpSpPr>
        <p:sp>
          <p:nvSpPr>
            <p:cNvPr id="7178" name="Line 3"/>
            <p:cNvSpPr>
              <a:spLocks noChangeShapeType="1"/>
            </p:cNvSpPr>
            <p:nvPr/>
          </p:nvSpPr>
          <p:spPr bwMode="auto">
            <a:xfrm flipV="1">
              <a:off x="5940" y="6909"/>
              <a:ext cx="0" cy="1560"/>
            </a:xfrm>
            <a:prstGeom prst="line">
              <a:avLst/>
            </a:prstGeom>
            <a:noFill/>
            <a:ln w="1905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pitchFamily="2" charset="-122"/>
              </a:endParaRPr>
            </a:p>
          </p:txBody>
        </p:sp>
        <p:sp>
          <p:nvSpPr>
            <p:cNvPr id="7179" name="Line 4"/>
            <p:cNvSpPr>
              <a:spLocks noChangeShapeType="1"/>
            </p:cNvSpPr>
            <p:nvPr/>
          </p:nvSpPr>
          <p:spPr bwMode="auto">
            <a:xfrm>
              <a:off x="5940" y="8469"/>
              <a:ext cx="3420" cy="0"/>
            </a:xfrm>
            <a:prstGeom prst="line">
              <a:avLst/>
            </a:prstGeom>
            <a:noFill/>
            <a:ln w="19050">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pitchFamily="2" charset="-122"/>
              </a:endParaRPr>
            </a:p>
          </p:txBody>
        </p:sp>
        <p:sp>
          <p:nvSpPr>
            <p:cNvPr id="7180" name="Line 5"/>
            <p:cNvSpPr>
              <a:spLocks noChangeShapeType="1"/>
            </p:cNvSpPr>
            <p:nvPr/>
          </p:nvSpPr>
          <p:spPr bwMode="auto">
            <a:xfrm flipV="1">
              <a:off x="6120" y="7065"/>
              <a:ext cx="1980" cy="1248"/>
            </a:xfrm>
            <a:prstGeom prst="line">
              <a:avLst/>
            </a:prstGeom>
            <a:noFill/>
            <a:ln w="19050">
              <a:solidFill>
                <a:srgbClr val="FF00FF"/>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pitchFamily="2" charset="-122"/>
              </a:endParaRPr>
            </a:p>
          </p:txBody>
        </p:sp>
        <p:sp>
          <p:nvSpPr>
            <p:cNvPr id="7181" name="Line 6"/>
            <p:cNvSpPr>
              <a:spLocks noChangeShapeType="1"/>
            </p:cNvSpPr>
            <p:nvPr/>
          </p:nvSpPr>
          <p:spPr bwMode="auto">
            <a:xfrm>
              <a:off x="6660" y="7689"/>
              <a:ext cx="1440" cy="0"/>
            </a:xfrm>
            <a:prstGeom prst="line">
              <a:avLst/>
            </a:prstGeom>
            <a:noFill/>
            <a:ln w="19050">
              <a:solidFill>
                <a:srgbClr val="FFFF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zh-CN" altLang="en-US" sz="2400">
                <a:solidFill>
                  <a:srgbClr val="000000"/>
                </a:solidFill>
                <a:latin typeface="Times New Roman" pitchFamily="18" charset="0"/>
                <a:ea typeface="宋体" pitchFamily="2" charset="-122"/>
              </a:endParaRPr>
            </a:p>
          </p:txBody>
        </p:sp>
        <p:sp>
          <p:nvSpPr>
            <p:cNvPr id="7182" name="Freeform 7"/>
            <p:cNvSpPr>
              <a:spLocks/>
            </p:cNvSpPr>
            <p:nvPr/>
          </p:nvSpPr>
          <p:spPr bwMode="auto">
            <a:xfrm>
              <a:off x="6120" y="7689"/>
              <a:ext cx="540" cy="312"/>
            </a:xfrm>
            <a:custGeom>
              <a:avLst/>
              <a:gdLst>
                <a:gd name="T0" fmla="*/ 0 w 540"/>
                <a:gd name="T1" fmla="*/ 312 h 312"/>
                <a:gd name="T2" fmla="*/ 540 w 540"/>
                <a:gd name="T3" fmla="*/ 0 h 312"/>
                <a:gd name="T4" fmla="*/ 0 60000 65536"/>
                <a:gd name="T5" fmla="*/ 0 60000 65536"/>
                <a:gd name="T6" fmla="*/ 0 w 540"/>
                <a:gd name="T7" fmla="*/ 0 h 312"/>
                <a:gd name="T8" fmla="*/ 540 w 540"/>
                <a:gd name="T9" fmla="*/ 312 h 312"/>
              </a:gdLst>
              <a:ahLst/>
              <a:cxnLst>
                <a:cxn ang="T4">
                  <a:pos x="T0" y="T1"/>
                </a:cxn>
                <a:cxn ang="T5">
                  <a:pos x="T2" y="T3"/>
                </a:cxn>
              </a:cxnLst>
              <a:rect l="T6" t="T7" r="T8" b="T9"/>
              <a:pathLst>
                <a:path w="540" h="312">
                  <a:moveTo>
                    <a:pt x="0" y="312"/>
                  </a:moveTo>
                  <a:cubicBezTo>
                    <a:pt x="225" y="182"/>
                    <a:pt x="450" y="52"/>
                    <a:pt x="540" y="0"/>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sp>
          <p:nvSpPr>
            <p:cNvPr id="7183" name="Freeform 8"/>
            <p:cNvSpPr>
              <a:spLocks/>
            </p:cNvSpPr>
            <p:nvPr/>
          </p:nvSpPr>
          <p:spPr bwMode="auto">
            <a:xfrm>
              <a:off x="8100" y="7221"/>
              <a:ext cx="540" cy="468"/>
            </a:xfrm>
            <a:custGeom>
              <a:avLst/>
              <a:gdLst>
                <a:gd name="T0" fmla="*/ 0 w 540"/>
                <a:gd name="T1" fmla="*/ 468 h 468"/>
                <a:gd name="T2" fmla="*/ 540 w 540"/>
                <a:gd name="T3" fmla="*/ 0 h 468"/>
                <a:gd name="T4" fmla="*/ 0 60000 65536"/>
                <a:gd name="T5" fmla="*/ 0 60000 65536"/>
                <a:gd name="T6" fmla="*/ 0 w 540"/>
                <a:gd name="T7" fmla="*/ 0 h 468"/>
                <a:gd name="T8" fmla="*/ 540 w 540"/>
                <a:gd name="T9" fmla="*/ 468 h 468"/>
              </a:gdLst>
              <a:ahLst/>
              <a:cxnLst>
                <a:cxn ang="T4">
                  <a:pos x="T0" y="T1"/>
                </a:cxn>
                <a:cxn ang="T5">
                  <a:pos x="T2" y="T3"/>
                </a:cxn>
              </a:cxnLst>
              <a:rect l="T6" t="T7" r="T8" b="T9"/>
              <a:pathLst>
                <a:path w="540" h="468">
                  <a:moveTo>
                    <a:pt x="0" y="468"/>
                  </a:moveTo>
                  <a:cubicBezTo>
                    <a:pt x="225" y="273"/>
                    <a:pt x="450" y="78"/>
                    <a:pt x="540" y="0"/>
                  </a:cubicBezTo>
                </a:path>
              </a:pathLst>
            </a:custGeom>
            <a:noFill/>
            <a:ln w="19050">
              <a:solidFill>
                <a:srgbClr val="FFFF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0"/>
                </a:spcBef>
                <a:spcAft>
                  <a:spcPct val="0"/>
                </a:spcAft>
              </a:pPr>
              <a:endParaRPr lang="zh-CN" altLang="en-US">
                <a:solidFill>
                  <a:srgbClr val="000000"/>
                </a:solidFill>
              </a:endParaRPr>
            </a:p>
          </p:txBody>
        </p:sp>
      </p:grpSp>
      <p:sp>
        <p:nvSpPr>
          <p:cNvPr id="7173" name="Text Box 9"/>
          <p:cNvSpPr txBox="1">
            <a:spLocks noChangeArrowheads="1"/>
          </p:cNvSpPr>
          <p:nvPr/>
        </p:nvSpPr>
        <p:spPr bwMode="auto">
          <a:xfrm>
            <a:off x="5562600" y="6269038"/>
            <a:ext cx="160020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0"/>
              </a:spcBef>
              <a:spcAft>
                <a:spcPct val="0"/>
              </a:spcAft>
            </a:pPr>
            <a:r>
              <a:rPr lang="zh-CN" altLang="en-US" sz="2600">
                <a:solidFill>
                  <a:srgbClr val="FF00FF"/>
                </a:solidFill>
              </a:rPr>
              <a:t>体外环境</a:t>
            </a:r>
          </a:p>
        </p:txBody>
      </p:sp>
      <p:sp>
        <p:nvSpPr>
          <p:cNvPr id="7174" name="Text Box 10"/>
          <p:cNvSpPr txBox="1">
            <a:spLocks noChangeArrowheads="1"/>
          </p:cNvSpPr>
          <p:nvPr/>
        </p:nvSpPr>
        <p:spPr bwMode="auto">
          <a:xfrm>
            <a:off x="4191000" y="4648200"/>
            <a:ext cx="5715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0"/>
              </a:spcBef>
              <a:spcAft>
                <a:spcPct val="0"/>
              </a:spcAft>
            </a:pPr>
            <a:r>
              <a:rPr lang="zh-CN" altLang="en-US" sz="2600">
                <a:solidFill>
                  <a:srgbClr val="FF00FF"/>
                </a:solidFill>
              </a:rPr>
              <a:t>体内环境</a:t>
            </a:r>
          </a:p>
        </p:txBody>
      </p:sp>
      <p:graphicFrame>
        <p:nvGraphicFramePr>
          <p:cNvPr id="7170" name="Object 11"/>
          <p:cNvGraphicFramePr>
            <a:graphicFrameLocks noChangeAspect="1"/>
          </p:cNvGraphicFramePr>
          <p:nvPr/>
        </p:nvGraphicFramePr>
        <p:xfrm>
          <a:off x="2133600" y="304800"/>
          <a:ext cx="7772400" cy="5257800"/>
        </p:xfrm>
        <a:graphic>
          <a:graphicData uri="http://schemas.openxmlformats.org/presentationml/2006/ole">
            <mc:AlternateContent xmlns:mc="http://schemas.openxmlformats.org/markup-compatibility/2006">
              <mc:Choice xmlns:v="urn:schemas-microsoft-com:vml" Requires="v">
                <p:oleObj name="文档" r:id="rId2" imgW="5491445" imgH="5441861" progId="Word.Document.8">
                  <p:embed/>
                </p:oleObj>
              </mc:Choice>
              <mc:Fallback>
                <p:oleObj name="文档" r:id="rId2" imgW="5491445" imgH="5441861" progId="Word.Document.8">
                  <p:embed/>
                  <p:pic>
                    <p:nvPicPr>
                      <p:cNvPr id="717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04800"/>
                        <a:ext cx="77724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75" name="Text Box 12"/>
          <p:cNvSpPr txBox="1">
            <a:spLocks noChangeArrowheads="1"/>
          </p:cNvSpPr>
          <p:nvPr/>
        </p:nvSpPr>
        <p:spPr bwMode="auto">
          <a:xfrm>
            <a:off x="6477000" y="3657601"/>
            <a:ext cx="2667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sz="1800">
                <a:solidFill>
                  <a:srgbClr val="FF0066"/>
                </a:solidFill>
              </a:rPr>
              <a:t>非内稳态生物</a:t>
            </a:r>
          </a:p>
        </p:txBody>
      </p:sp>
      <p:sp>
        <p:nvSpPr>
          <p:cNvPr id="7176" name="Text Box 13"/>
          <p:cNvSpPr txBox="1">
            <a:spLocks noChangeArrowheads="1"/>
          </p:cNvSpPr>
          <p:nvPr/>
        </p:nvSpPr>
        <p:spPr bwMode="auto">
          <a:xfrm>
            <a:off x="7010400" y="4800601"/>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sz="1800">
                <a:solidFill>
                  <a:srgbClr val="FFFF00"/>
                </a:solidFill>
              </a:rPr>
              <a:t>内稳态生物</a:t>
            </a:r>
          </a:p>
        </p:txBody>
      </p:sp>
      <p:sp>
        <p:nvSpPr>
          <p:cNvPr id="7177" name="Text Box 14"/>
          <p:cNvSpPr txBox="1">
            <a:spLocks noChangeArrowheads="1"/>
          </p:cNvSpPr>
          <p:nvPr/>
        </p:nvSpPr>
        <p:spPr bwMode="auto">
          <a:xfrm>
            <a:off x="1752600" y="228600"/>
            <a:ext cx="87630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algn="just" eaLnBrk="1" fontAlgn="base" hangingPunct="1">
              <a:spcBef>
                <a:spcPct val="50000"/>
              </a:spcBef>
              <a:spcAft>
                <a:spcPct val="0"/>
              </a:spcAft>
            </a:pPr>
            <a:r>
              <a:rPr lang="en-US" altLang="zh-CN" sz="3200" b="1">
                <a:solidFill>
                  <a:srgbClr val="FFFFFF"/>
                </a:solidFill>
              </a:rPr>
              <a:t>4</a:t>
            </a:r>
            <a:r>
              <a:rPr lang="en-US" altLang="zh-CN" sz="3200" b="1">
                <a:solidFill>
                  <a:srgbClr val="FFFFFF"/>
                </a:solidFill>
                <a:cs typeface="Times New Roman" pitchFamily="18" charset="0"/>
              </a:rPr>
              <a:t>   </a:t>
            </a:r>
            <a:r>
              <a:rPr lang="en-US" altLang="zh-CN" b="1">
                <a:solidFill>
                  <a:srgbClr val="FFFFFF"/>
                </a:solidFill>
                <a:cs typeface="Times New Roman" pitchFamily="18" charset="0"/>
              </a:rPr>
              <a:t> </a:t>
            </a:r>
            <a:r>
              <a:rPr lang="zh-CN" altLang="en-US" sz="3200" b="1">
                <a:solidFill>
                  <a:srgbClr val="FFFFFF"/>
                </a:solidFill>
              </a:rPr>
              <a:t>内稳态：生物控制体内环境使其保持相对稳定的机制，能减少生物对外界条件的依赖性，从而大大提高生物对外界环境的适应能力。</a:t>
            </a:r>
            <a:endParaRPr lang="zh-CN" altLang="en-US" sz="3200">
              <a:solidFill>
                <a:srgbClr val="FFFFFF"/>
              </a:solidFill>
            </a:endParaRPr>
          </a:p>
          <a:p>
            <a:pPr algn="just" eaLnBrk="1" fontAlgn="base" hangingPunct="1">
              <a:spcBef>
                <a:spcPct val="50000"/>
              </a:spcBef>
              <a:spcAft>
                <a:spcPct val="0"/>
              </a:spcAft>
            </a:pPr>
            <a:r>
              <a:rPr lang="zh-CN" altLang="en-US" sz="3200">
                <a:solidFill>
                  <a:srgbClr val="FFFFFF"/>
                </a:solidFill>
                <a:ea typeface="楷体_GB2312" pitchFamily="49" charset="-122"/>
              </a:rPr>
              <a:t>    </a:t>
            </a:r>
            <a:r>
              <a:rPr lang="zh-CN" altLang="en-US" sz="3200" b="1">
                <a:solidFill>
                  <a:srgbClr val="FFFFFF"/>
                </a:solidFill>
                <a:ea typeface="楷体_GB2312" pitchFamily="49" charset="-122"/>
              </a:rPr>
              <a:t> 机制：行为</a:t>
            </a:r>
            <a:r>
              <a:rPr lang="en-US" altLang="zh-CN" sz="3200" b="1">
                <a:solidFill>
                  <a:srgbClr val="FFFFFF"/>
                </a:solidFill>
                <a:ea typeface="楷体_GB2312" pitchFamily="49" charset="-122"/>
              </a:rPr>
              <a:t>(</a:t>
            </a:r>
            <a:r>
              <a:rPr lang="zh-CN" altLang="en-US" sz="3200" b="1">
                <a:solidFill>
                  <a:srgbClr val="FFFFFF"/>
                </a:solidFill>
                <a:ea typeface="楷体_GB2312" pitchFamily="49" charset="-122"/>
              </a:rPr>
              <a:t>爬行动物</a:t>
            </a:r>
            <a:r>
              <a:rPr lang="en-US" altLang="zh-CN" sz="3200" b="1">
                <a:solidFill>
                  <a:srgbClr val="FFFFFF"/>
                </a:solidFill>
                <a:ea typeface="楷体_GB2312" pitchFamily="49" charset="-122"/>
              </a:rPr>
              <a:t>)</a:t>
            </a:r>
            <a:r>
              <a:rPr lang="zh-CN" altLang="en-US" sz="3200" b="1">
                <a:solidFill>
                  <a:srgbClr val="FFFFFF"/>
                </a:solidFill>
                <a:ea typeface="楷体_GB2312" pitchFamily="49" charset="-122"/>
              </a:rPr>
              <a:t>，生理（产热、渗透压）。</a:t>
            </a:r>
            <a:endParaRPr lang="zh-CN" altLang="en-US" sz="3200">
              <a:solidFill>
                <a:srgbClr val="FFFFFF"/>
              </a:solidFill>
            </a:endParaRPr>
          </a:p>
          <a:p>
            <a:pPr eaLnBrk="1" fontAlgn="base" hangingPunct="1">
              <a:spcBef>
                <a:spcPct val="50000"/>
              </a:spcBef>
              <a:spcAft>
                <a:spcPct val="0"/>
              </a:spcAft>
            </a:pPr>
            <a:endParaRPr lang="en-US" altLang="zh-CN" sz="3200">
              <a:solidFill>
                <a:srgbClr val="FFFF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109189"/>
    </mc:Choice>
    <mc:Fallback xmlns="">
      <p:transition spd="slow" advTm="109189"/>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23554" name="Text Box 2"/>
          <p:cNvSpPr txBox="1">
            <a:spLocks noChangeArrowheads="1"/>
          </p:cNvSpPr>
          <p:nvPr/>
        </p:nvSpPr>
        <p:spPr bwMode="auto">
          <a:xfrm>
            <a:off x="2208213" y="333375"/>
            <a:ext cx="7620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en-US" altLang="zh-CN" sz="2800" b="1">
                <a:solidFill>
                  <a:srgbClr val="000000"/>
                </a:solidFill>
                <a:latin typeface="宋体" pitchFamily="2" charset="-122"/>
              </a:rPr>
              <a:t>5 </a:t>
            </a:r>
            <a:r>
              <a:rPr lang="zh-CN" altLang="en-US" sz="2800" b="1">
                <a:solidFill>
                  <a:srgbClr val="000000"/>
                </a:solidFill>
                <a:latin typeface="宋体" pitchFamily="2" charset="-122"/>
              </a:rPr>
              <a:t>适应组合</a:t>
            </a:r>
            <a:r>
              <a:rPr lang="en-US" altLang="zh-CN" sz="2800" b="1">
                <a:solidFill>
                  <a:srgbClr val="000000"/>
                </a:solidFill>
                <a:latin typeface="宋体" pitchFamily="2" charset="-122"/>
              </a:rPr>
              <a:t>(adaptive suits)</a:t>
            </a:r>
            <a:r>
              <a:rPr lang="zh-CN" altLang="en-US" sz="2800" b="1">
                <a:solidFill>
                  <a:srgbClr val="000000"/>
                </a:solidFill>
                <a:latin typeface="宋体" pitchFamily="2" charset="-122"/>
              </a:rPr>
              <a:t>：生物对特定环境条件所表现出的一整套协同的适应特性。</a:t>
            </a:r>
          </a:p>
        </p:txBody>
      </p:sp>
      <p:pic>
        <p:nvPicPr>
          <p:cNvPr id="23555" name="Picture 3" descr="骆驼"/>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201" y="2667000"/>
            <a:ext cx="307022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Text Box 4"/>
          <p:cNvSpPr txBox="1">
            <a:spLocks noChangeArrowheads="1"/>
          </p:cNvSpPr>
          <p:nvPr/>
        </p:nvSpPr>
        <p:spPr bwMode="auto">
          <a:xfrm>
            <a:off x="1905000" y="1600201"/>
            <a:ext cx="3962400"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宋体" pitchFamily="2" charset="-122"/>
              </a:defRPr>
            </a:lvl1pPr>
            <a:lvl2pPr marL="742950" indent="-285750" eaLnBrk="0" hangingPunct="0">
              <a:defRPr kumimoji="1" sz="2400">
                <a:solidFill>
                  <a:schemeClr val="tx1"/>
                </a:solidFill>
                <a:latin typeface="Times New Roman" pitchFamily="18" charset="0"/>
                <a:ea typeface="宋体" pitchFamily="2" charset="-122"/>
              </a:defRPr>
            </a:lvl2pPr>
            <a:lvl3pPr marL="1143000" indent="-228600" eaLnBrk="0" hangingPunct="0">
              <a:defRPr kumimoji="1" sz="2400">
                <a:solidFill>
                  <a:schemeClr val="tx1"/>
                </a:solidFill>
                <a:latin typeface="Times New Roman" pitchFamily="18" charset="0"/>
                <a:ea typeface="宋体" pitchFamily="2" charset="-122"/>
              </a:defRPr>
            </a:lvl3pPr>
            <a:lvl4pPr marL="1600200" indent="-228600" eaLnBrk="0" hangingPunct="0">
              <a:defRPr kumimoji="1" sz="2400">
                <a:solidFill>
                  <a:schemeClr val="tx1"/>
                </a:solidFill>
                <a:latin typeface="Times New Roman" pitchFamily="18" charset="0"/>
                <a:ea typeface="宋体" pitchFamily="2" charset="-122"/>
              </a:defRPr>
            </a:lvl4pPr>
            <a:lvl5pPr marL="2057400" indent="-228600" eaLnBrk="0" hangingPunct="0">
              <a:defRPr kumimoji="1" sz="2400">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pitchFamily="2" charset="-122"/>
              </a:defRPr>
            </a:lvl9pPr>
          </a:lstStyle>
          <a:p>
            <a:pPr eaLnBrk="1" fontAlgn="base" hangingPunct="1">
              <a:spcBef>
                <a:spcPct val="50000"/>
              </a:spcBef>
              <a:spcAft>
                <a:spcPct val="0"/>
              </a:spcAft>
            </a:pPr>
            <a:r>
              <a:rPr lang="zh-CN" altLang="en-US" b="1">
                <a:solidFill>
                  <a:srgbClr val="000000"/>
                </a:solidFill>
              </a:rPr>
              <a:t>骆驼对缺水的适应组合（保持体内水的稳定）</a:t>
            </a:r>
          </a:p>
          <a:p>
            <a:pPr eaLnBrk="1" fontAlgn="base" hangingPunct="1">
              <a:spcBef>
                <a:spcPct val="50000"/>
              </a:spcBef>
              <a:spcAft>
                <a:spcPct val="0"/>
              </a:spcAft>
            </a:pPr>
            <a:r>
              <a:rPr lang="en-US" altLang="zh-CN" b="1">
                <a:solidFill>
                  <a:srgbClr val="000000"/>
                </a:solidFill>
              </a:rPr>
              <a:t>1 </a:t>
            </a:r>
            <a:r>
              <a:rPr lang="zh-CN" altLang="en-US" b="1">
                <a:solidFill>
                  <a:srgbClr val="000000"/>
                </a:solidFill>
              </a:rPr>
              <a:t>取食含露水多汁植物</a:t>
            </a:r>
          </a:p>
          <a:p>
            <a:pPr eaLnBrk="1" fontAlgn="base" hangingPunct="1">
              <a:spcBef>
                <a:spcPct val="50000"/>
              </a:spcBef>
              <a:spcAft>
                <a:spcPct val="0"/>
              </a:spcAft>
            </a:pPr>
            <a:r>
              <a:rPr lang="en-US" altLang="zh-CN" b="1">
                <a:solidFill>
                  <a:srgbClr val="000000"/>
                </a:solidFill>
              </a:rPr>
              <a:t>2 </a:t>
            </a:r>
            <a:r>
              <a:rPr lang="zh-CN" altLang="en-US" b="1">
                <a:solidFill>
                  <a:srgbClr val="000000"/>
                </a:solidFill>
              </a:rPr>
              <a:t>尿高度浓缩</a:t>
            </a:r>
          </a:p>
          <a:p>
            <a:pPr eaLnBrk="1" fontAlgn="base" hangingPunct="1">
              <a:spcBef>
                <a:spcPct val="50000"/>
              </a:spcBef>
              <a:spcAft>
                <a:spcPct val="0"/>
              </a:spcAft>
            </a:pPr>
            <a:r>
              <a:rPr lang="en-US" altLang="zh-CN" b="1">
                <a:solidFill>
                  <a:srgbClr val="000000"/>
                </a:solidFill>
              </a:rPr>
              <a:t>3 </a:t>
            </a:r>
            <a:r>
              <a:rPr lang="zh-CN" altLang="en-US" b="1">
                <a:solidFill>
                  <a:srgbClr val="000000"/>
                </a:solidFill>
              </a:rPr>
              <a:t>利用脂肪代谢的代谢水</a:t>
            </a:r>
          </a:p>
          <a:p>
            <a:pPr eaLnBrk="1" fontAlgn="base" hangingPunct="1">
              <a:spcBef>
                <a:spcPct val="50000"/>
              </a:spcBef>
              <a:spcAft>
                <a:spcPct val="0"/>
              </a:spcAft>
            </a:pPr>
            <a:r>
              <a:rPr lang="en-US" altLang="zh-CN" b="1">
                <a:solidFill>
                  <a:srgbClr val="000000"/>
                </a:solidFill>
              </a:rPr>
              <a:t>4 </a:t>
            </a:r>
            <a:r>
              <a:rPr lang="zh-CN" altLang="en-US" b="1">
                <a:solidFill>
                  <a:srgbClr val="000000"/>
                </a:solidFill>
              </a:rPr>
              <a:t>提高体温，贮存热量，防止出汗</a:t>
            </a:r>
          </a:p>
          <a:p>
            <a:pPr eaLnBrk="1" fontAlgn="base" hangingPunct="1">
              <a:spcBef>
                <a:spcPct val="50000"/>
              </a:spcBef>
              <a:spcAft>
                <a:spcPct val="0"/>
              </a:spcAft>
            </a:pPr>
            <a:r>
              <a:rPr lang="en-US" altLang="zh-CN" b="1">
                <a:solidFill>
                  <a:srgbClr val="000000"/>
                </a:solidFill>
              </a:rPr>
              <a:t>5 </a:t>
            </a:r>
            <a:r>
              <a:rPr lang="zh-CN" altLang="en-US" b="1">
                <a:solidFill>
                  <a:srgbClr val="000000"/>
                </a:solidFill>
              </a:rPr>
              <a:t>失水不会使血液变稠、红细胞构造特殊可一次大量饮水。</a:t>
            </a:r>
          </a:p>
        </p:txBody>
      </p:sp>
    </p:spTree>
  </p:cSld>
  <p:clrMapOvr>
    <a:masterClrMapping/>
  </p:clrMapOvr>
  <mc:AlternateContent xmlns:mc="http://schemas.openxmlformats.org/markup-compatibility/2006" xmlns:p14="http://schemas.microsoft.com/office/powerpoint/2010/main">
    <mc:Choice Requires="p14">
      <p:transition spd="slow" p14:dur="2000" advTm="203207"/>
    </mc:Choice>
    <mc:Fallback xmlns="">
      <p:transition spd="slow" advTm="203207"/>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a:extLst>
              <a:ext uri="{FF2B5EF4-FFF2-40B4-BE49-F238E27FC236}">
                <a16:creationId xmlns:a16="http://schemas.microsoft.com/office/drawing/2014/main" id="{5D4D5224-00B0-96F2-C600-6AD0C7E00E43}"/>
              </a:ext>
            </a:extLst>
          </p:cNvPr>
          <p:cNvSpPr>
            <a:spLocks noGrp="1"/>
          </p:cNvSpPr>
          <p:nvPr>
            <p:ph type="body" idx="1"/>
          </p:nvPr>
        </p:nvSpPr>
        <p:spPr>
          <a:xfrm>
            <a:off x="1703389" y="584200"/>
            <a:ext cx="8569325" cy="5689600"/>
          </a:xfrm>
        </p:spPr>
        <p:txBody>
          <a:bodyPr>
            <a:normAutofit lnSpcReduction="10000"/>
          </a:bodyPr>
          <a:lstStyle/>
          <a:p>
            <a:pPr lvl="1" eaLnBrk="1" hangingPunct="1">
              <a:lnSpc>
                <a:spcPct val="90000"/>
              </a:lnSpc>
              <a:buFont typeface="Arial" panose="020B0604020202020204" pitchFamily="34" charset="0"/>
              <a:buNone/>
            </a:pPr>
            <a:r>
              <a:rPr lang="zh-CN" altLang="en-US" sz="3200" dirty="0">
                <a:latin typeface="微软雅黑" panose="020B0503020204020204" pitchFamily="34" charset="-122"/>
                <a:ea typeface="微软雅黑" panose="020B0503020204020204" pitchFamily="34" charset="-122"/>
              </a:rPr>
              <a:t>　</a:t>
            </a:r>
            <a:r>
              <a:rPr lang="zh-CN" altLang="en-US" b="1" dirty="0">
                <a:latin typeface="黑体" panose="02010609060101010101" pitchFamily="49" charset="-122"/>
              </a:rPr>
              <a:t>科学家经过对土壤的检测，发现某块地中营养物质对于某种作物的产量的作用，其中氮可维持</a:t>
            </a:r>
            <a:r>
              <a:rPr lang="en-US" altLang="zh-CN" b="1" dirty="0">
                <a:latin typeface="黑体" panose="02010609060101010101" pitchFamily="49" charset="-122"/>
              </a:rPr>
              <a:t>400Kg</a:t>
            </a:r>
            <a:r>
              <a:rPr lang="zh-CN" altLang="en-US" b="1" dirty="0">
                <a:latin typeface="黑体" panose="02010609060101010101" pitchFamily="49" charset="-122"/>
              </a:rPr>
              <a:t>产量，钾可维持</a:t>
            </a:r>
            <a:r>
              <a:rPr lang="en-US" altLang="zh-CN" b="1" dirty="0">
                <a:latin typeface="黑体" panose="02010609060101010101" pitchFamily="49" charset="-122"/>
              </a:rPr>
              <a:t>270Kg</a:t>
            </a:r>
            <a:r>
              <a:rPr lang="zh-CN" altLang="en-US" b="1" dirty="0">
                <a:latin typeface="黑体" panose="02010609060101010101" pitchFamily="49" charset="-122"/>
              </a:rPr>
              <a:t>产量，磷可维持</a:t>
            </a:r>
            <a:r>
              <a:rPr lang="en-US" altLang="zh-CN" b="1" dirty="0">
                <a:latin typeface="黑体" panose="02010609060101010101" pitchFamily="49" charset="-122"/>
              </a:rPr>
              <a:t>550Kg</a:t>
            </a:r>
            <a:r>
              <a:rPr lang="zh-CN" altLang="en-US" b="1" dirty="0">
                <a:latin typeface="黑体" panose="02010609060101010101" pitchFamily="49" charset="-122"/>
              </a:rPr>
              <a:t>左右，则实际产量一般会在： </a:t>
            </a:r>
            <a:br>
              <a:rPr lang="zh-CN" altLang="en-US" b="1" dirty="0">
                <a:latin typeface="黑体" panose="02010609060101010101" pitchFamily="49" charset="-122"/>
              </a:rPr>
            </a:br>
            <a:r>
              <a:rPr lang="en-US" altLang="zh-CN" b="1" dirty="0">
                <a:latin typeface="黑体" panose="02010609060101010101" pitchFamily="49" charset="-122"/>
              </a:rPr>
              <a:t>A.400Kg</a:t>
            </a:r>
            <a:r>
              <a:rPr lang="zh-CN" altLang="en-US" b="1" dirty="0">
                <a:latin typeface="黑体" panose="02010609060101010101" pitchFamily="49" charset="-122"/>
              </a:rPr>
              <a:t>左右   </a:t>
            </a:r>
            <a:r>
              <a:rPr lang="en-US" altLang="zh-CN" b="1" dirty="0">
                <a:latin typeface="黑体" panose="02010609060101010101" pitchFamily="49" charset="-122"/>
              </a:rPr>
              <a:t>B.270Kg</a:t>
            </a:r>
            <a:r>
              <a:rPr lang="zh-CN" altLang="en-US" b="1" dirty="0">
                <a:latin typeface="黑体" panose="02010609060101010101" pitchFamily="49" charset="-122"/>
              </a:rPr>
              <a:t>左右   </a:t>
            </a:r>
          </a:p>
          <a:p>
            <a:pPr eaLnBrk="1" hangingPunct="1">
              <a:lnSpc>
                <a:spcPct val="90000"/>
              </a:lnSpc>
            </a:pPr>
            <a:r>
              <a:rPr lang="zh-CN" altLang="en-US" b="1" dirty="0">
                <a:latin typeface="黑体" panose="02010609060101010101" pitchFamily="49" charset="-122"/>
              </a:rPr>
              <a:t>　</a:t>
            </a:r>
            <a:r>
              <a:rPr lang="en-US" altLang="zh-CN" b="1" dirty="0">
                <a:latin typeface="黑体" panose="02010609060101010101" pitchFamily="49" charset="-122"/>
              </a:rPr>
              <a:t>C.550Kg</a:t>
            </a:r>
            <a:r>
              <a:rPr lang="zh-CN" altLang="en-US" b="1" dirty="0">
                <a:latin typeface="黑体" panose="02010609060101010101" pitchFamily="49" charset="-122"/>
              </a:rPr>
              <a:t>左右   </a:t>
            </a:r>
            <a:r>
              <a:rPr lang="en-US" altLang="zh-CN" b="1" dirty="0">
                <a:latin typeface="黑体" panose="02010609060101010101" pitchFamily="49" charset="-122"/>
              </a:rPr>
              <a:t>D.1620Kg</a:t>
            </a:r>
            <a:r>
              <a:rPr lang="zh-CN" altLang="en-US" b="1" dirty="0">
                <a:latin typeface="黑体" panose="02010609060101010101" pitchFamily="49" charset="-122"/>
              </a:rPr>
              <a:t>左右</a:t>
            </a:r>
          </a:p>
          <a:p>
            <a:pPr>
              <a:lnSpc>
                <a:spcPct val="90000"/>
              </a:lnSpc>
            </a:pPr>
            <a:endParaRPr lang="zh-CN" altLang="en-US" b="1" dirty="0">
              <a:latin typeface="黑体" panose="02010609060101010101" pitchFamily="49" charset="-122"/>
            </a:endParaRPr>
          </a:p>
          <a:p>
            <a:pPr>
              <a:lnSpc>
                <a:spcPct val="90000"/>
              </a:lnSpc>
            </a:pPr>
            <a:r>
              <a:rPr lang="zh-CN" altLang="en-US" b="1" dirty="0">
                <a:latin typeface="黑体" panose="02010609060101010101" pitchFamily="49" charset="-122"/>
              </a:rPr>
              <a:t>　在植物光周期现象中的日照时间和植物春化阶段　　</a:t>
            </a:r>
          </a:p>
          <a:p>
            <a:pPr>
              <a:lnSpc>
                <a:spcPct val="90000"/>
              </a:lnSpc>
            </a:pPr>
            <a:r>
              <a:rPr lang="zh-CN" altLang="en-US" b="1" dirty="0">
                <a:latin typeface="黑体" panose="02010609060101010101" pitchFamily="49" charset="-122"/>
              </a:rPr>
              <a:t>　的低温因子不是一个主导因子，这说明了生态因子</a:t>
            </a:r>
          </a:p>
          <a:p>
            <a:pPr>
              <a:lnSpc>
                <a:spcPct val="90000"/>
              </a:lnSpc>
            </a:pPr>
            <a:r>
              <a:rPr lang="zh-CN" altLang="en-US" b="1" dirty="0">
                <a:latin typeface="黑体" panose="02010609060101010101" pitchFamily="49" charset="-122"/>
              </a:rPr>
              <a:t>　对生物作用的：</a:t>
            </a:r>
          </a:p>
          <a:p>
            <a:pPr>
              <a:lnSpc>
                <a:spcPct val="90000"/>
              </a:lnSpc>
            </a:pPr>
            <a:r>
              <a:rPr lang="zh-CN" altLang="en-US" b="1" dirty="0">
                <a:latin typeface="黑体" panose="02010609060101010101" pitchFamily="49" charset="-122"/>
              </a:rPr>
              <a:t>　</a:t>
            </a:r>
            <a:r>
              <a:rPr lang="en-US" altLang="zh-CN" b="1" dirty="0">
                <a:latin typeface="黑体" panose="02010609060101010101" pitchFamily="49" charset="-122"/>
              </a:rPr>
              <a:t>A</a:t>
            </a:r>
            <a:r>
              <a:rPr lang="zh-CN" altLang="en-US" b="1" dirty="0">
                <a:latin typeface="黑体" panose="02010609060101010101" pitchFamily="49" charset="-122"/>
              </a:rPr>
              <a:t>．综合性；    </a:t>
            </a:r>
            <a:r>
              <a:rPr lang="en-US" altLang="zh-CN" b="1" dirty="0">
                <a:latin typeface="黑体" panose="02010609060101010101" pitchFamily="49" charset="-122"/>
              </a:rPr>
              <a:t>B</a:t>
            </a:r>
            <a:r>
              <a:rPr lang="zh-CN" altLang="en-US" b="1" dirty="0">
                <a:latin typeface="黑体" panose="02010609060101010101" pitchFamily="49" charset="-122"/>
              </a:rPr>
              <a:t>．非等价性；  </a:t>
            </a:r>
          </a:p>
          <a:p>
            <a:pPr>
              <a:lnSpc>
                <a:spcPct val="90000"/>
              </a:lnSpc>
            </a:pPr>
            <a:r>
              <a:rPr lang="zh-CN" altLang="en-US" b="1" dirty="0">
                <a:latin typeface="黑体" panose="02010609060101010101" pitchFamily="49" charset="-122"/>
              </a:rPr>
              <a:t>　</a:t>
            </a:r>
            <a:r>
              <a:rPr lang="en-US" altLang="zh-CN" b="1" dirty="0">
                <a:latin typeface="黑体" panose="02010609060101010101" pitchFamily="49" charset="-122"/>
              </a:rPr>
              <a:t>C</a:t>
            </a:r>
            <a:r>
              <a:rPr lang="zh-CN" altLang="en-US" b="1" dirty="0">
                <a:latin typeface="黑体" panose="02010609060101010101" pitchFamily="49" charset="-122"/>
              </a:rPr>
              <a:t>．间接作用；  </a:t>
            </a:r>
            <a:r>
              <a:rPr lang="en-US" altLang="zh-CN" b="1" dirty="0">
                <a:latin typeface="黑体" panose="02010609060101010101" pitchFamily="49" charset="-122"/>
              </a:rPr>
              <a:t>D</a:t>
            </a:r>
            <a:r>
              <a:rPr lang="zh-CN" altLang="en-US" b="1" dirty="0">
                <a:latin typeface="黑体" panose="02010609060101010101" pitchFamily="49" charset="-122"/>
              </a:rPr>
              <a:t>．补偿性。</a:t>
            </a:r>
          </a:p>
          <a:p>
            <a:pPr>
              <a:lnSpc>
                <a:spcPct val="90000"/>
              </a:lnSpc>
            </a:pPr>
            <a:endParaRPr lang="zh-CN" altLang="en-US" b="1" dirty="0">
              <a:latin typeface="黑体" panose="02010609060101010101" pitchFamily="49" charset="-122"/>
            </a:endParaRPr>
          </a:p>
          <a:p>
            <a:pPr>
              <a:lnSpc>
                <a:spcPct val="90000"/>
              </a:lnSpc>
            </a:pPr>
            <a:endParaRPr lang="zh-CN" altLang="en-US" dirty="0"/>
          </a:p>
          <a:p>
            <a:pPr>
              <a:lnSpc>
                <a:spcPct val="90000"/>
              </a:lnSpc>
            </a:pPr>
            <a:endParaRPr lang="zh-CN" altLang="en-US" b="1" dirty="0">
              <a:latin typeface="黑体" panose="02010609060101010101" pitchFamily="49" charset="-122"/>
            </a:endParaRPr>
          </a:p>
          <a:p>
            <a:pPr>
              <a:lnSpc>
                <a:spcPct val="90000"/>
              </a:lnSpc>
            </a:pPr>
            <a:endParaRPr lang="zh-CN" altLang="en-US" b="1" dirty="0">
              <a:latin typeface="黑体" panose="02010609060101010101" pitchFamily="49" charset="-122"/>
            </a:endParaRPr>
          </a:p>
        </p:txBody>
      </p:sp>
      <p:sp>
        <p:nvSpPr>
          <p:cNvPr id="62468" name="Line 4">
            <a:extLst>
              <a:ext uri="{FF2B5EF4-FFF2-40B4-BE49-F238E27FC236}">
                <a16:creationId xmlns:a16="http://schemas.microsoft.com/office/drawing/2014/main" id="{45389E0A-EE82-8AEC-B9B6-1E5B789D6418}"/>
              </a:ext>
            </a:extLst>
          </p:cNvPr>
          <p:cNvSpPr>
            <a:spLocks noChangeShapeType="1"/>
          </p:cNvSpPr>
          <p:nvPr/>
        </p:nvSpPr>
        <p:spPr bwMode="auto">
          <a:xfrm>
            <a:off x="1524000" y="2852738"/>
            <a:ext cx="9144000"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 name="文本框 2">
            <a:extLst>
              <a:ext uri="{FF2B5EF4-FFF2-40B4-BE49-F238E27FC236}">
                <a16:creationId xmlns:a16="http://schemas.microsoft.com/office/drawing/2014/main" id="{EF51ACF9-D001-AFFF-4577-DC5F594DE0D9}"/>
              </a:ext>
            </a:extLst>
          </p:cNvPr>
          <p:cNvSpPr txBox="1"/>
          <p:nvPr/>
        </p:nvSpPr>
        <p:spPr>
          <a:xfrm>
            <a:off x="7692899" y="1495167"/>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B</a:t>
            </a:r>
            <a:endParaRPr lang="zh-CN" altLang="en-US" sz="2400" b="1" dirty="0">
              <a:solidFill>
                <a:srgbClr val="FF0000"/>
              </a:solidFill>
              <a:latin typeface="Times New Roman" panose="02020603050405020304" pitchFamily="18" charset="0"/>
              <a:ea typeface="宋体" panose="02010600030101010101" pitchFamily="2" charset="-122"/>
            </a:endParaRPr>
          </a:p>
        </p:txBody>
      </p:sp>
      <p:sp>
        <p:nvSpPr>
          <p:cNvPr id="5" name="文本框 4">
            <a:extLst>
              <a:ext uri="{FF2B5EF4-FFF2-40B4-BE49-F238E27FC236}">
                <a16:creationId xmlns:a16="http://schemas.microsoft.com/office/drawing/2014/main" id="{6D8B510B-49BB-B77C-BB43-F5E85988B53F}"/>
              </a:ext>
            </a:extLst>
          </p:cNvPr>
          <p:cNvSpPr txBox="1"/>
          <p:nvPr/>
        </p:nvSpPr>
        <p:spPr>
          <a:xfrm>
            <a:off x="7692899" y="4463705"/>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B</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350526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a:extLst>
              <a:ext uri="{FF2B5EF4-FFF2-40B4-BE49-F238E27FC236}">
                <a16:creationId xmlns:a16="http://schemas.microsoft.com/office/drawing/2014/main" id="{22615825-B802-960B-7257-B5F40D4FFBC3}"/>
              </a:ext>
            </a:extLst>
          </p:cNvPr>
          <p:cNvSpPr>
            <a:spLocks noGrp="1"/>
          </p:cNvSpPr>
          <p:nvPr>
            <p:ph type="body" idx="1"/>
          </p:nvPr>
        </p:nvSpPr>
        <p:spPr>
          <a:xfrm>
            <a:off x="1992313" y="981076"/>
            <a:ext cx="8424862" cy="4525963"/>
          </a:xfrm>
        </p:spPr>
        <p:txBody>
          <a:bodyPr/>
          <a:lstStyle/>
          <a:p>
            <a:r>
              <a:rPr lang="zh-CN" altLang="en-US" b="1" dirty="0">
                <a:latin typeface="黑体" panose="02010609060101010101" pitchFamily="49" charset="-122"/>
              </a:rPr>
              <a:t>下面说法正确的是：</a:t>
            </a:r>
          </a:p>
          <a:p>
            <a:r>
              <a:rPr lang="en-US" altLang="zh-CN" b="1" dirty="0">
                <a:latin typeface="黑体" panose="02010609060101010101" pitchFamily="49" charset="-122"/>
              </a:rPr>
              <a:t>A.</a:t>
            </a:r>
            <a:r>
              <a:rPr lang="zh-CN" altLang="en-US" b="1" dirty="0">
                <a:latin typeface="黑体" panose="02010609060101010101" pitchFamily="49" charset="-122"/>
              </a:rPr>
              <a:t>生物对某种生态因子的生态幅可随生长面变化；</a:t>
            </a:r>
          </a:p>
          <a:p>
            <a:r>
              <a:rPr lang="en-US" altLang="zh-CN" b="1" dirty="0">
                <a:latin typeface="黑体" panose="02010609060101010101" pitchFamily="49" charset="-122"/>
              </a:rPr>
              <a:t>B.</a:t>
            </a:r>
            <a:r>
              <a:rPr lang="zh-CN" altLang="en-US" b="1" dirty="0">
                <a:latin typeface="黑体" panose="02010609060101010101" pitchFamily="49" charset="-122"/>
              </a:rPr>
              <a:t>生物的分布受其生态幅最窄的因子的影响最大；</a:t>
            </a:r>
          </a:p>
          <a:p>
            <a:r>
              <a:rPr lang="en-US" altLang="zh-CN" b="1" dirty="0">
                <a:latin typeface="黑体" panose="02010609060101010101" pitchFamily="49" charset="-122"/>
              </a:rPr>
              <a:t>C.</a:t>
            </a:r>
            <a:r>
              <a:rPr lang="zh-CN" altLang="en-US" b="1" dirty="0">
                <a:latin typeface="黑体" panose="02010609060101010101" pitchFamily="49" charset="-122"/>
              </a:rPr>
              <a:t>生物的分布范围完全由生态幅决定；</a:t>
            </a:r>
          </a:p>
          <a:p>
            <a:r>
              <a:rPr lang="en-US" altLang="zh-CN" b="1" dirty="0">
                <a:latin typeface="黑体" panose="02010609060101010101" pitchFamily="49" charset="-122"/>
              </a:rPr>
              <a:t>D.</a:t>
            </a:r>
            <a:r>
              <a:rPr lang="zh-CN" altLang="en-US" b="1" dirty="0">
                <a:latin typeface="黑体" panose="02010609060101010101" pitchFamily="49" charset="-122"/>
              </a:rPr>
              <a:t>当生物对一种生态因子处于最适状态下时，对其</a:t>
            </a:r>
          </a:p>
          <a:p>
            <a:r>
              <a:rPr lang="zh-CN" altLang="en-US" b="1" dirty="0">
                <a:latin typeface="黑体" panose="02010609060101010101" pitchFamily="49" charset="-122"/>
              </a:rPr>
              <a:t>　他生态因子的耐受范围会变宽。</a:t>
            </a:r>
          </a:p>
          <a:p>
            <a:endParaRPr lang="en-US" altLang="zh-CN" b="1" dirty="0">
              <a:latin typeface="黑体" panose="02010609060101010101" pitchFamily="49" charset="-122"/>
            </a:endParaRPr>
          </a:p>
        </p:txBody>
      </p:sp>
      <p:sp>
        <p:nvSpPr>
          <p:cNvPr id="4" name="文本框 3">
            <a:extLst>
              <a:ext uri="{FF2B5EF4-FFF2-40B4-BE49-F238E27FC236}">
                <a16:creationId xmlns:a16="http://schemas.microsoft.com/office/drawing/2014/main" id="{5DAB08C0-24D3-27F4-99A7-97B25F087675}"/>
              </a:ext>
            </a:extLst>
          </p:cNvPr>
          <p:cNvSpPr txBox="1"/>
          <p:nvPr/>
        </p:nvSpPr>
        <p:spPr>
          <a:xfrm>
            <a:off x="7692899" y="750243"/>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ABD</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028782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Rectangle 3">
            <a:extLst>
              <a:ext uri="{FF2B5EF4-FFF2-40B4-BE49-F238E27FC236}">
                <a16:creationId xmlns:a16="http://schemas.microsoft.com/office/drawing/2014/main" id="{1BE6363C-B4CD-EC7A-384B-78DF2B4724B1}"/>
              </a:ext>
            </a:extLst>
          </p:cNvPr>
          <p:cNvSpPr>
            <a:spLocks noGrp="1"/>
          </p:cNvSpPr>
          <p:nvPr>
            <p:ph type="body" idx="1"/>
          </p:nvPr>
        </p:nvSpPr>
        <p:spPr>
          <a:xfrm>
            <a:off x="2063750" y="476250"/>
            <a:ext cx="8229600" cy="5073650"/>
          </a:xfrm>
        </p:spPr>
        <p:txBody>
          <a:bodyPr/>
          <a:lstStyle/>
          <a:p>
            <a:r>
              <a:rPr lang="zh-CN" altLang="en-US" dirty="0"/>
              <a:t> </a:t>
            </a:r>
            <a:r>
              <a:rPr lang="zh-CN" altLang="en-US" b="1" dirty="0">
                <a:latin typeface="黑体" panose="02010609060101010101" pitchFamily="49" charset="-122"/>
              </a:rPr>
              <a:t>关于生物对生态因子的耐受性，下列叙述错误的是：</a:t>
            </a:r>
          </a:p>
          <a:p>
            <a:r>
              <a:rPr lang="en-US" altLang="zh-CN" b="1" dirty="0">
                <a:latin typeface="黑体" panose="02010609060101010101" pitchFamily="49" charset="-122"/>
              </a:rPr>
              <a:t>A. </a:t>
            </a:r>
            <a:r>
              <a:rPr lang="zh-CN" altLang="en-US" b="1" dirty="0">
                <a:latin typeface="黑体" panose="02010609060101010101" pitchFamily="49" charset="-122"/>
              </a:rPr>
              <a:t>每一种生物对不同生态因子的耐受范围　</a:t>
            </a:r>
          </a:p>
          <a:p>
            <a:r>
              <a:rPr lang="zh-CN" altLang="en-US" b="1" dirty="0">
                <a:latin typeface="黑体" panose="02010609060101010101" pitchFamily="49" charset="-122"/>
              </a:rPr>
              <a:t>　存在着差异；</a:t>
            </a:r>
          </a:p>
          <a:p>
            <a:r>
              <a:rPr lang="en-US" altLang="zh-CN" b="1" dirty="0">
                <a:latin typeface="黑体" panose="02010609060101010101" pitchFamily="49" charset="-122"/>
              </a:rPr>
              <a:t>B. </a:t>
            </a:r>
            <a:r>
              <a:rPr lang="zh-CN" altLang="en-US" b="1" dirty="0">
                <a:latin typeface="黑体" panose="02010609060101010101" pitchFamily="49" charset="-122"/>
              </a:rPr>
              <a:t>耐受性会因年龄、季节、栖息地区等的</a:t>
            </a:r>
          </a:p>
          <a:p>
            <a:r>
              <a:rPr lang="zh-CN" altLang="en-US" b="1" dirty="0">
                <a:latin typeface="黑体" panose="02010609060101010101" pitchFamily="49" charset="-122"/>
              </a:rPr>
              <a:t>　不同而有差异；</a:t>
            </a:r>
          </a:p>
          <a:p>
            <a:r>
              <a:rPr lang="en-US" altLang="zh-CN" b="1" dirty="0">
                <a:latin typeface="黑体" panose="02010609060101010101" pitchFamily="49" charset="-122"/>
              </a:rPr>
              <a:t>C. </a:t>
            </a:r>
            <a:r>
              <a:rPr lang="zh-CN" altLang="en-US" b="1" dirty="0">
                <a:latin typeface="黑体" panose="02010609060101010101" pitchFamily="49" charset="-122"/>
              </a:rPr>
              <a:t>不同的生物物种，对同一生态因子的耐</a:t>
            </a:r>
          </a:p>
          <a:p>
            <a:r>
              <a:rPr lang="zh-CN" altLang="en-US" b="1" dirty="0">
                <a:latin typeface="黑体" panose="02010609060101010101" pitchFamily="49" charset="-122"/>
              </a:rPr>
              <a:t>　受性是相同的；</a:t>
            </a:r>
          </a:p>
          <a:p>
            <a:r>
              <a:rPr lang="en-US" altLang="zh-CN" b="1" dirty="0">
                <a:latin typeface="黑体" panose="02010609060101010101" pitchFamily="49" charset="-122"/>
              </a:rPr>
              <a:t>D. </a:t>
            </a:r>
            <a:r>
              <a:rPr lang="zh-CN" altLang="en-US" b="1" dirty="0">
                <a:latin typeface="黑体" panose="02010609060101010101" pitchFamily="49" charset="-122"/>
              </a:rPr>
              <a:t>生物对某一生态因子处于非最适状态下时，对</a:t>
            </a:r>
          </a:p>
          <a:p>
            <a:r>
              <a:rPr lang="zh-CN" altLang="en-US" b="1" dirty="0">
                <a:latin typeface="黑体" panose="02010609060101010101" pitchFamily="49" charset="-122"/>
              </a:rPr>
              <a:t>　其他生态因子的耐受限度也下降。</a:t>
            </a:r>
          </a:p>
        </p:txBody>
      </p:sp>
      <p:sp>
        <p:nvSpPr>
          <p:cNvPr id="3" name="文本框 2">
            <a:extLst>
              <a:ext uri="{FF2B5EF4-FFF2-40B4-BE49-F238E27FC236}">
                <a16:creationId xmlns:a16="http://schemas.microsoft.com/office/drawing/2014/main" id="{2BF290ED-622B-DD7C-303E-DF1C24C2264A}"/>
              </a:ext>
            </a:extLst>
          </p:cNvPr>
          <p:cNvSpPr txBox="1"/>
          <p:nvPr/>
        </p:nvSpPr>
        <p:spPr>
          <a:xfrm>
            <a:off x="3183529" y="846435"/>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C</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57238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1" name="Rectangle 3">
            <a:extLst>
              <a:ext uri="{FF2B5EF4-FFF2-40B4-BE49-F238E27FC236}">
                <a16:creationId xmlns:a16="http://schemas.microsoft.com/office/drawing/2014/main" id="{65897010-61FA-E801-4D7E-001933B0D4C5}"/>
              </a:ext>
            </a:extLst>
          </p:cNvPr>
          <p:cNvSpPr>
            <a:spLocks noGrp="1"/>
          </p:cNvSpPr>
          <p:nvPr>
            <p:ph type="body" idx="1"/>
          </p:nvPr>
        </p:nvSpPr>
        <p:spPr>
          <a:xfrm>
            <a:off x="1992313" y="981076"/>
            <a:ext cx="8229600" cy="5000625"/>
          </a:xfrm>
        </p:spPr>
        <p:txBody>
          <a:bodyPr/>
          <a:lstStyle/>
          <a:p>
            <a:r>
              <a:rPr lang="zh-CN" altLang="en-US" b="1">
                <a:latin typeface="黑体" panose="02010609060101010101" pitchFamily="49" charset="-122"/>
              </a:rPr>
              <a:t>下列有关生物对环境容忍度的叙述，正确的是：</a:t>
            </a:r>
          </a:p>
          <a:p>
            <a:r>
              <a:rPr lang="en-US" altLang="zh-CN" b="1">
                <a:latin typeface="黑体" panose="02010609060101010101" pitchFamily="49" charset="-122"/>
              </a:rPr>
              <a:t>A.</a:t>
            </a:r>
            <a:r>
              <a:rPr lang="zh-CN" altLang="en-US" b="1">
                <a:latin typeface="黑体" panose="02010609060101010101" pitchFamily="49" charset="-122"/>
              </a:rPr>
              <a:t>蜉蝣的幼虫需较高的溶氧量才可活，故较易在</a:t>
            </a:r>
          </a:p>
          <a:p>
            <a:r>
              <a:rPr lang="zh-CN" altLang="en-US" b="1">
                <a:latin typeface="黑体" panose="02010609060101010101" pitchFamily="49" charset="-122"/>
              </a:rPr>
              <a:t>  池塘中出现；</a:t>
            </a:r>
          </a:p>
          <a:p>
            <a:r>
              <a:rPr lang="en-US" altLang="zh-CN" b="1">
                <a:latin typeface="黑体" panose="02010609060101010101" pitchFamily="49" charset="-122"/>
              </a:rPr>
              <a:t>B.</a:t>
            </a:r>
            <a:r>
              <a:rPr lang="zh-CN" altLang="en-US" b="1">
                <a:latin typeface="黑体" panose="02010609060101010101" pitchFamily="49" charset="-122"/>
              </a:rPr>
              <a:t>弹涂鱼为广盐性的，故可在红树林中生存；</a:t>
            </a:r>
          </a:p>
          <a:p>
            <a:r>
              <a:rPr lang="en-US" altLang="zh-CN" b="1">
                <a:latin typeface="黑体" panose="02010609060101010101" pitchFamily="49" charset="-122"/>
              </a:rPr>
              <a:t>C.</a:t>
            </a:r>
            <a:r>
              <a:rPr lang="zh-CN" altLang="en-US" b="1">
                <a:latin typeface="黑体" panose="02010609060101010101" pitchFamily="49" charset="-122"/>
              </a:rPr>
              <a:t>水蚯蚓是水质污染的指示生物，因此在溪流中</a:t>
            </a:r>
          </a:p>
          <a:p>
            <a:r>
              <a:rPr lang="zh-CN" altLang="en-US" b="1">
                <a:latin typeface="黑体" panose="02010609060101010101" pitchFamily="49" charset="-122"/>
              </a:rPr>
              <a:t>  较易在下游出现；</a:t>
            </a:r>
          </a:p>
          <a:p>
            <a:r>
              <a:rPr lang="en-US" altLang="zh-CN" b="1">
                <a:latin typeface="黑体" panose="02010609060101010101" pitchFamily="49" charset="-122"/>
              </a:rPr>
              <a:t>D.</a:t>
            </a:r>
            <a:r>
              <a:rPr lang="zh-CN" altLang="en-US" b="1">
                <a:latin typeface="黑体" panose="02010609060101010101" pitchFamily="49" charset="-122"/>
              </a:rPr>
              <a:t>大肠杆菌对环境中含氧量的容忍度较破伤风杆</a:t>
            </a:r>
          </a:p>
          <a:p>
            <a:r>
              <a:rPr lang="zh-CN" altLang="en-US" b="1">
                <a:latin typeface="黑体" panose="02010609060101010101" pitchFamily="49" charset="-122"/>
              </a:rPr>
              <a:t>  菌高。</a:t>
            </a:r>
          </a:p>
        </p:txBody>
      </p:sp>
      <p:sp>
        <p:nvSpPr>
          <p:cNvPr id="4" name="文本框 3">
            <a:extLst>
              <a:ext uri="{FF2B5EF4-FFF2-40B4-BE49-F238E27FC236}">
                <a16:creationId xmlns:a16="http://schemas.microsoft.com/office/drawing/2014/main" id="{29B5DABB-AB8E-7DF5-755A-39EAA2BA998D}"/>
              </a:ext>
            </a:extLst>
          </p:cNvPr>
          <p:cNvSpPr txBox="1"/>
          <p:nvPr/>
        </p:nvSpPr>
        <p:spPr>
          <a:xfrm>
            <a:off x="4774335" y="1997838"/>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BCD</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35655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059" name="Rectangle 3">
            <a:extLst>
              <a:ext uri="{FF2B5EF4-FFF2-40B4-BE49-F238E27FC236}">
                <a16:creationId xmlns:a16="http://schemas.microsoft.com/office/drawing/2014/main" id="{574BB454-18AC-4FD9-4295-3DFA68C325D7}"/>
              </a:ext>
            </a:extLst>
          </p:cNvPr>
          <p:cNvSpPr>
            <a:spLocks noGrp="1"/>
          </p:cNvSpPr>
          <p:nvPr>
            <p:ph type="body" idx="1"/>
          </p:nvPr>
        </p:nvSpPr>
        <p:spPr>
          <a:xfrm>
            <a:off x="1919288" y="981076"/>
            <a:ext cx="8229600" cy="4525963"/>
          </a:xfrm>
        </p:spPr>
        <p:txBody>
          <a:bodyPr/>
          <a:lstStyle/>
          <a:p>
            <a:r>
              <a:rPr lang="zh-CN" altLang="en-US" b="1" dirty="0">
                <a:latin typeface="黑体" panose="02010609060101010101" pitchFamily="49" charset="-122"/>
              </a:rPr>
              <a:t>在林业生产过程中，当森林植物的生长、代谢率出现由快到慢的转折时，或生产上产量徘徊不前时，多意味着有新的（）出现。</a:t>
            </a:r>
          </a:p>
          <a:p>
            <a:r>
              <a:rPr lang="en-US" altLang="zh-CN" b="1" dirty="0">
                <a:latin typeface="黑体" panose="02010609060101010101" pitchFamily="49" charset="-122"/>
              </a:rPr>
              <a:t>A. </a:t>
            </a:r>
            <a:r>
              <a:rPr lang="zh-CN" altLang="en-US" b="1" dirty="0">
                <a:latin typeface="黑体" panose="02010609060101010101" pitchFamily="49" charset="-122"/>
              </a:rPr>
              <a:t>限制因子； </a:t>
            </a:r>
            <a:r>
              <a:rPr lang="en-US" altLang="zh-CN" b="1" dirty="0">
                <a:latin typeface="黑体" panose="02010609060101010101" pitchFamily="49" charset="-122"/>
              </a:rPr>
              <a:t>B. </a:t>
            </a:r>
            <a:r>
              <a:rPr lang="zh-CN" altLang="en-US" b="1" dirty="0">
                <a:latin typeface="黑体" panose="02010609060101010101" pitchFamily="49" charset="-122"/>
              </a:rPr>
              <a:t>生态因子； </a:t>
            </a:r>
          </a:p>
          <a:p>
            <a:r>
              <a:rPr lang="en-US" altLang="zh-CN" b="1" dirty="0">
                <a:latin typeface="黑体" panose="02010609060101010101" pitchFamily="49" charset="-122"/>
              </a:rPr>
              <a:t>C. </a:t>
            </a:r>
            <a:r>
              <a:rPr lang="zh-CN" altLang="en-US" b="1" dirty="0">
                <a:latin typeface="黑体" panose="02010609060101010101" pitchFamily="49" charset="-122"/>
              </a:rPr>
              <a:t>生活因子； </a:t>
            </a:r>
            <a:r>
              <a:rPr lang="en-US" altLang="zh-CN" b="1" dirty="0">
                <a:latin typeface="黑体" panose="02010609060101010101" pitchFamily="49" charset="-122"/>
              </a:rPr>
              <a:t>D. </a:t>
            </a:r>
            <a:r>
              <a:rPr lang="zh-CN" altLang="en-US" b="1" dirty="0">
                <a:latin typeface="黑体" panose="02010609060101010101" pitchFamily="49" charset="-122"/>
              </a:rPr>
              <a:t>环境因子。</a:t>
            </a:r>
          </a:p>
        </p:txBody>
      </p:sp>
      <p:sp>
        <p:nvSpPr>
          <p:cNvPr id="3" name="文本框 2">
            <a:extLst>
              <a:ext uri="{FF2B5EF4-FFF2-40B4-BE49-F238E27FC236}">
                <a16:creationId xmlns:a16="http://schemas.microsoft.com/office/drawing/2014/main" id="{DA4EBA9E-6A3E-2031-1C2F-CAD11FF465C2}"/>
              </a:ext>
            </a:extLst>
          </p:cNvPr>
          <p:cNvSpPr txBox="1"/>
          <p:nvPr/>
        </p:nvSpPr>
        <p:spPr>
          <a:xfrm>
            <a:off x="7141754" y="1790804"/>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A</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2889016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1561" name="Picture 9">
            <a:extLst>
              <a:ext uri="{FF2B5EF4-FFF2-40B4-BE49-F238E27FC236}">
                <a16:creationId xmlns:a16="http://schemas.microsoft.com/office/drawing/2014/main" id="{F148F944-05F0-D50C-6FB7-FA61883104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3975" y="2924175"/>
            <a:ext cx="4667250" cy="3676650"/>
          </a:xfrm>
          <a:prstGeom prst="rect">
            <a:avLst/>
          </a:prstGeom>
          <a:noFill/>
          <a:extLst>
            <a:ext uri="{909E8E84-426E-40DD-AFC4-6F175D3DCCD1}">
              <a14:hiddenFill xmlns:a14="http://schemas.microsoft.com/office/drawing/2010/main">
                <a:solidFill>
                  <a:srgbClr val="FFFFFF"/>
                </a:solidFill>
              </a14:hiddenFill>
            </a:ext>
          </a:extLst>
        </p:spPr>
      </p:pic>
      <p:sp>
        <p:nvSpPr>
          <p:cNvPr id="791562" name="Text Box 10">
            <a:extLst>
              <a:ext uri="{FF2B5EF4-FFF2-40B4-BE49-F238E27FC236}">
                <a16:creationId xmlns:a16="http://schemas.microsoft.com/office/drawing/2014/main" id="{4CFD2895-FE8A-E79A-759B-BCE9128BFE7B}"/>
              </a:ext>
            </a:extLst>
          </p:cNvPr>
          <p:cNvSpPr txBox="1">
            <a:spLocks noChangeArrowheads="1"/>
          </p:cNvSpPr>
          <p:nvPr/>
        </p:nvSpPr>
        <p:spPr bwMode="auto">
          <a:xfrm>
            <a:off x="1631950" y="241300"/>
            <a:ext cx="89281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ea typeface="黑体" panose="02010609060101010101" pitchFamily="49" charset="-122"/>
              </a:rPr>
              <a:t>下图是金鱼对温度的耐受性的变化，有关下图的叙述，</a:t>
            </a:r>
          </a:p>
          <a:p>
            <a:r>
              <a:rPr lang="zh-CN" altLang="en-US" sz="2400" b="1" dirty="0">
                <a:ea typeface="黑体" panose="02010609060101010101" pitchFamily="49" charset="-122"/>
              </a:rPr>
              <a:t>选项中何者正确：</a:t>
            </a:r>
          </a:p>
          <a:p>
            <a:r>
              <a:rPr lang="en-US" altLang="zh-CN" sz="2400" b="1" dirty="0">
                <a:latin typeface="黑体" panose="02010609060101010101" pitchFamily="49" charset="-122"/>
                <a:ea typeface="黑体" panose="02010609060101010101" pitchFamily="49" charset="-122"/>
              </a:rPr>
              <a:t>A.</a:t>
            </a:r>
            <a:r>
              <a:rPr lang="zh-CN" altLang="en-US" sz="2400" b="1" dirty="0">
                <a:latin typeface="黑体" panose="02010609060101010101" pitchFamily="49" charset="-122"/>
                <a:ea typeface="黑体" panose="02010609060101010101" pitchFamily="49" charset="-122"/>
              </a:rPr>
              <a:t>当驯化温度约为</a:t>
            </a:r>
            <a:r>
              <a:rPr lang="en-US" altLang="zh-CN" sz="2400" b="1" dirty="0">
                <a:latin typeface="黑体" panose="02010609060101010101" pitchFamily="49" charset="-122"/>
                <a:ea typeface="黑体" panose="02010609060101010101" pitchFamily="49" charset="-122"/>
              </a:rPr>
              <a:t>18℃</a:t>
            </a: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20℃</a:t>
            </a:r>
            <a:r>
              <a:rPr lang="zh-CN" altLang="en-US" sz="2400" b="1" dirty="0">
                <a:latin typeface="黑体" panose="02010609060101010101" pitchFamily="49" charset="-122"/>
                <a:ea typeface="黑体" panose="02010609060101010101" pitchFamily="49" charset="-122"/>
              </a:rPr>
              <a:t>时，金鱼有最大的温度适应范围；</a:t>
            </a:r>
          </a:p>
          <a:p>
            <a:r>
              <a:rPr lang="en-US" altLang="zh-CN" sz="2400" b="1" dirty="0">
                <a:latin typeface="黑体" panose="02010609060101010101" pitchFamily="49" charset="-122"/>
                <a:ea typeface="黑体" panose="02010609060101010101" pitchFamily="49" charset="-122"/>
              </a:rPr>
              <a:t>B.</a:t>
            </a:r>
            <a:r>
              <a:rPr lang="zh-CN" altLang="en-US" sz="2400" b="1" dirty="0">
                <a:latin typeface="黑体" panose="02010609060101010101" pitchFamily="49" charset="-122"/>
                <a:ea typeface="黑体" panose="02010609060101010101" pitchFamily="49" charset="-122"/>
              </a:rPr>
              <a:t>金鱼对于致死高温的适应，可借由不断调高其驯化温度来达　</a:t>
            </a:r>
          </a:p>
          <a:p>
            <a:r>
              <a:rPr lang="zh-CN" altLang="en-US" sz="2400" b="1" dirty="0">
                <a:latin typeface="黑体" panose="02010609060101010101" pitchFamily="49" charset="-122"/>
                <a:ea typeface="黑体" panose="02010609060101010101" pitchFamily="49" charset="-122"/>
              </a:rPr>
              <a:t>　成；</a:t>
            </a:r>
          </a:p>
          <a:p>
            <a:r>
              <a:rPr lang="en-US" altLang="zh-CN" sz="2400" b="1" dirty="0">
                <a:latin typeface="黑体" panose="02010609060101010101" pitchFamily="49" charset="-122"/>
                <a:ea typeface="黑体" panose="02010609060101010101" pitchFamily="49" charset="-122"/>
              </a:rPr>
              <a:t>C.</a:t>
            </a:r>
            <a:r>
              <a:rPr lang="zh-CN" altLang="en-US" sz="2400" b="1" dirty="0">
                <a:latin typeface="黑体" panose="02010609060101010101" pitchFamily="49" charset="-122"/>
                <a:ea typeface="黑体" panose="02010609060101010101" pitchFamily="49" charset="-122"/>
              </a:rPr>
              <a:t>将金鱼置于较高的水温下驯化，可扩大其对温度的适应范围；</a:t>
            </a:r>
          </a:p>
          <a:p>
            <a:r>
              <a:rPr lang="en-US" altLang="zh-CN" sz="2400" b="1" dirty="0">
                <a:latin typeface="黑体" panose="02010609060101010101" pitchFamily="49" charset="-122"/>
                <a:ea typeface="黑体" panose="02010609060101010101" pitchFamily="49" charset="-122"/>
              </a:rPr>
              <a:t>D.</a:t>
            </a:r>
            <a:r>
              <a:rPr lang="zh-CN" altLang="en-US" sz="2400" b="1" dirty="0">
                <a:latin typeface="黑体" panose="02010609060101010101" pitchFamily="49" charset="-122"/>
                <a:ea typeface="黑体" panose="02010609060101010101" pitchFamily="49" charset="-122"/>
              </a:rPr>
              <a:t>在</a:t>
            </a:r>
            <a:r>
              <a:rPr lang="en-US" altLang="zh-CN" sz="2400" b="1" dirty="0">
                <a:latin typeface="黑体" panose="02010609060101010101" pitchFamily="49" charset="-122"/>
                <a:ea typeface="黑体" panose="02010609060101010101" pitchFamily="49" charset="-122"/>
              </a:rPr>
              <a:t>30</a:t>
            </a:r>
            <a:r>
              <a:rPr lang="en-US" altLang="zh-CN" sz="2400" b="1" dirty="0">
                <a:ea typeface="黑体" panose="02010609060101010101" pitchFamily="49" charset="-122"/>
              </a:rPr>
              <a:t>℃</a:t>
            </a:r>
            <a:r>
              <a:rPr lang="zh-CN" altLang="en-US" sz="2400" b="1" dirty="0">
                <a:ea typeface="黑体" panose="02010609060101010101" pitchFamily="49" charset="-122"/>
              </a:rPr>
              <a:t>水温下驯化，将能渡过</a:t>
            </a:r>
            <a:r>
              <a:rPr lang="en-US" altLang="zh-CN" sz="2400" b="1" dirty="0">
                <a:ea typeface="黑体" panose="02010609060101010101" pitchFamily="49" charset="-122"/>
              </a:rPr>
              <a:t>0℃</a:t>
            </a:r>
            <a:r>
              <a:rPr lang="zh-CN" altLang="en-US" sz="2400" b="1" dirty="0">
                <a:ea typeface="黑体" panose="02010609060101010101" pitchFamily="49" charset="-122"/>
              </a:rPr>
              <a:t>寒冬</a:t>
            </a:r>
          </a:p>
        </p:txBody>
      </p:sp>
      <p:sp>
        <p:nvSpPr>
          <p:cNvPr id="3" name="文本框 2">
            <a:extLst>
              <a:ext uri="{FF2B5EF4-FFF2-40B4-BE49-F238E27FC236}">
                <a16:creationId xmlns:a16="http://schemas.microsoft.com/office/drawing/2014/main" id="{2787A7E3-0268-06E8-6557-53E47481118E}"/>
              </a:ext>
            </a:extLst>
          </p:cNvPr>
          <p:cNvSpPr txBox="1"/>
          <p:nvPr/>
        </p:nvSpPr>
        <p:spPr>
          <a:xfrm>
            <a:off x="4335924" y="593162"/>
            <a:ext cx="939114" cy="461665"/>
          </a:xfrm>
          <a:prstGeom prst="rect">
            <a:avLst/>
          </a:prstGeom>
          <a:noFill/>
        </p:spPr>
        <p:txBody>
          <a:bodyPr wrap="square" rtlCol="0">
            <a:spAutoFit/>
          </a:bodyPr>
          <a:lstStyle/>
          <a:p>
            <a:r>
              <a:rPr lang="en-US" altLang="zh-CN" sz="2400" b="1" dirty="0">
                <a:solidFill>
                  <a:srgbClr val="FF0000"/>
                </a:solidFill>
                <a:latin typeface="Times New Roman" panose="02020603050405020304" pitchFamily="18" charset="0"/>
                <a:ea typeface="宋体" panose="02010600030101010101" pitchFamily="2" charset="-122"/>
              </a:rPr>
              <a:t>A</a:t>
            </a:r>
            <a:endParaRPr lang="zh-CN" altLang="en-US" sz="2400" b="1" dirty="0">
              <a:solidFill>
                <a:srgbClr val="FF0000"/>
              </a:solidFill>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865894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7|65.1|141.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262</TotalTime>
  <Words>2182</Words>
  <Application>Microsoft Macintosh PowerPoint</Application>
  <PresentationFormat>宽屏</PresentationFormat>
  <Paragraphs>153</Paragraphs>
  <Slides>30</Slides>
  <Notes>0</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3</vt:i4>
      </vt:variant>
      <vt:variant>
        <vt:lpstr>幻灯片标题</vt:lpstr>
      </vt:variant>
      <vt:variant>
        <vt:i4>30</vt:i4>
      </vt:variant>
    </vt:vector>
  </HeadingPairs>
  <TitlesOfParts>
    <vt:vector size="44" baseType="lpstr">
      <vt:lpstr>等线</vt:lpstr>
      <vt:lpstr>等线 Light</vt:lpstr>
      <vt:lpstr>黑体</vt:lpstr>
      <vt:lpstr>楷体_GB2312</vt:lpstr>
      <vt:lpstr>宋体</vt:lpstr>
      <vt:lpstr>微软雅黑</vt:lpstr>
      <vt:lpstr>Arial</vt:lpstr>
      <vt:lpstr>Times New Roman</vt:lpstr>
      <vt:lpstr>Wingdings</vt:lpstr>
      <vt:lpstr>Office 主题​​</vt:lpstr>
      <vt:lpstr>默认设计模板</vt:lpstr>
      <vt:lpstr>Document</vt:lpstr>
      <vt:lpstr>文档</vt:lpstr>
      <vt:lpstr>Microsoft Word 97 - 2004 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第二节 生物与环境的相互作用</vt:lpstr>
      <vt:lpstr>二 生物对环境的影响 </vt:lpstr>
      <vt:lpstr>PowerPoint 演示文稿</vt:lpstr>
      <vt:lpstr>2 限制因子（Limiting factor)</vt:lpstr>
      <vt:lpstr>PowerPoint 演示文稿</vt:lpstr>
      <vt:lpstr>PowerPoint 演示文稿</vt:lpstr>
      <vt:lpstr>PowerPoint 演示文稿</vt:lpstr>
      <vt:lpstr>PowerPoint 演示文稿</vt:lpstr>
      <vt:lpstr>PowerPoint 演示文稿</vt:lpstr>
      <vt:lpstr>PowerPoint 演示文稿</vt:lpstr>
      <vt:lpstr>生物对非生物因子的生理耐受范围与其分布有何关系？ </vt:lpstr>
      <vt:lpstr>二、生物对生态因子耐受限度的调整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邦 肖</dc:creator>
  <cp:lastModifiedBy>邦 肖</cp:lastModifiedBy>
  <cp:revision>9</cp:revision>
  <dcterms:created xsi:type="dcterms:W3CDTF">2025-09-06T01:30:40Z</dcterms:created>
  <dcterms:modified xsi:type="dcterms:W3CDTF">2025-09-25T06:52:37Z</dcterms:modified>
</cp:coreProperties>
</file>
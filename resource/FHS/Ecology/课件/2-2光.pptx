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1" r:id="rId2"/>
  </p:sldMasterIdLst>
  <p:sldIdLst>
    <p:sldId id="257" r:id="rId3"/>
    <p:sldId id="258" r:id="rId4"/>
    <p:sldId id="259" r:id="rId5"/>
    <p:sldId id="260" r:id="rId6"/>
    <p:sldId id="261" r:id="rId7"/>
    <p:sldId id="262" r:id="rId8"/>
    <p:sldId id="263" r:id="rId9"/>
    <p:sldId id="264" r:id="rId10"/>
    <p:sldId id="265" r:id="rId11"/>
    <p:sldId id="266" r:id="rId12"/>
    <p:sldId id="268" r:id="rId13"/>
    <p:sldId id="269" r:id="rId14"/>
    <p:sldId id="285" r:id="rId15"/>
    <p:sldId id="270" r:id="rId16"/>
    <p:sldId id="929" r:id="rId17"/>
    <p:sldId id="282" r:id="rId18"/>
    <p:sldId id="309" r:id="rId19"/>
    <p:sldId id="324" r:id="rId20"/>
    <p:sldId id="540" r:id="rId21"/>
    <p:sldId id="271" r:id="rId22"/>
    <p:sldId id="272" r:id="rId23"/>
    <p:sldId id="273" r:id="rId24"/>
    <p:sldId id="284" r:id="rId25"/>
    <p:sldId id="274" r:id="rId26"/>
    <p:sldId id="275" r:id="rId27"/>
    <p:sldId id="283" r:id="rId28"/>
    <p:sldId id="305" r:id="rId29"/>
    <p:sldId id="276" r:id="rId30"/>
    <p:sldId id="277" r:id="rId31"/>
    <p:sldId id="303" r:id="rId32"/>
    <p:sldId id="1063" r:id="rId33"/>
    <p:sldId id="781" r:id="rId34"/>
    <p:sldId id="744" r:id="rId35"/>
    <p:sldId id="1065" r:id="rId36"/>
    <p:sldId id="1044" r:id="rId37"/>
    <p:sldId id="1052" r:id="rId38"/>
    <p:sldId id="336" r:id="rId3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9AB0B7-89B3-4572-9FA9-7BBE8D62DD50}" v="72" dt="2025-09-18T06:42:15.345"/>
    <p1510:client id="{99574AAF-C98D-2644-B0A1-3D7DB49EBBA5}" v="2" dt="2025-09-18T07:34:42.0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04"/>
    <p:restoredTop sz="94677"/>
  </p:normalViewPr>
  <p:slideViewPr>
    <p:cSldViewPr snapToGrid="0">
      <p:cViewPr varScale="1">
        <p:scale>
          <a:sx n="201" d="100"/>
          <a:sy n="201" d="100"/>
        </p:scale>
        <p:origin x="53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邦 肖" userId="38982054f6b45302" providerId="LiveId" clId="{95A0DA5A-AD6B-579F-A03E-EEED9F52BEEA}"/>
    <pc:docChg chg="modSld">
      <pc:chgData name="邦 肖" userId="38982054f6b45302" providerId="LiveId" clId="{95A0DA5A-AD6B-579F-A03E-EEED9F52BEEA}" dt="2025-09-18T07:34:42.018" v="1" actId="403"/>
      <pc:docMkLst>
        <pc:docMk/>
      </pc:docMkLst>
      <pc:sldChg chg="modSp">
        <pc:chgData name="邦 肖" userId="38982054f6b45302" providerId="LiveId" clId="{95A0DA5A-AD6B-579F-A03E-EEED9F52BEEA}" dt="2025-09-18T07:22:43.169" v="0" actId="14100"/>
        <pc:sldMkLst>
          <pc:docMk/>
          <pc:sldMk cId="0" sldId="257"/>
        </pc:sldMkLst>
        <pc:spChg chg="mod">
          <ac:chgData name="邦 肖" userId="38982054f6b45302" providerId="LiveId" clId="{95A0DA5A-AD6B-579F-A03E-EEED9F52BEEA}" dt="2025-09-18T07:22:43.169" v="0" actId="14100"/>
          <ac:spMkLst>
            <pc:docMk/>
            <pc:sldMk cId="0" sldId="257"/>
            <ac:spMk id="23555" creationId="{00000000-0000-0000-0000-000000000000}"/>
          </ac:spMkLst>
        </pc:spChg>
      </pc:sldChg>
      <pc:sldChg chg="modSp">
        <pc:chgData name="邦 肖" userId="38982054f6b45302" providerId="LiveId" clId="{95A0DA5A-AD6B-579F-A03E-EEED9F52BEEA}" dt="2025-09-18T07:34:42.018" v="1" actId="403"/>
        <pc:sldMkLst>
          <pc:docMk/>
          <pc:sldMk cId="0" sldId="303"/>
        </pc:sldMkLst>
        <pc:spChg chg="mod">
          <ac:chgData name="邦 肖" userId="38982054f6b45302" providerId="LiveId" clId="{95A0DA5A-AD6B-579F-A03E-EEED9F52BEEA}" dt="2025-09-18T07:34:42.018" v="1" actId="403"/>
          <ac:spMkLst>
            <pc:docMk/>
            <pc:sldMk cId="0" sldId="303"/>
            <ac:spMk id="2" creationId="{07612B22-F385-2E50-B1BB-CC4C58326AB3}"/>
          </ac:spMkLst>
        </pc:spChg>
      </pc:sldChg>
    </pc:docChg>
  </pc:docChgLst>
  <pc:docChgLst>
    <pc:chgData name="邦 肖" userId="38982054f6b45302" providerId="LiveId" clId="{9A653B7E-0A35-4AD6-836A-29BD773B1C26}"/>
    <pc:docChg chg="undo custSel addSld delSld modSld sldOrd">
      <pc:chgData name="邦 肖" userId="38982054f6b45302" providerId="LiveId" clId="{9A653B7E-0A35-4AD6-836A-29BD773B1C26}" dt="2025-09-18T06:43:02.496" v="161" actId="478"/>
      <pc:docMkLst>
        <pc:docMk/>
      </pc:docMkLst>
      <pc:sldChg chg="delSp add del mod setBg delAnim">
        <pc:chgData name="邦 肖" userId="38982054f6b45302" providerId="LiveId" clId="{9A653B7E-0A35-4AD6-836A-29BD773B1C26}" dt="2025-09-18T06:43:02.496" v="161" actId="478"/>
        <pc:sldMkLst>
          <pc:docMk/>
          <pc:sldMk cId="0" sldId="257"/>
        </pc:sldMkLst>
        <pc:picChg chg="del">
          <ac:chgData name="邦 肖" userId="38982054f6b45302" providerId="LiveId" clId="{9A653B7E-0A35-4AD6-836A-29BD773B1C26}" dt="2025-09-18T06:43:02.496" v="161" actId="478"/>
          <ac:picMkLst>
            <pc:docMk/>
            <pc:sldMk cId="0" sldId="257"/>
            <ac:picMk id="3" creationId="{00000000-0000-0000-0000-000000000000}"/>
          </ac:picMkLst>
        </pc:picChg>
      </pc:sldChg>
      <pc:sldChg chg="delSp modSp add del mod delAnim">
        <pc:chgData name="邦 肖" userId="38982054f6b45302" providerId="LiveId" clId="{9A653B7E-0A35-4AD6-836A-29BD773B1C26}" dt="2025-09-18T06:42:59.066" v="160" actId="478"/>
        <pc:sldMkLst>
          <pc:docMk/>
          <pc:sldMk cId="0" sldId="258"/>
        </pc:sldMkLst>
        <pc:spChg chg="mod">
          <ac:chgData name="邦 肖" userId="38982054f6b45302" providerId="LiveId" clId="{9A653B7E-0A35-4AD6-836A-29BD773B1C26}" dt="2025-09-18T06:22:25.167" v="5"/>
          <ac:spMkLst>
            <pc:docMk/>
            <pc:sldMk cId="0" sldId="258"/>
            <ac:spMk id="4099" creationId="{00000000-0000-0000-0000-000000000000}"/>
          </ac:spMkLst>
        </pc:spChg>
        <pc:picChg chg="del">
          <ac:chgData name="邦 肖" userId="38982054f6b45302" providerId="LiveId" clId="{9A653B7E-0A35-4AD6-836A-29BD773B1C26}" dt="2025-09-18T06:42:59.066" v="160" actId="478"/>
          <ac:picMkLst>
            <pc:docMk/>
            <pc:sldMk cId="0" sldId="258"/>
            <ac:picMk id="2" creationId="{00000000-0000-0000-0000-000000000000}"/>
          </ac:picMkLst>
        </pc:picChg>
      </pc:sldChg>
      <pc:sldChg chg="delSp add del mod setBg delAnim">
        <pc:chgData name="邦 肖" userId="38982054f6b45302" providerId="LiveId" clId="{9A653B7E-0A35-4AD6-836A-29BD773B1C26}" dt="2025-09-18T06:42:53.810" v="159" actId="478"/>
        <pc:sldMkLst>
          <pc:docMk/>
          <pc:sldMk cId="0" sldId="259"/>
        </pc:sldMkLst>
        <pc:picChg chg="del">
          <ac:chgData name="邦 肖" userId="38982054f6b45302" providerId="LiveId" clId="{9A653B7E-0A35-4AD6-836A-29BD773B1C26}" dt="2025-09-18T06:42:53.810" v="159" actId="478"/>
          <ac:picMkLst>
            <pc:docMk/>
            <pc:sldMk cId="0" sldId="259"/>
            <ac:picMk id="2" creationId="{00000000-0000-0000-0000-000000000000}"/>
          </ac:picMkLst>
        </pc:picChg>
      </pc:sldChg>
      <pc:sldChg chg="delSp add del mod delAnim">
        <pc:chgData name="邦 肖" userId="38982054f6b45302" providerId="LiveId" clId="{9A653B7E-0A35-4AD6-836A-29BD773B1C26}" dt="2025-09-18T06:42:50.395" v="158" actId="478"/>
        <pc:sldMkLst>
          <pc:docMk/>
          <pc:sldMk cId="0" sldId="260"/>
        </pc:sldMkLst>
        <pc:picChg chg="del">
          <ac:chgData name="邦 肖" userId="38982054f6b45302" providerId="LiveId" clId="{9A653B7E-0A35-4AD6-836A-29BD773B1C26}" dt="2025-09-18T06:42:50.395" v="158" actId="478"/>
          <ac:picMkLst>
            <pc:docMk/>
            <pc:sldMk cId="0" sldId="260"/>
            <ac:picMk id="2" creationId="{00000000-0000-0000-0000-000000000000}"/>
          </ac:picMkLst>
        </pc:picChg>
      </pc:sldChg>
      <pc:sldChg chg="delSp add del mod setBg delAnim">
        <pc:chgData name="邦 肖" userId="38982054f6b45302" providerId="LiveId" clId="{9A653B7E-0A35-4AD6-836A-29BD773B1C26}" dt="2025-09-18T06:42:46.700" v="157" actId="478"/>
        <pc:sldMkLst>
          <pc:docMk/>
          <pc:sldMk cId="0" sldId="261"/>
        </pc:sldMkLst>
        <pc:picChg chg="del">
          <ac:chgData name="邦 肖" userId="38982054f6b45302" providerId="LiveId" clId="{9A653B7E-0A35-4AD6-836A-29BD773B1C26}" dt="2025-09-18T06:42:46.700" v="157" actId="478"/>
          <ac:picMkLst>
            <pc:docMk/>
            <pc:sldMk cId="0" sldId="261"/>
            <ac:picMk id="2" creationId="{00000000-0000-0000-0000-000000000000}"/>
          </ac:picMkLst>
        </pc:picChg>
      </pc:sldChg>
      <pc:sldChg chg="delSp add del mod setBg delAnim">
        <pc:chgData name="邦 肖" userId="38982054f6b45302" providerId="LiveId" clId="{9A653B7E-0A35-4AD6-836A-29BD773B1C26}" dt="2025-09-18T06:42:42.704" v="156" actId="478"/>
        <pc:sldMkLst>
          <pc:docMk/>
          <pc:sldMk cId="0" sldId="262"/>
        </pc:sldMkLst>
        <pc:picChg chg="del">
          <ac:chgData name="邦 肖" userId="38982054f6b45302" providerId="LiveId" clId="{9A653B7E-0A35-4AD6-836A-29BD773B1C26}" dt="2025-09-18T06:42:42.704" v="156" actId="478"/>
          <ac:picMkLst>
            <pc:docMk/>
            <pc:sldMk cId="0" sldId="262"/>
            <ac:picMk id="3" creationId="{00000000-0000-0000-0000-000000000000}"/>
          </ac:picMkLst>
        </pc:picChg>
      </pc:sldChg>
      <pc:sldChg chg="delSp add del mod delAnim">
        <pc:chgData name="邦 肖" userId="38982054f6b45302" providerId="LiveId" clId="{9A653B7E-0A35-4AD6-836A-29BD773B1C26}" dt="2025-09-18T06:42:39.924" v="155" actId="478"/>
        <pc:sldMkLst>
          <pc:docMk/>
          <pc:sldMk cId="0" sldId="263"/>
        </pc:sldMkLst>
        <pc:picChg chg="del">
          <ac:chgData name="邦 肖" userId="38982054f6b45302" providerId="LiveId" clId="{9A653B7E-0A35-4AD6-836A-29BD773B1C26}" dt="2025-09-18T06:42:39.924" v="155" actId="478"/>
          <ac:picMkLst>
            <pc:docMk/>
            <pc:sldMk cId="0" sldId="263"/>
            <ac:picMk id="2" creationId="{00000000-0000-0000-0000-000000000000}"/>
          </ac:picMkLst>
        </pc:picChg>
      </pc:sldChg>
      <pc:sldChg chg="delSp add del mod setBg delAnim">
        <pc:chgData name="邦 肖" userId="38982054f6b45302" providerId="LiveId" clId="{9A653B7E-0A35-4AD6-836A-29BD773B1C26}" dt="2025-09-18T06:42:36.059" v="154" actId="478"/>
        <pc:sldMkLst>
          <pc:docMk/>
          <pc:sldMk cId="0" sldId="264"/>
        </pc:sldMkLst>
        <pc:picChg chg="del">
          <ac:chgData name="邦 肖" userId="38982054f6b45302" providerId="LiveId" clId="{9A653B7E-0A35-4AD6-836A-29BD773B1C26}" dt="2025-09-18T06:42:36.059" v="154" actId="478"/>
          <ac:picMkLst>
            <pc:docMk/>
            <pc:sldMk cId="0" sldId="264"/>
            <ac:picMk id="2" creationId="{00000000-0000-0000-0000-000000000000}"/>
          </ac:picMkLst>
        </pc:picChg>
      </pc:sldChg>
      <pc:sldChg chg="delSp modSp add del mod delAnim">
        <pc:chgData name="邦 肖" userId="38982054f6b45302" providerId="LiveId" clId="{9A653B7E-0A35-4AD6-836A-29BD773B1C26}" dt="2025-09-18T06:42:32.449" v="153" actId="478"/>
        <pc:sldMkLst>
          <pc:docMk/>
          <pc:sldMk cId="0" sldId="265"/>
        </pc:sldMkLst>
        <pc:spChg chg="mod">
          <ac:chgData name="邦 肖" userId="38982054f6b45302" providerId="LiveId" clId="{9A653B7E-0A35-4AD6-836A-29BD773B1C26}" dt="2025-09-18T06:22:25.167" v="5"/>
          <ac:spMkLst>
            <pc:docMk/>
            <pc:sldMk cId="0" sldId="265"/>
            <ac:spMk id="11267" creationId="{00000000-0000-0000-0000-000000000000}"/>
          </ac:spMkLst>
        </pc:spChg>
        <pc:picChg chg="del">
          <ac:chgData name="邦 肖" userId="38982054f6b45302" providerId="LiveId" clId="{9A653B7E-0A35-4AD6-836A-29BD773B1C26}" dt="2025-09-18T06:42:32.449" v="153" actId="478"/>
          <ac:picMkLst>
            <pc:docMk/>
            <pc:sldMk cId="0" sldId="265"/>
            <ac:picMk id="2" creationId="{00000000-0000-0000-0000-000000000000}"/>
          </ac:picMkLst>
        </pc:picChg>
      </pc:sldChg>
      <pc:sldChg chg="delSp add del mod delAnim">
        <pc:chgData name="邦 肖" userId="38982054f6b45302" providerId="LiveId" clId="{9A653B7E-0A35-4AD6-836A-29BD773B1C26}" dt="2025-09-18T06:42:28.558" v="152" actId="478"/>
        <pc:sldMkLst>
          <pc:docMk/>
          <pc:sldMk cId="0" sldId="266"/>
        </pc:sldMkLst>
        <pc:picChg chg="del">
          <ac:chgData name="邦 肖" userId="38982054f6b45302" providerId="LiveId" clId="{9A653B7E-0A35-4AD6-836A-29BD773B1C26}" dt="2025-09-18T06:42:28.558" v="152" actId="478"/>
          <ac:picMkLst>
            <pc:docMk/>
            <pc:sldMk cId="0" sldId="266"/>
            <ac:picMk id="2" creationId="{00000000-0000-0000-0000-000000000000}"/>
          </ac:picMkLst>
        </pc:picChg>
      </pc:sldChg>
      <pc:sldChg chg="delSp add del mod setBg delAnim">
        <pc:chgData name="邦 肖" userId="38982054f6b45302" providerId="LiveId" clId="{9A653B7E-0A35-4AD6-836A-29BD773B1C26}" dt="2025-09-18T06:42:25.308" v="151" actId="478"/>
        <pc:sldMkLst>
          <pc:docMk/>
          <pc:sldMk cId="0" sldId="268"/>
        </pc:sldMkLst>
        <pc:picChg chg="del">
          <ac:chgData name="邦 肖" userId="38982054f6b45302" providerId="LiveId" clId="{9A653B7E-0A35-4AD6-836A-29BD773B1C26}" dt="2025-09-18T06:42:25.308" v="151" actId="478"/>
          <ac:picMkLst>
            <pc:docMk/>
            <pc:sldMk cId="0" sldId="268"/>
            <ac:picMk id="2" creationId="{00000000-0000-0000-0000-000000000000}"/>
          </ac:picMkLst>
        </pc:picChg>
      </pc:sldChg>
      <pc:sldChg chg="delSp add del mod delAnim">
        <pc:chgData name="邦 肖" userId="38982054f6b45302" providerId="LiveId" clId="{9A653B7E-0A35-4AD6-836A-29BD773B1C26}" dt="2025-09-18T06:42:21.231" v="150" actId="478"/>
        <pc:sldMkLst>
          <pc:docMk/>
          <pc:sldMk cId="0" sldId="269"/>
        </pc:sldMkLst>
        <pc:picChg chg="del">
          <ac:chgData name="邦 肖" userId="38982054f6b45302" providerId="LiveId" clId="{9A653B7E-0A35-4AD6-836A-29BD773B1C26}" dt="2025-09-18T06:42:21.231" v="150" actId="478"/>
          <ac:picMkLst>
            <pc:docMk/>
            <pc:sldMk cId="0" sldId="269"/>
            <ac:picMk id="5" creationId="{00000000-0000-0000-0000-000000000000}"/>
          </ac:picMkLst>
        </pc:picChg>
      </pc:sldChg>
      <pc:sldChg chg="addSp delSp add del setBg modAnim">
        <pc:chgData name="邦 肖" userId="38982054f6b45302" providerId="LiveId" clId="{9A653B7E-0A35-4AD6-836A-29BD773B1C26}" dt="2025-09-18T06:42:15.345" v="148" actId="478"/>
        <pc:sldMkLst>
          <pc:docMk/>
          <pc:sldMk cId="0" sldId="270"/>
        </pc:sldMkLst>
        <pc:spChg chg="add del">
          <ac:chgData name="邦 肖" userId="38982054f6b45302" providerId="LiveId" clId="{9A653B7E-0A35-4AD6-836A-29BD773B1C26}" dt="2025-09-18T06:42:15.345" v="148" actId="478"/>
          <ac:spMkLst>
            <pc:docMk/>
            <pc:sldMk cId="0" sldId="270"/>
            <ac:spMk id="16388" creationId="{00000000-0000-0000-0000-000000000000}"/>
          </ac:spMkLst>
        </pc:spChg>
        <pc:picChg chg="add del">
          <ac:chgData name="邦 肖" userId="38982054f6b45302" providerId="LiveId" clId="{9A653B7E-0A35-4AD6-836A-29BD773B1C26}" dt="2025-09-18T06:42:15.345" v="148" actId="478"/>
          <ac:picMkLst>
            <pc:docMk/>
            <pc:sldMk cId="0" sldId="270"/>
            <ac:picMk id="2" creationId="{00000000-0000-0000-0000-000000000000}"/>
          </ac:picMkLst>
        </pc:picChg>
      </pc:sldChg>
      <pc:sldChg chg="delSp add del mod setBg delAnim">
        <pc:chgData name="邦 肖" userId="38982054f6b45302" providerId="LiveId" clId="{9A653B7E-0A35-4AD6-836A-29BD773B1C26}" dt="2025-09-18T06:41:32.613" v="134" actId="478"/>
        <pc:sldMkLst>
          <pc:docMk/>
          <pc:sldMk cId="0" sldId="271"/>
        </pc:sldMkLst>
        <pc:picChg chg="del">
          <ac:chgData name="邦 肖" userId="38982054f6b45302" providerId="LiveId" clId="{9A653B7E-0A35-4AD6-836A-29BD773B1C26}" dt="2025-09-18T06:41:32.613" v="134" actId="478"/>
          <ac:picMkLst>
            <pc:docMk/>
            <pc:sldMk cId="0" sldId="271"/>
            <ac:picMk id="2" creationId="{00000000-0000-0000-0000-000000000000}"/>
          </ac:picMkLst>
        </pc:picChg>
      </pc:sldChg>
      <pc:sldChg chg="delSp add del mod setBg delAnim">
        <pc:chgData name="邦 肖" userId="38982054f6b45302" providerId="LiveId" clId="{9A653B7E-0A35-4AD6-836A-29BD773B1C26}" dt="2025-09-18T06:41:29.324" v="133" actId="478"/>
        <pc:sldMkLst>
          <pc:docMk/>
          <pc:sldMk cId="0" sldId="272"/>
        </pc:sldMkLst>
        <pc:picChg chg="del">
          <ac:chgData name="邦 肖" userId="38982054f6b45302" providerId="LiveId" clId="{9A653B7E-0A35-4AD6-836A-29BD773B1C26}" dt="2025-09-18T06:41:29.324" v="133" actId="478"/>
          <ac:picMkLst>
            <pc:docMk/>
            <pc:sldMk cId="0" sldId="272"/>
            <ac:picMk id="2" creationId="{00000000-0000-0000-0000-000000000000}"/>
          </ac:picMkLst>
        </pc:picChg>
      </pc:sldChg>
      <pc:sldChg chg="delSp add del mod setBg delAnim">
        <pc:chgData name="邦 肖" userId="38982054f6b45302" providerId="LiveId" clId="{9A653B7E-0A35-4AD6-836A-29BD773B1C26}" dt="2025-09-18T06:41:25.692" v="132" actId="478"/>
        <pc:sldMkLst>
          <pc:docMk/>
          <pc:sldMk cId="0" sldId="273"/>
        </pc:sldMkLst>
        <pc:picChg chg="del">
          <ac:chgData name="邦 肖" userId="38982054f6b45302" providerId="LiveId" clId="{9A653B7E-0A35-4AD6-836A-29BD773B1C26}" dt="2025-09-18T06:41:25.692" v="132" actId="478"/>
          <ac:picMkLst>
            <pc:docMk/>
            <pc:sldMk cId="0" sldId="273"/>
            <ac:picMk id="2" creationId="{00000000-0000-0000-0000-000000000000}"/>
          </ac:picMkLst>
        </pc:picChg>
      </pc:sldChg>
      <pc:sldChg chg="delSp add del mod setBg delAnim">
        <pc:chgData name="邦 肖" userId="38982054f6b45302" providerId="LiveId" clId="{9A653B7E-0A35-4AD6-836A-29BD773B1C26}" dt="2025-09-18T06:41:15.966" v="130" actId="478"/>
        <pc:sldMkLst>
          <pc:docMk/>
          <pc:sldMk cId="0" sldId="274"/>
        </pc:sldMkLst>
        <pc:picChg chg="del">
          <ac:chgData name="邦 肖" userId="38982054f6b45302" providerId="LiveId" clId="{9A653B7E-0A35-4AD6-836A-29BD773B1C26}" dt="2025-09-18T06:41:15.966" v="130" actId="478"/>
          <ac:picMkLst>
            <pc:docMk/>
            <pc:sldMk cId="0" sldId="274"/>
            <ac:picMk id="3" creationId="{00000000-0000-0000-0000-000000000000}"/>
          </ac:picMkLst>
        </pc:picChg>
      </pc:sldChg>
      <pc:sldChg chg="delSp add del mod setBg delAnim">
        <pc:chgData name="邦 肖" userId="38982054f6b45302" providerId="LiveId" clId="{9A653B7E-0A35-4AD6-836A-29BD773B1C26}" dt="2025-09-18T06:41:12.254" v="129" actId="478"/>
        <pc:sldMkLst>
          <pc:docMk/>
          <pc:sldMk cId="0" sldId="275"/>
        </pc:sldMkLst>
        <pc:picChg chg="del">
          <ac:chgData name="邦 肖" userId="38982054f6b45302" providerId="LiveId" clId="{9A653B7E-0A35-4AD6-836A-29BD773B1C26}" dt="2025-09-18T06:41:12.254" v="129" actId="478"/>
          <ac:picMkLst>
            <pc:docMk/>
            <pc:sldMk cId="0" sldId="275"/>
            <ac:picMk id="3" creationId="{00000000-0000-0000-0000-000000000000}"/>
          </ac:picMkLst>
        </pc:picChg>
      </pc:sldChg>
      <pc:sldChg chg="delSp add del mod setBg delAnim">
        <pc:chgData name="邦 肖" userId="38982054f6b45302" providerId="LiveId" clId="{9A653B7E-0A35-4AD6-836A-29BD773B1C26}" dt="2025-09-18T06:41:00.252" v="127" actId="478"/>
        <pc:sldMkLst>
          <pc:docMk/>
          <pc:sldMk cId="0" sldId="276"/>
        </pc:sldMkLst>
        <pc:picChg chg="del">
          <ac:chgData name="邦 肖" userId="38982054f6b45302" providerId="LiveId" clId="{9A653B7E-0A35-4AD6-836A-29BD773B1C26}" dt="2025-09-18T06:41:00.252" v="127" actId="478"/>
          <ac:picMkLst>
            <pc:docMk/>
            <pc:sldMk cId="0" sldId="276"/>
            <ac:picMk id="2" creationId="{00000000-0000-0000-0000-000000000000}"/>
          </ac:picMkLst>
        </pc:picChg>
      </pc:sldChg>
      <pc:sldChg chg="delSp add del mod setBg delAnim">
        <pc:chgData name="邦 肖" userId="38982054f6b45302" providerId="LiveId" clId="{9A653B7E-0A35-4AD6-836A-29BD773B1C26}" dt="2025-09-18T06:40:56.294" v="126" actId="478"/>
        <pc:sldMkLst>
          <pc:docMk/>
          <pc:sldMk cId="0" sldId="277"/>
        </pc:sldMkLst>
        <pc:picChg chg="del">
          <ac:chgData name="邦 肖" userId="38982054f6b45302" providerId="LiveId" clId="{9A653B7E-0A35-4AD6-836A-29BD773B1C26}" dt="2025-09-18T06:40:56.294" v="126" actId="478"/>
          <ac:picMkLst>
            <pc:docMk/>
            <pc:sldMk cId="0" sldId="277"/>
            <ac:picMk id="2" creationId="{00000000-0000-0000-0000-000000000000}"/>
          </ac:picMkLst>
        </pc:picChg>
      </pc:sldChg>
      <pc:sldChg chg="delSp add del mod delAnim">
        <pc:chgData name="邦 肖" userId="38982054f6b45302" providerId="LiveId" clId="{9A653B7E-0A35-4AD6-836A-29BD773B1C26}" dt="2025-09-18T06:42:08.808" v="145" actId="478"/>
        <pc:sldMkLst>
          <pc:docMk/>
          <pc:sldMk cId="0" sldId="282"/>
        </pc:sldMkLst>
        <pc:picChg chg="del">
          <ac:chgData name="邦 肖" userId="38982054f6b45302" providerId="LiveId" clId="{9A653B7E-0A35-4AD6-836A-29BD773B1C26}" dt="2025-09-18T06:42:08.808" v="145" actId="478"/>
          <ac:picMkLst>
            <pc:docMk/>
            <pc:sldMk cId="0" sldId="282"/>
            <ac:picMk id="2" creationId="{00000000-0000-0000-0000-000000000000}"/>
          </ac:picMkLst>
        </pc:picChg>
      </pc:sldChg>
      <pc:sldChg chg="delSp add del mod delAnim">
        <pc:chgData name="邦 肖" userId="38982054f6b45302" providerId="LiveId" clId="{9A653B7E-0A35-4AD6-836A-29BD773B1C26}" dt="2025-09-18T06:41:08.332" v="128" actId="478"/>
        <pc:sldMkLst>
          <pc:docMk/>
          <pc:sldMk cId="0" sldId="283"/>
        </pc:sldMkLst>
        <pc:picChg chg="del">
          <ac:chgData name="邦 肖" userId="38982054f6b45302" providerId="LiveId" clId="{9A653B7E-0A35-4AD6-836A-29BD773B1C26}" dt="2025-09-18T06:41:08.332" v="128" actId="478"/>
          <ac:picMkLst>
            <pc:docMk/>
            <pc:sldMk cId="0" sldId="283"/>
            <ac:picMk id="2" creationId="{00000000-0000-0000-0000-000000000000}"/>
          </ac:picMkLst>
        </pc:picChg>
      </pc:sldChg>
      <pc:sldChg chg="delSp add del mod delAnim">
        <pc:chgData name="邦 肖" userId="38982054f6b45302" providerId="LiveId" clId="{9A653B7E-0A35-4AD6-836A-29BD773B1C26}" dt="2025-09-18T06:41:20.669" v="131" actId="478"/>
        <pc:sldMkLst>
          <pc:docMk/>
          <pc:sldMk cId="0" sldId="284"/>
        </pc:sldMkLst>
        <pc:picChg chg="del">
          <ac:chgData name="邦 肖" userId="38982054f6b45302" providerId="LiveId" clId="{9A653B7E-0A35-4AD6-836A-29BD773B1C26}" dt="2025-09-18T06:41:20.669" v="131" actId="478"/>
          <ac:picMkLst>
            <pc:docMk/>
            <pc:sldMk cId="0" sldId="284"/>
            <ac:picMk id="2" creationId="{00000000-0000-0000-0000-000000000000}"/>
          </ac:picMkLst>
        </pc:picChg>
      </pc:sldChg>
      <pc:sldChg chg="delSp add del mod delAnim">
        <pc:chgData name="邦 肖" userId="38982054f6b45302" providerId="LiveId" clId="{9A653B7E-0A35-4AD6-836A-29BD773B1C26}" dt="2025-09-18T06:42:17.854" v="149" actId="478"/>
        <pc:sldMkLst>
          <pc:docMk/>
          <pc:sldMk cId="705742345" sldId="285"/>
        </pc:sldMkLst>
        <pc:picChg chg="del">
          <ac:chgData name="邦 肖" userId="38982054f6b45302" providerId="LiveId" clId="{9A653B7E-0A35-4AD6-836A-29BD773B1C26}" dt="2025-09-18T06:42:17.854" v="149" actId="478"/>
          <ac:picMkLst>
            <pc:docMk/>
            <pc:sldMk cId="705742345" sldId="285"/>
            <ac:picMk id="4" creationId="{00000000-0000-0000-0000-000000000000}"/>
          </ac:picMkLst>
        </pc:picChg>
      </pc:sldChg>
      <pc:sldChg chg="addSp modSp add modAnim">
        <pc:chgData name="邦 肖" userId="38982054f6b45302" providerId="LiveId" clId="{9A653B7E-0A35-4AD6-836A-29BD773B1C26}" dt="2025-09-18T06:33:59.747" v="49"/>
        <pc:sldMkLst>
          <pc:docMk/>
          <pc:sldMk cId="0" sldId="303"/>
        </pc:sldMkLst>
        <pc:spChg chg="add mod">
          <ac:chgData name="邦 肖" userId="38982054f6b45302" providerId="LiveId" clId="{9A653B7E-0A35-4AD6-836A-29BD773B1C26}" dt="2025-09-18T06:33:55.607" v="48"/>
          <ac:spMkLst>
            <pc:docMk/>
            <pc:sldMk cId="0" sldId="303"/>
            <ac:spMk id="2" creationId="{07612B22-F385-2E50-B1BB-CC4C58326AB3}"/>
          </ac:spMkLst>
        </pc:spChg>
        <pc:spChg chg="mod">
          <ac:chgData name="邦 肖" userId="38982054f6b45302" providerId="LiveId" clId="{9A653B7E-0A35-4AD6-836A-29BD773B1C26}" dt="2025-09-18T06:33:59.747" v="49"/>
          <ac:spMkLst>
            <pc:docMk/>
            <pc:sldMk cId="0" sldId="303"/>
            <ac:spMk id="51203" creationId="{B124B29E-ABFA-C8E4-EC2D-0D91A4BBD818}"/>
          </ac:spMkLst>
        </pc:spChg>
      </pc:sldChg>
      <pc:sldChg chg="modSp add del mod">
        <pc:chgData name="邦 肖" userId="38982054f6b45302" providerId="LiveId" clId="{9A653B7E-0A35-4AD6-836A-29BD773B1C26}" dt="2025-09-18T06:33:44.909" v="47"/>
        <pc:sldMkLst>
          <pc:docMk/>
          <pc:sldMk cId="0" sldId="304"/>
        </pc:sldMkLst>
        <pc:spChg chg="mod">
          <ac:chgData name="邦 肖" userId="38982054f6b45302" providerId="LiveId" clId="{9A653B7E-0A35-4AD6-836A-29BD773B1C26}" dt="2025-09-18T06:33:12.460" v="44" actId="20577"/>
          <ac:spMkLst>
            <pc:docMk/>
            <pc:sldMk cId="0" sldId="304"/>
            <ac:spMk id="52227" creationId="{E9E1982B-F8C2-273B-196F-9D4CBA4D2447}"/>
          </ac:spMkLst>
        </pc:spChg>
      </pc:sldChg>
      <pc:sldChg chg="ord">
        <pc:chgData name="邦 肖" userId="38982054f6b45302" providerId="LiveId" clId="{9A653B7E-0A35-4AD6-836A-29BD773B1C26}" dt="2025-09-18T06:28:36.234" v="40"/>
        <pc:sldMkLst>
          <pc:docMk/>
          <pc:sldMk cId="0" sldId="305"/>
        </pc:sldMkLst>
      </pc:sldChg>
      <pc:sldChg chg="addSp modSp mod ord modAnim">
        <pc:chgData name="邦 肖" userId="38982054f6b45302" providerId="LiveId" clId="{9A653B7E-0A35-4AD6-836A-29BD773B1C26}" dt="2025-09-18T06:41:40.036" v="136"/>
        <pc:sldMkLst>
          <pc:docMk/>
          <pc:sldMk cId="0" sldId="309"/>
        </pc:sldMkLst>
        <pc:spChg chg="add mod">
          <ac:chgData name="邦 肖" userId="38982054f6b45302" providerId="LiveId" clId="{9A653B7E-0A35-4AD6-836A-29BD773B1C26}" dt="2025-09-18T06:27:13.194" v="23" actId="20577"/>
          <ac:spMkLst>
            <pc:docMk/>
            <pc:sldMk cId="0" sldId="309"/>
            <ac:spMk id="2" creationId="{D4158B3E-798A-669C-181B-816085DC9319}"/>
          </ac:spMkLst>
        </pc:spChg>
        <pc:spChg chg="mod">
          <ac:chgData name="邦 肖" userId="38982054f6b45302" providerId="LiveId" clId="{9A653B7E-0A35-4AD6-836A-29BD773B1C26}" dt="2025-09-18T06:41:40.036" v="136"/>
          <ac:spMkLst>
            <pc:docMk/>
            <pc:sldMk cId="0" sldId="309"/>
            <ac:spMk id="57347" creationId="{3CCF7EB4-3EBB-F549-DB9A-5711B2704850}"/>
          </ac:spMkLst>
        </pc:spChg>
      </pc:sldChg>
      <pc:sldChg chg="addSp modSp mod ord modAnim">
        <pc:chgData name="邦 肖" userId="38982054f6b45302" providerId="LiveId" clId="{9A653B7E-0A35-4AD6-836A-29BD773B1C26}" dt="2025-09-18T06:41:57.079" v="142"/>
        <pc:sldMkLst>
          <pc:docMk/>
          <pc:sldMk cId="0" sldId="324"/>
        </pc:sldMkLst>
        <pc:spChg chg="add mod">
          <ac:chgData name="邦 肖" userId="38982054f6b45302" providerId="LiveId" clId="{9A653B7E-0A35-4AD6-836A-29BD773B1C26}" dt="2025-09-18T06:27:58.915" v="32" actId="1076"/>
          <ac:spMkLst>
            <pc:docMk/>
            <pc:sldMk cId="0" sldId="324"/>
            <ac:spMk id="2" creationId="{5F7B1853-F2BA-0C2D-97B7-E710E4D02A00}"/>
          </ac:spMkLst>
        </pc:spChg>
        <pc:spChg chg="mod">
          <ac:chgData name="邦 肖" userId="38982054f6b45302" providerId="LiveId" clId="{9A653B7E-0A35-4AD6-836A-29BD773B1C26}" dt="2025-09-18T06:41:57.079" v="142"/>
          <ac:spMkLst>
            <pc:docMk/>
            <pc:sldMk cId="0" sldId="324"/>
            <ac:spMk id="74755" creationId="{2079431E-C444-23A8-158A-A4FD20F249E1}"/>
          </ac:spMkLst>
        </pc:spChg>
      </pc:sldChg>
      <pc:sldChg chg="addSp modSp add mod modAnim">
        <pc:chgData name="邦 肖" userId="38982054f6b45302" providerId="LiveId" clId="{9A653B7E-0A35-4AD6-836A-29BD773B1C26}" dt="2025-09-18T06:40:27.566" v="120"/>
        <pc:sldMkLst>
          <pc:docMk/>
          <pc:sldMk cId="0" sldId="336"/>
        </pc:sldMkLst>
        <pc:spChg chg="add mod">
          <ac:chgData name="邦 肖" userId="38982054f6b45302" providerId="LiveId" clId="{9A653B7E-0A35-4AD6-836A-29BD773B1C26}" dt="2025-09-18T06:38:28.405" v="112" actId="1076"/>
          <ac:spMkLst>
            <pc:docMk/>
            <pc:sldMk cId="0" sldId="336"/>
            <ac:spMk id="2" creationId="{48169310-7151-71EF-8BF9-B947745C6D10}"/>
          </ac:spMkLst>
        </pc:spChg>
        <pc:spChg chg="mod">
          <ac:chgData name="邦 肖" userId="38982054f6b45302" providerId="LiveId" clId="{9A653B7E-0A35-4AD6-836A-29BD773B1C26}" dt="2025-09-18T06:40:27.566" v="120"/>
          <ac:spMkLst>
            <pc:docMk/>
            <pc:sldMk cId="0" sldId="336"/>
            <ac:spMk id="87043" creationId="{70584B22-F903-305A-3CDC-1A35F3504242}"/>
          </ac:spMkLst>
        </pc:spChg>
      </pc:sldChg>
      <pc:sldChg chg="modSp add del mod">
        <pc:chgData name="邦 肖" userId="38982054f6b45302" providerId="LiveId" clId="{9A653B7E-0A35-4AD6-836A-29BD773B1C26}" dt="2025-09-18T06:40:05.594" v="117" actId="47"/>
        <pc:sldMkLst>
          <pc:docMk/>
          <pc:sldMk cId="0" sldId="373"/>
        </pc:sldMkLst>
        <pc:spChg chg="mod">
          <ac:chgData name="邦 肖" userId="38982054f6b45302" providerId="LiveId" clId="{9A653B7E-0A35-4AD6-836A-29BD773B1C26}" dt="2025-09-18T06:39:59.653" v="116" actId="14100"/>
          <ac:spMkLst>
            <pc:docMk/>
            <pc:sldMk cId="0" sldId="373"/>
            <ac:spMk id="124931" creationId="{EB7B5D03-8E94-0675-EA01-5B9A8AD69A0C}"/>
          </ac:spMkLst>
        </pc:spChg>
      </pc:sldChg>
      <pc:sldChg chg="addSp modSp mod ord modAnim">
        <pc:chgData name="邦 肖" userId="38982054f6b45302" providerId="LiveId" clId="{9A653B7E-0A35-4AD6-836A-29BD773B1C26}" dt="2025-09-18T06:41:59.146" v="144"/>
        <pc:sldMkLst>
          <pc:docMk/>
          <pc:sldMk cId="0" sldId="540"/>
        </pc:sldMkLst>
        <pc:spChg chg="add mod">
          <ac:chgData name="邦 肖" userId="38982054f6b45302" providerId="LiveId" clId="{9A653B7E-0A35-4AD6-836A-29BD773B1C26}" dt="2025-09-18T06:26:53.572" v="17" actId="20577"/>
          <ac:spMkLst>
            <pc:docMk/>
            <pc:sldMk cId="0" sldId="540"/>
            <ac:spMk id="2" creationId="{09DD6B28-6489-DE34-E908-69C222C2551C}"/>
          </ac:spMkLst>
        </pc:spChg>
        <pc:spChg chg="mod">
          <ac:chgData name="邦 肖" userId="38982054f6b45302" providerId="LiveId" clId="{9A653B7E-0A35-4AD6-836A-29BD773B1C26}" dt="2025-09-18T06:41:59.146" v="144"/>
          <ac:spMkLst>
            <pc:docMk/>
            <pc:sldMk cId="0" sldId="540"/>
            <ac:spMk id="304131" creationId="{600C013B-6C45-2F8C-9B9A-E90BE63C5C52}"/>
          </ac:spMkLst>
        </pc:spChg>
      </pc:sldChg>
      <pc:sldChg chg="addSp modSp add mod modAnim">
        <pc:chgData name="邦 肖" userId="38982054f6b45302" providerId="LiveId" clId="{9A653B7E-0A35-4AD6-836A-29BD773B1C26}" dt="2025-09-18T06:40:45.118" v="124"/>
        <pc:sldMkLst>
          <pc:docMk/>
          <pc:sldMk cId="0" sldId="744"/>
        </pc:sldMkLst>
        <pc:spChg chg="add mod">
          <ac:chgData name="邦 肖" userId="38982054f6b45302" providerId="LiveId" clId="{9A653B7E-0A35-4AD6-836A-29BD773B1C26}" dt="2025-09-18T06:35:57.053" v="75" actId="1076"/>
          <ac:spMkLst>
            <pc:docMk/>
            <pc:sldMk cId="0" sldId="744"/>
            <ac:spMk id="2" creationId="{63715718-E546-D7B0-7F5C-D473CACB629C}"/>
          </ac:spMkLst>
        </pc:spChg>
        <pc:spChg chg="mod">
          <ac:chgData name="邦 肖" userId="38982054f6b45302" providerId="LiveId" clId="{9A653B7E-0A35-4AD6-836A-29BD773B1C26}" dt="2025-09-18T06:40:45.118" v="124"/>
          <ac:spMkLst>
            <pc:docMk/>
            <pc:sldMk cId="0" sldId="744"/>
            <ac:spMk id="530435" creationId="{F8266F8C-C5FF-3950-2251-52B83F791809}"/>
          </ac:spMkLst>
        </pc:spChg>
      </pc:sldChg>
      <pc:sldChg chg="addSp delSp modSp add mod modAnim">
        <pc:chgData name="邦 肖" userId="38982054f6b45302" providerId="LiveId" clId="{9A653B7E-0A35-4AD6-836A-29BD773B1C26}" dt="2025-09-18T06:40:48.094" v="125"/>
        <pc:sldMkLst>
          <pc:docMk/>
          <pc:sldMk cId="0" sldId="781"/>
        </pc:sldMkLst>
        <pc:spChg chg="add mod">
          <ac:chgData name="邦 肖" userId="38982054f6b45302" providerId="LiveId" clId="{9A653B7E-0A35-4AD6-836A-29BD773B1C26}" dt="2025-09-18T06:35:10.938" v="58" actId="20577"/>
          <ac:spMkLst>
            <pc:docMk/>
            <pc:sldMk cId="0" sldId="781"/>
            <ac:spMk id="2" creationId="{36D974BC-3B53-40F8-0E86-012EAD6BAE2F}"/>
          </ac:spMkLst>
        </pc:spChg>
        <pc:spChg chg="add del mod">
          <ac:chgData name="邦 肖" userId="38982054f6b45302" providerId="LiveId" clId="{9A653B7E-0A35-4AD6-836A-29BD773B1C26}" dt="2025-09-18T06:35:36.782" v="68" actId="478"/>
          <ac:spMkLst>
            <pc:docMk/>
            <pc:sldMk cId="0" sldId="781"/>
            <ac:spMk id="3" creationId="{CDE0CDCF-CAA9-1331-CE00-B230031BD5F7}"/>
          </ac:spMkLst>
        </pc:spChg>
        <pc:spChg chg="add mod">
          <ac:chgData name="邦 肖" userId="38982054f6b45302" providerId="LiveId" clId="{9A653B7E-0A35-4AD6-836A-29BD773B1C26}" dt="2025-09-18T06:35:45.870" v="72" actId="20577"/>
          <ac:spMkLst>
            <pc:docMk/>
            <pc:sldMk cId="0" sldId="781"/>
            <ac:spMk id="4" creationId="{247DBAAD-689F-0717-A320-8CE7963D7D4D}"/>
          </ac:spMkLst>
        </pc:spChg>
        <pc:spChg chg="mod">
          <ac:chgData name="邦 肖" userId="38982054f6b45302" providerId="LiveId" clId="{9A653B7E-0A35-4AD6-836A-29BD773B1C26}" dt="2025-09-18T06:40:48.094" v="125"/>
          <ac:spMkLst>
            <pc:docMk/>
            <pc:sldMk cId="0" sldId="781"/>
            <ac:spMk id="571395" creationId="{B58801D9-46D4-1CBD-6B3D-504B6F0C22E5}"/>
          </ac:spMkLst>
        </pc:spChg>
        <pc:spChg chg="add mod">
          <ac:chgData name="邦 肖" userId="38982054f6b45302" providerId="LiveId" clId="{9A653B7E-0A35-4AD6-836A-29BD773B1C26}" dt="2025-09-18T06:40:48.094" v="125"/>
          <ac:spMkLst>
            <pc:docMk/>
            <pc:sldMk cId="0" sldId="781"/>
            <ac:spMk id="886787" creationId="{C9AB7443-6769-E06C-89CF-38E4F2CF80AC}"/>
          </ac:spMkLst>
        </pc:spChg>
      </pc:sldChg>
      <pc:sldChg chg="ord">
        <pc:chgData name="邦 肖" userId="38982054f6b45302" providerId="LiveId" clId="{9A653B7E-0A35-4AD6-836A-29BD773B1C26}" dt="2025-09-18T06:25:16.127" v="12"/>
        <pc:sldMkLst>
          <pc:docMk/>
          <pc:sldMk cId="3008422991" sldId="929"/>
        </pc:sldMkLst>
      </pc:sldChg>
      <pc:sldChg chg="del">
        <pc:chgData name="邦 肖" userId="38982054f6b45302" providerId="LiveId" clId="{9A653B7E-0A35-4AD6-836A-29BD773B1C26}" dt="2025-09-18T06:22:12.592" v="0" actId="47"/>
        <pc:sldMkLst>
          <pc:docMk/>
          <pc:sldMk cId="344097877" sldId="951"/>
        </pc:sldMkLst>
      </pc:sldChg>
      <pc:sldChg chg="del">
        <pc:chgData name="邦 肖" userId="38982054f6b45302" providerId="LiveId" clId="{9A653B7E-0A35-4AD6-836A-29BD773B1C26}" dt="2025-09-18T06:22:12.592" v="0" actId="47"/>
        <pc:sldMkLst>
          <pc:docMk/>
          <pc:sldMk cId="3471939428" sldId="953"/>
        </pc:sldMkLst>
      </pc:sldChg>
      <pc:sldChg chg="del">
        <pc:chgData name="邦 肖" userId="38982054f6b45302" providerId="LiveId" clId="{9A653B7E-0A35-4AD6-836A-29BD773B1C26}" dt="2025-09-18T06:22:12.592" v="0" actId="47"/>
        <pc:sldMkLst>
          <pc:docMk/>
          <pc:sldMk cId="3130898406" sldId="954"/>
        </pc:sldMkLst>
      </pc:sldChg>
      <pc:sldChg chg="del">
        <pc:chgData name="邦 肖" userId="38982054f6b45302" providerId="LiveId" clId="{9A653B7E-0A35-4AD6-836A-29BD773B1C26}" dt="2025-09-18T06:22:12.592" v="0" actId="47"/>
        <pc:sldMkLst>
          <pc:docMk/>
          <pc:sldMk cId="1778589122" sldId="955"/>
        </pc:sldMkLst>
      </pc:sldChg>
      <pc:sldChg chg="del">
        <pc:chgData name="邦 肖" userId="38982054f6b45302" providerId="LiveId" clId="{9A653B7E-0A35-4AD6-836A-29BD773B1C26}" dt="2025-09-18T06:22:12.592" v="0" actId="47"/>
        <pc:sldMkLst>
          <pc:docMk/>
          <pc:sldMk cId="3998335599" sldId="956"/>
        </pc:sldMkLst>
      </pc:sldChg>
      <pc:sldChg chg="del">
        <pc:chgData name="邦 肖" userId="38982054f6b45302" providerId="LiveId" clId="{9A653B7E-0A35-4AD6-836A-29BD773B1C26}" dt="2025-09-18T06:22:12.592" v="0" actId="47"/>
        <pc:sldMkLst>
          <pc:docMk/>
          <pc:sldMk cId="2481182375" sldId="957"/>
        </pc:sldMkLst>
      </pc:sldChg>
      <pc:sldChg chg="del">
        <pc:chgData name="邦 肖" userId="38982054f6b45302" providerId="LiveId" clId="{9A653B7E-0A35-4AD6-836A-29BD773B1C26}" dt="2025-09-18T06:22:12.592" v="0" actId="47"/>
        <pc:sldMkLst>
          <pc:docMk/>
          <pc:sldMk cId="3273621706" sldId="958"/>
        </pc:sldMkLst>
      </pc:sldChg>
      <pc:sldChg chg="del">
        <pc:chgData name="邦 肖" userId="38982054f6b45302" providerId="LiveId" clId="{9A653B7E-0A35-4AD6-836A-29BD773B1C26}" dt="2025-09-18T06:22:12.592" v="0" actId="47"/>
        <pc:sldMkLst>
          <pc:docMk/>
          <pc:sldMk cId="2273985758" sldId="959"/>
        </pc:sldMkLst>
      </pc:sldChg>
      <pc:sldChg chg="del">
        <pc:chgData name="邦 肖" userId="38982054f6b45302" providerId="LiveId" clId="{9A653B7E-0A35-4AD6-836A-29BD773B1C26}" dt="2025-09-18T06:22:12.592" v="0" actId="47"/>
        <pc:sldMkLst>
          <pc:docMk/>
          <pc:sldMk cId="659317755" sldId="960"/>
        </pc:sldMkLst>
      </pc:sldChg>
      <pc:sldChg chg="del">
        <pc:chgData name="邦 肖" userId="38982054f6b45302" providerId="LiveId" clId="{9A653B7E-0A35-4AD6-836A-29BD773B1C26}" dt="2025-09-18T06:22:12.592" v="0" actId="47"/>
        <pc:sldMkLst>
          <pc:docMk/>
          <pc:sldMk cId="3857886718" sldId="961"/>
        </pc:sldMkLst>
      </pc:sldChg>
      <pc:sldChg chg="del">
        <pc:chgData name="邦 肖" userId="38982054f6b45302" providerId="LiveId" clId="{9A653B7E-0A35-4AD6-836A-29BD773B1C26}" dt="2025-09-18T06:25:12.022" v="10" actId="47"/>
        <pc:sldMkLst>
          <pc:docMk/>
          <pc:sldMk cId="3354500942" sldId="962"/>
        </pc:sldMkLst>
      </pc:sldChg>
      <pc:sldChg chg="del">
        <pc:chgData name="邦 肖" userId="38982054f6b45302" providerId="LiveId" clId="{9A653B7E-0A35-4AD6-836A-29BD773B1C26}" dt="2025-09-18T06:25:20.041" v="13" actId="47"/>
        <pc:sldMkLst>
          <pc:docMk/>
          <pc:sldMk cId="2481959147" sldId="963"/>
        </pc:sldMkLst>
      </pc:sldChg>
      <pc:sldChg chg="del">
        <pc:chgData name="邦 肖" userId="38982054f6b45302" providerId="LiveId" clId="{9A653B7E-0A35-4AD6-836A-29BD773B1C26}" dt="2025-09-18T06:28:25.854" v="33" actId="47"/>
        <pc:sldMkLst>
          <pc:docMk/>
          <pc:sldMk cId="3965889556" sldId="964"/>
        </pc:sldMkLst>
      </pc:sldChg>
      <pc:sldChg chg="del">
        <pc:chgData name="邦 肖" userId="38982054f6b45302" providerId="LiveId" clId="{9A653B7E-0A35-4AD6-836A-29BD773B1C26}" dt="2025-09-18T06:28:26.668" v="34" actId="47"/>
        <pc:sldMkLst>
          <pc:docMk/>
          <pc:sldMk cId="3076318455" sldId="965"/>
        </pc:sldMkLst>
      </pc:sldChg>
      <pc:sldChg chg="addSp modSp add mod modAnim">
        <pc:chgData name="邦 肖" userId="38982054f6b45302" providerId="LiveId" clId="{9A653B7E-0A35-4AD6-836A-29BD773B1C26}" dt="2025-09-18T06:40:39.643" v="122"/>
        <pc:sldMkLst>
          <pc:docMk/>
          <pc:sldMk cId="0" sldId="1044"/>
        </pc:sldMkLst>
        <pc:spChg chg="add mod">
          <ac:chgData name="邦 肖" userId="38982054f6b45302" providerId="LiveId" clId="{9A653B7E-0A35-4AD6-836A-29BD773B1C26}" dt="2025-09-18T06:36:31.868" v="91" actId="1076"/>
          <ac:spMkLst>
            <pc:docMk/>
            <pc:sldMk cId="0" sldId="1044"/>
            <ac:spMk id="2" creationId="{17ACAD3E-971C-E3F3-D4A5-AA089C119897}"/>
          </ac:spMkLst>
        </pc:spChg>
        <pc:spChg chg="add mod">
          <ac:chgData name="邦 肖" userId="38982054f6b45302" providerId="LiveId" clId="{9A653B7E-0A35-4AD6-836A-29BD773B1C26}" dt="2025-09-18T06:36:55.908" v="101" actId="1076"/>
          <ac:spMkLst>
            <pc:docMk/>
            <pc:sldMk cId="0" sldId="1044"/>
            <ac:spMk id="4" creationId="{81BC2E29-8BAB-FA24-6C64-EC1296FA9433}"/>
          </ac:spMkLst>
        </pc:spChg>
        <pc:spChg chg="add mod">
          <ac:chgData name="邦 肖" userId="38982054f6b45302" providerId="LiveId" clId="{9A653B7E-0A35-4AD6-836A-29BD773B1C26}" dt="2025-09-18T06:37:05.623" v="104" actId="571"/>
          <ac:spMkLst>
            <pc:docMk/>
            <pc:sldMk cId="0" sldId="1044"/>
            <ac:spMk id="5" creationId="{125E3622-BDE9-0BFB-7D3B-9493CB107E02}"/>
          </ac:spMkLst>
        </pc:spChg>
        <pc:spChg chg="mod">
          <ac:chgData name="邦 肖" userId="38982054f6b45302" providerId="LiveId" clId="{9A653B7E-0A35-4AD6-836A-29BD773B1C26}" dt="2025-09-18T06:40:39.643" v="122"/>
          <ac:spMkLst>
            <pc:docMk/>
            <pc:sldMk cId="0" sldId="1044"/>
            <ac:spMk id="864259" creationId="{DBEFF23E-8E56-4221-6883-7DEB5F42376B}"/>
          </ac:spMkLst>
        </pc:spChg>
      </pc:sldChg>
      <pc:sldChg chg="addSp modSp add modAnim">
        <pc:chgData name="邦 肖" userId="38982054f6b45302" providerId="LiveId" clId="{9A653B7E-0A35-4AD6-836A-29BD773B1C26}" dt="2025-09-18T06:40:37.244" v="121"/>
        <pc:sldMkLst>
          <pc:docMk/>
          <pc:sldMk cId="0" sldId="1052"/>
        </pc:sldMkLst>
        <pc:spChg chg="add mod">
          <ac:chgData name="邦 肖" userId="38982054f6b45302" providerId="LiveId" clId="{9A653B7E-0A35-4AD6-836A-29BD773B1C26}" dt="2025-09-18T06:37:25.320" v="107" actId="20577"/>
          <ac:spMkLst>
            <pc:docMk/>
            <pc:sldMk cId="0" sldId="1052"/>
            <ac:spMk id="2" creationId="{E2E596BD-552B-63A4-E09D-E246C57DA8FA}"/>
          </ac:spMkLst>
        </pc:spChg>
        <pc:spChg chg="mod">
          <ac:chgData name="邦 肖" userId="38982054f6b45302" providerId="LiveId" clId="{9A653B7E-0A35-4AD6-836A-29BD773B1C26}" dt="2025-09-18T06:40:37.244" v="121"/>
          <ac:spMkLst>
            <pc:docMk/>
            <pc:sldMk cId="0" sldId="1052"/>
            <ac:spMk id="873475" creationId="{CC1B3E6D-9A98-AFEE-0012-E6C88C4D66E5}"/>
          </ac:spMkLst>
        </pc:spChg>
      </pc:sldChg>
      <pc:sldChg chg="addSp delSp modSp add mod modAnim">
        <pc:chgData name="邦 肖" userId="38982054f6b45302" providerId="LiveId" clId="{9A653B7E-0A35-4AD6-836A-29BD773B1C26}" dt="2025-09-18T06:34:51.946" v="55" actId="20577"/>
        <pc:sldMkLst>
          <pc:docMk/>
          <pc:sldMk cId="0" sldId="1063"/>
        </pc:sldMkLst>
        <pc:spChg chg="add del">
          <ac:chgData name="邦 肖" userId="38982054f6b45302" providerId="LiveId" clId="{9A653B7E-0A35-4AD6-836A-29BD773B1C26}" dt="2025-09-18T06:34:39.342" v="51" actId="22"/>
          <ac:spMkLst>
            <pc:docMk/>
            <pc:sldMk cId="0" sldId="1063"/>
            <ac:spMk id="3" creationId="{9CE32FFB-E685-E42F-E426-FD5C8DA2FEF4}"/>
          </ac:spMkLst>
        </pc:spChg>
        <pc:spChg chg="add mod">
          <ac:chgData name="邦 肖" userId="38982054f6b45302" providerId="LiveId" clId="{9A653B7E-0A35-4AD6-836A-29BD773B1C26}" dt="2025-09-18T06:34:51.946" v="55" actId="20577"/>
          <ac:spMkLst>
            <pc:docMk/>
            <pc:sldMk cId="0" sldId="1063"/>
            <ac:spMk id="4" creationId="{F13CBCD0-6C11-A26B-D99E-E63E2742DB07}"/>
          </ac:spMkLst>
        </pc:spChg>
      </pc:sldChg>
      <pc:sldChg chg="del">
        <pc:chgData name="邦 肖" userId="38982054f6b45302" providerId="LiveId" clId="{9A653B7E-0A35-4AD6-836A-29BD773B1C26}" dt="2025-09-18T06:28:27.169" v="35" actId="47"/>
        <pc:sldMkLst>
          <pc:docMk/>
          <pc:sldMk cId="3121571896" sldId="1063"/>
        </pc:sldMkLst>
      </pc:sldChg>
      <pc:sldChg chg="addSp delSp modSp add del">
        <pc:chgData name="邦 肖" userId="38982054f6b45302" providerId="LiveId" clId="{9A653B7E-0A35-4AD6-836A-29BD773B1C26}" dt="2025-09-18T06:35:47.952" v="73" actId="47"/>
        <pc:sldMkLst>
          <pc:docMk/>
          <pc:sldMk cId="0" sldId="1064"/>
        </pc:sldMkLst>
        <pc:spChg chg="add mod">
          <ac:chgData name="邦 肖" userId="38982054f6b45302" providerId="LiveId" clId="{9A653B7E-0A35-4AD6-836A-29BD773B1C26}" dt="2025-09-18T06:35:21.258" v="59" actId="21"/>
          <ac:spMkLst>
            <pc:docMk/>
            <pc:sldMk cId="0" sldId="1064"/>
            <ac:spMk id="2" creationId="{89564296-E90A-E289-EB24-8FB9410D7110}"/>
          </ac:spMkLst>
        </pc:spChg>
        <pc:spChg chg="del">
          <ac:chgData name="邦 肖" userId="38982054f6b45302" providerId="LiveId" clId="{9A653B7E-0A35-4AD6-836A-29BD773B1C26}" dt="2025-09-18T06:35:21.258" v="59" actId="21"/>
          <ac:spMkLst>
            <pc:docMk/>
            <pc:sldMk cId="0" sldId="1064"/>
            <ac:spMk id="886787" creationId="{C9AB7443-6769-E06C-89CF-38E4F2CF80AC}"/>
          </ac:spMkLst>
        </pc:spChg>
      </pc:sldChg>
      <pc:sldChg chg="del">
        <pc:chgData name="邦 肖" userId="38982054f6b45302" providerId="LiveId" clId="{9A653B7E-0A35-4AD6-836A-29BD773B1C26}" dt="2025-09-18T06:28:30.527" v="37" actId="47"/>
        <pc:sldMkLst>
          <pc:docMk/>
          <pc:sldMk cId="2067304902" sldId="1064"/>
        </pc:sldMkLst>
      </pc:sldChg>
      <pc:sldChg chg="addSp modSp add mod modAnim">
        <pc:chgData name="邦 肖" userId="38982054f6b45302" providerId="LiveId" clId="{9A653B7E-0A35-4AD6-836A-29BD773B1C26}" dt="2025-09-18T06:40:41.977" v="123"/>
        <pc:sldMkLst>
          <pc:docMk/>
          <pc:sldMk cId="0" sldId="1065"/>
        </pc:sldMkLst>
        <pc:spChg chg="add mod">
          <ac:chgData name="邦 肖" userId="38982054f6b45302" providerId="LiveId" clId="{9A653B7E-0A35-4AD6-836A-29BD773B1C26}" dt="2025-09-18T06:36:07.990" v="83" actId="20577"/>
          <ac:spMkLst>
            <pc:docMk/>
            <pc:sldMk cId="0" sldId="1065"/>
            <ac:spMk id="2" creationId="{BF73AE6A-A88C-8E8F-FAE4-3FEA1D8B4DBC}"/>
          </ac:spMkLst>
        </pc:spChg>
        <pc:spChg chg="mod">
          <ac:chgData name="邦 肖" userId="38982054f6b45302" providerId="LiveId" clId="{9A653B7E-0A35-4AD6-836A-29BD773B1C26}" dt="2025-09-18T06:40:41.977" v="123"/>
          <ac:spMkLst>
            <pc:docMk/>
            <pc:sldMk cId="0" sldId="1065"/>
            <ac:spMk id="887811" creationId="{AB6F1A0B-9020-1363-7D4C-F0D43197A491}"/>
          </ac:spMkLst>
        </pc:spChg>
      </pc:sldChg>
      <pc:sldChg chg="del">
        <pc:chgData name="邦 肖" userId="38982054f6b45302" providerId="LiveId" clId="{9A653B7E-0A35-4AD6-836A-29BD773B1C26}" dt="2025-09-18T06:28:33.328" v="38" actId="47"/>
        <pc:sldMkLst>
          <pc:docMk/>
          <pc:sldMk cId="2065762709" sldId="1065"/>
        </pc:sldMkLst>
      </pc:sldChg>
      <pc:sldChg chg="add del">
        <pc:chgData name="邦 肖" userId="38982054f6b45302" providerId="LiveId" clId="{9A653B7E-0A35-4AD6-836A-29BD773B1C26}" dt="2025-09-18T06:33:44.909" v="47"/>
        <pc:sldMkLst>
          <pc:docMk/>
          <pc:sldMk cId="0" sldId="1066"/>
        </pc:sldMkLst>
      </pc:sldChg>
      <pc:sldChg chg="del">
        <pc:chgData name="邦 肖" userId="38982054f6b45302" providerId="LiveId" clId="{9A653B7E-0A35-4AD6-836A-29BD773B1C26}" dt="2025-09-18T06:28:38.384" v="41" actId="47"/>
        <pc:sldMkLst>
          <pc:docMk/>
          <pc:sldMk cId="1486326831" sldId="1066"/>
        </pc:sldMkLst>
      </pc:sldChg>
      <pc:sldChg chg="add del">
        <pc:chgData name="邦 肖" userId="38982054f6b45302" providerId="LiveId" clId="{9A653B7E-0A35-4AD6-836A-29BD773B1C26}" dt="2025-09-18T06:33:44.909" v="47"/>
        <pc:sldMkLst>
          <pc:docMk/>
          <pc:sldMk cId="0" sldId="1067"/>
        </pc:sldMkLst>
      </pc:sldChg>
      <pc:sldChg chg="del">
        <pc:chgData name="邦 肖" userId="38982054f6b45302" providerId="LiveId" clId="{9A653B7E-0A35-4AD6-836A-29BD773B1C26}" dt="2025-09-18T06:28:28.047" v="36" actId="47"/>
        <pc:sldMkLst>
          <pc:docMk/>
          <pc:sldMk cId="3555456793" sldId="1067"/>
        </pc:sldMkLst>
      </pc:sldChg>
      <pc:sldChg chg="add del">
        <pc:chgData name="邦 肖" userId="38982054f6b45302" providerId="LiveId" clId="{9A653B7E-0A35-4AD6-836A-29BD773B1C26}" dt="2025-09-18T06:33:44.909" v="47"/>
        <pc:sldMkLst>
          <pc:docMk/>
          <pc:sldMk cId="0" sldId="1068"/>
        </pc:sldMkLst>
      </pc:sldChg>
      <pc:sldChg chg="del">
        <pc:chgData name="邦 肖" userId="38982054f6b45302" providerId="LiveId" clId="{9A653B7E-0A35-4AD6-836A-29BD773B1C26}" dt="2025-09-18T06:28:39.688" v="42" actId="47"/>
        <pc:sldMkLst>
          <pc:docMk/>
          <pc:sldMk cId="55944389" sldId="1068"/>
        </pc:sldMkLst>
      </pc:sldChg>
      <pc:sldChg chg="add del">
        <pc:chgData name="邦 肖" userId="38982054f6b45302" providerId="LiveId" clId="{9A653B7E-0A35-4AD6-836A-29BD773B1C26}" dt="2025-09-18T06:33:44.909" v="47"/>
        <pc:sldMkLst>
          <pc:docMk/>
          <pc:sldMk cId="0" sldId="1069"/>
        </pc:sldMkLst>
      </pc:sldChg>
      <pc:sldChg chg="add del">
        <pc:chgData name="邦 肖" userId="38982054f6b45302" providerId="LiveId" clId="{9A653B7E-0A35-4AD6-836A-29BD773B1C26}" dt="2025-09-18T06:33:44.909" v="47"/>
        <pc:sldMkLst>
          <pc:docMk/>
          <pc:sldMk cId="0" sldId="1070"/>
        </pc:sldMkLst>
      </pc:sldChg>
      <pc:sldChg chg="add del">
        <pc:chgData name="邦 肖" userId="38982054f6b45302" providerId="LiveId" clId="{9A653B7E-0A35-4AD6-836A-29BD773B1C26}" dt="2025-09-18T06:33:44.909" v="47"/>
        <pc:sldMkLst>
          <pc:docMk/>
          <pc:sldMk cId="0" sldId="1071"/>
        </pc:sldMkLst>
      </pc:sldChg>
      <pc:sldChg chg="add del">
        <pc:chgData name="邦 肖" userId="38982054f6b45302" providerId="LiveId" clId="{9A653B7E-0A35-4AD6-836A-29BD773B1C26}" dt="2025-09-18T06:33:44.909" v="47"/>
        <pc:sldMkLst>
          <pc:docMk/>
          <pc:sldMk cId="0" sldId="1072"/>
        </pc:sldMkLst>
      </pc:sldChg>
      <pc:sldChg chg="add del">
        <pc:chgData name="邦 肖" userId="38982054f6b45302" providerId="LiveId" clId="{9A653B7E-0A35-4AD6-836A-29BD773B1C26}" dt="2025-09-18T06:33:44.909" v="47"/>
        <pc:sldMkLst>
          <pc:docMk/>
          <pc:sldMk cId="0" sldId="1073"/>
        </pc:sldMkLst>
      </pc:sldChg>
      <pc:sldChg chg="add del">
        <pc:chgData name="邦 肖" userId="38982054f6b45302" providerId="LiveId" clId="{9A653B7E-0A35-4AD6-836A-29BD773B1C26}" dt="2025-09-18T06:33:44.909" v="47"/>
        <pc:sldMkLst>
          <pc:docMk/>
          <pc:sldMk cId="0" sldId="1074"/>
        </pc:sldMkLst>
      </pc:sldChg>
      <pc:sldChg chg="add del">
        <pc:chgData name="邦 肖" userId="38982054f6b45302" providerId="LiveId" clId="{9A653B7E-0A35-4AD6-836A-29BD773B1C26}" dt="2025-09-18T06:33:44.909" v="47"/>
        <pc:sldMkLst>
          <pc:docMk/>
          <pc:sldMk cId="0" sldId="1075"/>
        </pc:sldMkLst>
      </pc:sldChg>
      <pc:sldMasterChg chg="delSldLayout">
        <pc:chgData name="邦 肖" userId="38982054f6b45302" providerId="LiveId" clId="{9A653B7E-0A35-4AD6-836A-29BD773B1C26}" dt="2025-09-18T06:28:39.688" v="42" actId="47"/>
        <pc:sldMasterMkLst>
          <pc:docMk/>
          <pc:sldMasterMk cId="2207214310" sldId="2147483648"/>
        </pc:sldMasterMkLst>
        <pc:sldLayoutChg chg="del">
          <pc:chgData name="邦 肖" userId="38982054f6b45302" providerId="LiveId" clId="{9A653B7E-0A35-4AD6-836A-29BD773B1C26}" dt="2025-09-18T06:28:39.688" v="42" actId="47"/>
          <pc:sldLayoutMkLst>
            <pc:docMk/>
            <pc:sldMasterMk cId="2207214310" sldId="2147483648"/>
            <pc:sldLayoutMk cId="4281449680" sldId="2147483660"/>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3E46F5-4AEC-49BC-5C1A-CC43D86573F3}"/>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48D743A4-4EBF-008A-EE27-CDB3722166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C17FEE66-3412-6E43-0427-3FC74F252843}"/>
              </a:ext>
            </a:extLst>
          </p:cNvPr>
          <p:cNvSpPr>
            <a:spLocks noGrp="1"/>
          </p:cNvSpPr>
          <p:nvPr>
            <p:ph type="dt" sz="half" idx="10"/>
          </p:nvPr>
        </p:nvSpPr>
        <p:spPr/>
        <p:txBody>
          <a:bodyPr/>
          <a:lstStyle/>
          <a:p>
            <a:fld id="{DF4268C2-4F59-2948-AC58-F4FEB8E097C8}" type="datetimeFigureOut">
              <a:rPr kumimoji="1" lang="zh-CN" altLang="en-US" smtClean="0"/>
              <a:t>2025/9/18</a:t>
            </a:fld>
            <a:endParaRPr kumimoji="1" lang="zh-CN" altLang="en-US"/>
          </a:p>
        </p:txBody>
      </p:sp>
      <p:sp>
        <p:nvSpPr>
          <p:cNvPr id="5" name="页脚占位符 4">
            <a:extLst>
              <a:ext uri="{FF2B5EF4-FFF2-40B4-BE49-F238E27FC236}">
                <a16:creationId xmlns:a16="http://schemas.microsoft.com/office/drawing/2014/main" id="{D473CA1D-F161-089C-FB96-181A7BCFAC1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F68531D-AC6C-0B48-0FC8-A03A511A635D}"/>
              </a:ext>
            </a:extLst>
          </p:cNvPr>
          <p:cNvSpPr>
            <a:spLocks noGrp="1"/>
          </p:cNvSpPr>
          <p:nvPr>
            <p:ph type="sldNum" sz="quarter" idx="12"/>
          </p:nvPr>
        </p:nvSpPr>
        <p:spPr/>
        <p:txBody>
          <a:bodyPr/>
          <a:lstStyle/>
          <a:p>
            <a:fld id="{D63230A4-445C-F74E-8F9D-8273B448407C}" type="slidenum">
              <a:rPr kumimoji="1" lang="zh-CN" altLang="en-US" smtClean="0"/>
              <a:t>‹#›</a:t>
            </a:fld>
            <a:endParaRPr kumimoji="1" lang="zh-CN" altLang="en-US"/>
          </a:p>
        </p:txBody>
      </p:sp>
    </p:spTree>
    <p:extLst>
      <p:ext uri="{BB962C8B-B14F-4D97-AF65-F5344CB8AC3E}">
        <p14:creationId xmlns:p14="http://schemas.microsoft.com/office/powerpoint/2010/main" val="1718930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DFBDCC-F659-3C9A-8325-6F2D98E84DA3}"/>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419239DB-1A6B-F7E8-28C4-8487ABE305AD}"/>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DECE91E8-1819-6994-7BAA-ACDE5062753A}"/>
              </a:ext>
            </a:extLst>
          </p:cNvPr>
          <p:cNvSpPr>
            <a:spLocks noGrp="1"/>
          </p:cNvSpPr>
          <p:nvPr>
            <p:ph type="dt" sz="half" idx="10"/>
          </p:nvPr>
        </p:nvSpPr>
        <p:spPr/>
        <p:txBody>
          <a:bodyPr/>
          <a:lstStyle/>
          <a:p>
            <a:fld id="{DF4268C2-4F59-2948-AC58-F4FEB8E097C8}" type="datetimeFigureOut">
              <a:rPr kumimoji="1" lang="zh-CN" altLang="en-US" smtClean="0"/>
              <a:t>2025/9/18</a:t>
            </a:fld>
            <a:endParaRPr kumimoji="1" lang="zh-CN" altLang="en-US"/>
          </a:p>
        </p:txBody>
      </p:sp>
      <p:sp>
        <p:nvSpPr>
          <p:cNvPr id="5" name="页脚占位符 4">
            <a:extLst>
              <a:ext uri="{FF2B5EF4-FFF2-40B4-BE49-F238E27FC236}">
                <a16:creationId xmlns:a16="http://schemas.microsoft.com/office/drawing/2014/main" id="{1800C760-9650-1244-DEB4-B45534AA986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8D972EE-3C45-08D3-CA5F-11F009C5BDE4}"/>
              </a:ext>
            </a:extLst>
          </p:cNvPr>
          <p:cNvSpPr>
            <a:spLocks noGrp="1"/>
          </p:cNvSpPr>
          <p:nvPr>
            <p:ph type="sldNum" sz="quarter" idx="12"/>
          </p:nvPr>
        </p:nvSpPr>
        <p:spPr/>
        <p:txBody>
          <a:bodyPr/>
          <a:lstStyle/>
          <a:p>
            <a:fld id="{D63230A4-445C-F74E-8F9D-8273B448407C}" type="slidenum">
              <a:rPr kumimoji="1" lang="zh-CN" altLang="en-US" smtClean="0"/>
              <a:t>‹#›</a:t>
            </a:fld>
            <a:endParaRPr kumimoji="1" lang="zh-CN" altLang="en-US"/>
          </a:p>
        </p:txBody>
      </p:sp>
    </p:spTree>
    <p:extLst>
      <p:ext uri="{BB962C8B-B14F-4D97-AF65-F5344CB8AC3E}">
        <p14:creationId xmlns:p14="http://schemas.microsoft.com/office/powerpoint/2010/main" val="7537516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2C79A7-01A3-C8E2-F4E5-D1CD52F61496}"/>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53C23B2A-500F-BABF-C706-BC0FC58BEA5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352ED726-2735-E926-924E-975FD78DFCBF}"/>
              </a:ext>
            </a:extLst>
          </p:cNvPr>
          <p:cNvSpPr>
            <a:spLocks noGrp="1"/>
          </p:cNvSpPr>
          <p:nvPr>
            <p:ph type="dt" sz="half" idx="10"/>
          </p:nvPr>
        </p:nvSpPr>
        <p:spPr/>
        <p:txBody>
          <a:bodyPr/>
          <a:lstStyle/>
          <a:p>
            <a:fld id="{DF4268C2-4F59-2948-AC58-F4FEB8E097C8}" type="datetimeFigureOut">
              <a:rPr kumimoji="1" lang="zh-CN" altLang="en-US" smtClean="0"/>
              <a:t>2025/9/18</a:t>
            </a:fld>
            <a:endParaRPr kumimoji="1" lang="zh-CN" altLang="en-US"/>
          </a:p>
        </p:txBody>
      </p:sp>
      <p:sp>
        <p:nvSpPr>
          <p:cNvPr id="5" name="页脚占位符 4">
            <a:extLst>
              <a:ext uri="{FF2B5EF4-FFF2-40B4-BE49-F238E27FC236}">
                <a16:creationId xmlns:a16="http://schemas.microsoft.com/office/drawing/2014/main" id="{5A44D2D0-641C-A2A4-F18B-418BF036D10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17BB0A7-ABE9-75C2-43F1-C03CC7CBA0E5}"/>
              </a:ext>
            </a:extLst>
          </p:cNvPr>
          <p:cNvSpPr>
            <a:spLocks noGrp="1"/>
          </p:cNvSpPr>
          <p:nvPr>
            <p:ph type="sldNum" sz="quarter" idx="12"/>
          </p:nvPr>
        </p:nvSpPr>
        <p:spPr/>
        <p:txBody>
          <a:bodyPr/>
          <a:lstStyle/>
          <a:p>
            <a:fld id="{D63230A4-445C-F74E-8F9D-8273B448407C}" type="slidenum">
              <a:rPr kumimoji="1" lang="zh-CN" altLang="en-US" smtClean="0"/>
              <a:t>‹#›</a:t>
            </a:fld>
            <a:endParaRPr kumimoji="1" lang="zh-CN" altLang="en-US"/>
          </a:p>
        </p:txBody>
      </p:sp>
    </p:spTree>
    <p:extLst>
      <p:ext uri="{BB962C8B-B14F-4D97-AF65-F5344CB8AC3E}">
        <p14:creationId xmlns:p14="http://schemas.microsoft.com/office/powerpoint/2010/main" val="1162827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ABC4CC-8FCB-9A3B-35D4-67A447511F3A}"/>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DD00D11E-D0FB-4299-E502-44712CA2D373}"/>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4EBE3641-6341-6827-06AA-E553F4EE82B1}"/>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0A16FDEC-FC69-239D-4FEF-23F7BA08181C}"/>
              </a:ext>
            </a:extLst>
          </p:cNvPr>
          <p:cNvSpPr>
            <a:spLocks noGrp="1"/>
          </p:cNvSpPr>
          <p:nvPr>
            <p:ph type="dt" sz="half" idx="10"/>
          </p:nvPr>
        </p:nvSpPr>
        <p:spPr/>
        <p:txBody>
          <a:bodyPr/>
          <a:lstStyle/>
          <a:p>
            <a:fld id="{DF4268C2-4F59-2948-AC58-F4FEB8E097C8}" type="datetimeFigureOut">
              <a:rPr kumimoji="1" lang="zh-CN" altLang="en-US" smtClean="0"/>
              <a:t>2025/9/18</a:t>
            </a:fld>
            <a:endParaRPr kumimoji="1" lang="zh-CN" altLang="en-US"/>
          </a:p>
        </p:txBody>
      </p:sp>
      <p:sp>
        <p:nvSpPr>
          <p:cNvPr id="6" name="页脚占位符 5">
            <a:extLst>
              <a:ext uri="{FF2B5EF4-FFF2-40B4-BE49-F238E27FC236}">
                <a16:creationId xmlns:a16="http://schemas.microsoft.com/office/drawing/2014/main" id="{6F171C74-D11D-50AC-7D43-0330D85ABBFF}"/>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03C9A378-A0A5-4873-EB87-C7AA85ACD492}"/>
              </a:ext>
            </a:extLst>
          </p:cNvPr>
          <p:cNvSpPr>
            <a:spLocks noGrp="1"/>
          </p:cNvSpPr>
          <p:nvPr>
            <p:ph type="sldNum" sz="quarter" idx="12"/>
          </p:nvPr>
        </p:nvSpPr>
        <p:spPr/>
        <p:txBody>
          <a:bodyPr/>
          <a:lstStyle/>
          <a:p>
            <a:fld id="{D63230A4-445C-F74E-8F9D-8273B448407C}" type="slidenum">
              <a:rPr kumimoji="1" lang="zh-CN" altLang="en-US" smtClean="0"/>
              <a:t>‹#›</a:t>
            </a:fld>
            <a:endParaRPr kumimoji="1" lang="zh-CN" altLang="en-US"/>
          </a:p>
        </p:txBody>
      </p:sp>
    </p:spTree>
    <p:extLst>
      <p:ext uri="{BB962C8B-B14F-4D97-AF65-F5344CB8AC3E}">
        <p14:creationId xmlns:p14="http://schemas.microsoft.com/office/powerpoint/2010/main" val="704589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967403-2C5B-610C-1E0E-4F4650DF8E46}"/>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0118BC13-782D-5974-EAB8-46D4C35688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53059465-0F68-F52A-829C-144256E9E7CB}"/>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A4AA9999-4042-FD7B-9DF6-A6B1CCDBC3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569D83E2-C42F-375F-D81F-9A5145431035}"/>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8919172D-A225-E01A-D9B2-3B918AEEF130}"/>
              </a:ext>
            </a:extLst>
          </p:cNvPr>
          <p:cNvSpPr>
            <a:spLocks noGrp="1"/>
          </p:cNvSpPr>
          <p:nvPr>
            <p:ph type="dt" sz="half" idx="10"/>
          </p:nvPr>
        </p:nvSpPr>
        <p:spPr/>
        <p:txBody>
          <a:bodyPr/>
          <a:lstStyle/>
          <a:p>
            <a:fld id="{DF4268C2-4F59-2948-AC58-F4FEB8E097C8}" type="datetimeFigureOut">
              <a:rPr kumimoji="1" lang="zh-CN" altLang="en-US" smtClean="0"/>
              <a:t>2025/9/18</a:t>
            </a:fld>
            <a:endParaRPr kumimoji="1" lang="zh-CN" altLang="en-US"/>
          </a:p>
        </p:txBody>
      </p:sp>
      <p:sp>
        <p:nvSpPr>
          <p:cNvPr id="8" name="页脚占位符 7">
            <a:extLst>
              <a:ext uri="{FF2B5EF4-FFF2-40B4-BE49-F238E27FC236}">
                <a16:creationId xmlns:a16="http://schemas.microsoft.com/office/drawing/2014/main" id="{CDA20F5E-552B-AE32-4E7D-66A1DD325424}"/>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325E2619-AE14-4DC2-2D21-ADCC6A1613B3}"/>
              </a:ext>
            </a:extLst>
          </p:cNvPr>
          <p:cNvSpPr>
            <a:spLocks noGrp="1"/>
          </p:cNvSpPr>
          <p:nvPr>
            <p:ph type="sldNum" sz="quarter" idx="12"/>
          </p:nvPr>
        </p:nvSpPr>
        <p:spPr/>
        <p:txBody>
          <a:bodyPr/>
          <a:lstStyle/>
          <a:p>
            <a:fld id="{D63230A4-445C-F74E-8F9D-8273B448407C}" type="slidenum">
              <a:rPr kumimoji="1" lang="zh-CN" altLang="en-US" smtClean="0"/>
              <a:t>‹#›</a:t>
            </a:fld>
            <a:endParaRPr kumimoji="1" lang="zh-CN" altLang="en-US"/>
          </a:p>
        </p:txBody>
      </p:sp>
    </p:spTree>
    <p:extLst>
      <p:ext uri="{BB962C8B-B14F-4D97-AF65-F5344CB8AC3E}">
        <p14:creationId xmlns:p14="http://schemas.microsoft.com/office/powerpoint/2010/main" val="63369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C0DB23-F453-FFF4-16A5-748B8710B845}"/>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86C4353D-20FF-015D-FFB3-C3E863B0BA1F}"/>
              </a:ext>
            </a:extLst>
          </p:cNvPr>
          <p:cNvSpPr>
            <a:spLocks noGrp="1"/>
          </p:cNvSpPr>
          <p:nvPr>
            <p:ph type="dt" sz="half" idx="10"/>
          </p:nvPr>
        </p:nvSpPr>
        <p:spPr/>
        <p:txBody>
          <a:bodyPr/>
          <a:lstStyle/>
          <a:p>
            <a:fld id="{DF4268C2-4F59-2948-AC58-F4FEB8E097C8}" type="datetimeFigureOut">
              <a:rPr kumimoji="1" lang="zh-CN" altLang="en-US" smtClean="0"/>
              <a:t>2025/9/18</a:t>
            </a:fld>
            <a:endParaRPr kumimoji="1" lang="zh-CN" altLang="en-US"/>
          </a:p>
        </p:txBody>
      </p:sp>
      <p:sp>
        <p:nvSpPr>
          <p:cNvPr id="4" name="页脚占位符 3">
            <a:extLst>
              <a:ext uri="{FF2B5EF4-FFF2-40B4-BE49-F238E27FC236}">
                <a16:creationId xmlns:a16="http://schemas.microsoft.com/office/drawing/2014/main" id="{75D9F501-22AD-6A4C-D4BF-FC79EE372AC8}"/>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54525150-7D0E-D34D-7353-8414E0516253}"/>
              </a:ext>
            </a:extLst>
          </p:cNvPr>
          <p:cNvSpPr>
            <a:spLocks noGrp="1"/>
          </p:cNvSpPr>
          <p:nvPr>
            <p:ph type="sldNum" sz="quarter" idx="12"/>
          </p:nvPr>
        </p:nvSpPr>
        <p:spPr/>
        <p:txBody>
          <a:bodyPr/>
          <a:lstStyle/>
          <a:p>
            <a:fld id="{D63230A4-445C-F74E-8F9D-8273B448407C}" type="slidenum">
              <a:rPr kumimoji="1" lang="zh-CN" altLang="en-US" smtClean="0"/>
              <a:t>‹#›</a:t>
            </a:fld>
            <a:endParaRPr kumimoji="1" lang="zh-CN" altLang="en-US"/>
          </a:p>
        </p:txBody>
      </p:sp>
    </p:spTree>
    <p:extLst>
      <p:ext uri="{BB962C8B-B14F-4D97-AF65-F5344CB8AC3E}">
        <p14:creationId xmlns:p14="http://schemas.microsoft.com/office/powerpoint/2010/main" val="2993764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3745DD9-C0E5-7AEC-3B87-DBAE719F848C}"/>
              </a:ext>
            </a:extLst>
          </p:cNvPr>
          <p:cNvSpPr>
            <a:spLocks noGrp="1"/>
          </p:cNvSpPr>
          <p:nvPr>
            <p:ph type="dt" sz="half" idx="10"/>
          </p:nvPr>
        </p:nvSpPr>
        <p:spPr/>
        <p:txBody>
          <a:bodyPr/>
          <a:lstStyle/>
          <a:p>
            <a:fld id="{DF4268C2-4F59-2948-AC58-F4FEB8E097C8}" type="datetimeFigureOut">
              <a:rPr kumimoji="1" lang="zh-CN" altLang="en-US" smtClean="0"/>
              <a:t>2025/9/18</a:t>
            </a:fld>
            <a:endParaRPr kumimoji="1" lang="zh-CN" altLang="en-US"/>
          </a:p>
        </p:txBody>
      </p:sp>
      <p:sp>
        <p:nvSpPr>
          <p:cNvPr id="3" name="页脚占位符 2">
            <a:extLst>
              <a:ext uri="{FF2B5EF4-FFF2-40B4-BE49-F238E27FC236}">
                <a16:creationId xmlns:a16="http://schemas.microsoft.com/office/drawing/2014/main" id="{C6CB55AC-C62C-3B68-143E-E82A462B9F86}"/>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55B104CF-4775-CF51-7CD7-659D3E707F71}"/>
              </a:ext>
            </a:extLst>
          </p:cNvPr>
          <p:cNvSpPr>
            <a:spLocks noGrp="1"/>
          </p:cNvSpPr>
          <p:nvPr>
            <p:ph type="sldNum" sz="quarter" idx="12"/>
          </p:nvPr>
        </p:nvSpPr>
        <p:spPr/>
        <p:txBody>
          <a:bodyPr/>
          <a:lstStyle/>
          <a:p>
            <a:fld id="{D63230A4-445C-F74E-8F9D-8273B448407C}" type="slidenum">
              <a:rPr kumimoji="1" lang="zh-CN" altLang="en-US" smtClean="0"/>
              <a:t>‹#›</a:t>
            </a:fld>
            <a:endParaRPr kumimoji="1" lang="zh-CN" altLang="en-US"/>
          </a:p>
        </p:txBody>
      </p:sp>
    </p:spTree>
    <p:extLst>
      <p:ext uri="{BB962C8B-B14F-4D97-AF65-F5344CB8AC3E}">
        <p14:creationId xmlns:p14="http://schemas.microsoft.com/office/powerpoint/2010/main" val="2099093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FF07D6-433A-2745-8F51-C0267F9F4CBD}"/>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9E0A26D2-DEA2-43E9-B378-F0CC92A24D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5C8DC26B-70AF-1AFF-540A-355F65DD15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C1CEBCBB-31AD-C760-E4DA-2BD906557C58}"/>
              </a:ext>
            </a:extLst>
          </p:cNvPr>
          <p:cNvSpPr>
            <a:spLocks noGrp="1"/>
          </p:cNvSpPr>
          <p:nvPr>
            <p:ph type="dt" sz="half" idx="10"/>
          </p:nvPr>
        </p:nvSpPr>
        <p:spPr/>
        <p:txBody>
          <a:bodyPr/>
          <a:lstStyle/>
          <a:p>
            <a:fld id="{DF4268C2-4F59-2948-AC58-F4FEB8E097C8}" type="datetimeFigureOut">
              <a:rPr kumimoji="1" lang="zh-CN" altLang="en-US" smtClean="0"/>
              <a:t>2025/9/18</a:t>
            </a:fld>
            <a:endParaRPr kumimoji="1" lang="zh-CN" altLang="en-US"/>
          </a:p>
        </p:txBody>
      </p:sp>
      <p:sp>
        <p:nvSpPr>
          <p:cNvPr id="6" name="页脚占位符 5">
            <a:extLst>
              <a:ext uri="{FF2B5EF4-FFF2-40B4-BE49-F238E27FC236}">
                <a16:creationId xmlns:a16="http://schemas.microsoft.com/office/drawing/2014/main" id="{30D34109-19AC-6011-0476-F5414351E772}"/>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D6D16BF1-1F26-C474-33A4-C74F566FA35D}"/>
              </a:ext>
            </a:extLst>
          </p:cNvPr>
          <p:cNvSpPr>
            <a:spLocks noGrp="1"/>
          </p:cNvSpPr>
          <p:nvPr>
            <p:ph type="sldNum" sz="quarter" idx="12"/>
          </p:nvPr>
        </p:nvSpPr>
        <p:spPr/>
        <p:txBody>
          <a:bodyPr/>
          <a:lstStyle/>
          <a:p>
            <a:fld id="{D63230A4-445C-F74E-8F9D-8273B448407C}" type="slidenum">
              <a:rPr kumimoji="1" lang="zh-CN" altLang="en-US" smtClean="0"/>
              <a:t>‹#›</a:t>
            </a:fld>
            <a:endParaRPr kumimoji="1" lang="zh-CN" altLang="en-US"/>
          </a:p>
        </p:txBody>
      </p:sp>
    </p:spTree>
    <p:extLst>
      <p:ext uri="{BB962C8B-B14F-4D97-AF65-F5344CB8AC3E}">
        <p14:creationId xmlns:p14="http://schemas.microsoft.com/office/powerpoint/2010/main" val="156112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FA5789-5DCC-649D-F341-1294C949AA7F}"/>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429F4A27-37B2-882E-3244-06E4168DB7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E595E93E-D002-818B-DC4F-32B3E1E894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67C61343-407A-7665-E736-495D0CA81E80}"/>
              </a:ext>
            </a:extLst>
          </p:cNvPr>
          <p:cNvSpPr>
            <a:spLocks noGrp="1"/>
          </p:cNvSpPr>
          <p:nvPr>
            <p:ph type="dt" sz="half" idx="10"/>
          </p:nvPr>
        </p:nvSpPr>
        <p:spPr/>
        <p:txBody>
          <a:bodyPr/>
          <a:lstStyle/>
          <a:p>
            <a:fld id="{DF4268C2-4F59-2948-AC58-F4FEB8E097C8}" type="datetimeFigureOut">
              <a:rPr kumimoji="1" lang="zh-CN" altLang="en-US" smtClean="0"/>
              <a:t>2025/9/18</a:t>
            </a:fld>
            <a:endParaRPr kumimoji="1" lang="zh-CN" altLang="en-US"/>
          </a:p>
        </p:txBody>
      </p:sp>
      <p:sp>
        <p:nvSpPr>
          <p:cNvPr id="6" name="页脚占位符 5">
            <a:extLst>
              <a:ext uri="{FF2B5EF4-FFF2-40B4-BE49-F238E27FC236}">
                <a16:creationId xmlns:a16="http://schemas.microsoft.com/office/drawing/2014/main" id="{8D5908D9-405B-4A74-BD65-9A5133DA5DB0}"/>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C2E1E175-8960-5F02-AB20-4E993CB3DDC0}"/>
              </a:ext>
            </a:extLst>
          </p:cNvPr>
          <p:cNvSpPr>
            <a:spLocks noGrp="1"/>
          </p:cNvSpPr>
          <p:nvPr>
            <p:ph type="sldNum" sz="quarter" idx="12"/>
          </p:nvPr>
        </p:nvSpPr>
        <p:spPr/>
        <p:txBody>
          <a:bodyPr/>
          <a:lstStyle/>
          <a:p>
            <a:fld id="{D63230A4-445C-F74E-8F9D-8273B448407C}" type="slidenum">
              <a:rPr kumimoji="1" lang="zh-CN" altLang="en-US" smtClean="0"/>
              <a:t>‹#›</a:t>
            </a:fld>
            <a:endParaRPr kumimoji="1" lang="zh-CN" altLang="en-US"/>
          </a:p>
        </p:txBody>
      </p:sp>
    </p:spTree>
    <p:extLst>
      <p:ext uri="{BB962C8B-B14F-4D97-AF65-F5344CB8AC3E}">
        <p14:creationId xmlns:p14="http://schemas.microsoft.com/office/powerpoint/2010/main" val="1145612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1D26AC-04A3-2F4C-D508-779D77D54585}"/>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C82E11D9-2908-B098-B709-4340672B264B}"/>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2D38C651-86A6-ACA4-72D4-26823CBDCDB2}"/>
              </a:ext>
            </a:extLst>
          </p:cNvPr>
          <p:cNvSpPr>
            <a:spLocks noGrp="1"/>
          </p:cNvSpPr>
          <p:nvPr>
            <p:ph type="dt" sz="half" idx="10"/>
          </p:nvPr>
        </p:nvSpPr>
        <p:spPr/>
        <p:txBody>
          <a:bodyPr/>
          <a:lstStyle/>
          <a:p>
            <a:fld id="{DF4268C2-4F59-2948-AC58-F4FEB8E097C8}" type="datetimeFigureOut">
              <a:rPr kumimoji="1" lang="zh-CN" altLang="en-US" smtClean="0"/>
              <a:t>2025/9/18</a:t>
            </a:fld>
            <a:endParaRPr kumimoji="1" lang="zh-CN" altLang="en-US"/>
          </a:p>
        </p:txBody>
      </p:sp>
      <p:sp>
        <p:nvSpPr>
          <p:cNvPr id="5" name="页脚占位符 4">
            <a:extLst>
              <a:ext uri="{FF2B5EF4-FFF2-40B4-BE49-F238E27FC236}">
                <a16:creationId xmlns:a16="http://schemas.microsoft.com/office/drawing/2014/main" id="{3D6ED447-3CC7-45D7-552B-6F61229EB98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F98F590-069D-97EB-6B99-8977BA903887}"/>
              </a:ext>
            </a:extLst>
          </p:cNvPr>
          <p:cNvSpPr>
            <a:spLocks noGrp="1"/>
          </p:cNvSpPr>
          <p:nvPr>
            <p:ph type="sldNum" sz="quarter" idx="12"/>
          </p:nvPr>
        </p:nvSpPr>
        <p:spPr/>
        <p:txBody>
          <a:bodyPr/>
          <a:lstStyle/>
          <a:p>
            <a:fld id="{D63230A4-445C-F74E-8F9D-8273B448407C}" type="slidenum">
              <a:rPr kumimoji="1" lang="zh-CN" altLang="en-US" smtClean="0"/>
              <a:t>‹#›</a:t>
            </a:fld>
            <a:endParaRPr kumimoji="1" lang="zh-CN" altLang="en-US"/>
          </a:p>
        </p:txBody>
      </p:sp>
    </p:spTree>
    <p:extLst>
      <p:ext uri="{BB962C8B-B14F-4D97-AF65-F5344CB8AC3E}">
        <p14:creationId xmlns:p14="http://schemas.microsoft.com/office/powerpoint/2010/main" val="27973577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B23DDAC-99F3-2CAA-5A73-18C7FA2D2691}"/>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F0C71597-7B49-BA76-53CE-521FB39E5867}"/>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A9C52656-78E5-A3D8-56F3-AC10D8D9ED5C}"/>
              </a:ext>
            </a:extLst>
          </p:cNvPr>
          <p:cNvSpPr>
            <a:spLocks noGrp="1"/>
          </p:cNvSpPr>
          <p:nvPr>
            <p:ph type="dt" sz="half" idx="10"/>
          </p:nvPr>
        </p:nvSpPr>
        <p:spPr/>
        <p:txBody>
          <a:bodyPr/>
          <a:lstStyle/>
          <a:p>
            <a:fld id="{DF4268C2-4F59-2948-AC58-F4FEB8E097C8}" type="datetimeFigureOut">
              <a:rPr kumimoji="1" lang="zh-CN" altLang="en-US" smtClean="0"/>
              <a:t>2025/9/18</a:t>
            </a:fld>
            <a:endParaRPr kumimoji="1" lang="zh-CN" altLang="en-US"/>
          </a:p>
        </p:txBody>
      </p:sp>
      <p:sp>
        <p:nvSpPr>
          <p:cNvPr id="5" name="页脚占位符 4">
            <a:extLst>
              <a:ext uri="{FF2B5EF4-FFF2-40B4-BE49-F238E27FC236}">
                <a16:creationId xmlns:a16="http://schemas.microsoft.com/office/drawing/2014/main" id="{6A81B0A8-CD5D-708C-5410-EC860D9E0EC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FE5387A-F0D0-1328-8E7B-994435E0A29B}"/>
              </a:ext>
            </a:extLst>
          </p:cNvPr>
          <p:cNvSpPr>
            <a:spLocks noGrp="1"/>
          </p:cNvSpPr>
          <p:nvPr>
            <p:ph type="sldNum" sz="quarter" idx="12"/>
          </p:nvPr>
        </p:nvSpPr>
        <p:spPr/>
        <p:txBody>
          <a:bodyPr/>
          <a:lstStyle/>
          <a:p>
            <a:fld id="{D63230A4-445C-F74E-8F9D-8273B448407C}" type="slidenum">
              <a:rPr kumimoji="1" lang="zh-CN" altLang="en-US" smtClean="0"/>
              <a:t>‹#›</a:t>
            </a:fld>
            <a:endParaRPr kumimoji="1" lang="zh-CN" altLang="en-US"/>
          </a:p>
        </p:txBody>
      </p:sp>
    </p:spTree>
    <p:extLst>
      <p:ext uri="{BB962C8B-B14F-4D97-AF65-F5344CB8AC3E}">
        <p14:creationId xmlns:p14="http://schemas.microsoft.com/office/powerpoint/2010/main" val="10608723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5AA9ED3-CD9E-4B99-AAA5-8C56726D6237}" type="slidenum">
              <a:rPr lang="en-US" altLang="zh-CN"/>
              <a:pPr/>
              <a:t>‹#›</a:t>
            </a:fld>
            <a:endParaRPr lang="en-US" altLang="zh-CN"/>
          </a:p>
        </p:txBody>
      </p:sp>
    </p:spTree>
    <p:extLst>
      <p:ext uri="{BB962C8B-B14F-4D97-AF65-F5344CB8AC3E}">
        <p14:creationId xmlns:p14="http://schemas.microsoft.com/office/powerpoint/2010/main" val="23140061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987C2D4-7AF7-4296-BA2D-75769DD3AE57}" type="slidenum">
              <a:rPr lang="en-US" altLang="zh-CN"/>
              <a:pPr/>
              <a:t>‹#›</a:t>
            </a:fld>
            <a:endParaRPr lang="en-US" altLang="zh-CN"/>
          </a:p>
        </p:txBody>
      </p:sp>
    </p:spTree>
    <p:extLst>
      <p:ext uri="{BB962C8B-B14F-4D97-AF65-F5344CB8AC3E}">
        <p14:creationId xmlns:p14="http://schemas.microsoft.com/office/powerpoint/2010/main" val="3030604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4281874-819A-4598-BCA1-E6CC9A8A22F7}" type="slidenum">
              <a:rPr lang="en-US" altLang="zh-CN"/>
              <a:pPr/>
              <a:t>‹#›</a:t>
            </a:fld>
            <a:endParaRPr lang="en-US" altLang="zh-CN"/>
          </a:p>
        </p:txBody>
      </p:sp>
    </p:spTree>
    <p:extLst>
      <p:ext uri="{BB962C8B-B14F-4D97-AF65-F5344CB8AC3E}">
        <p14:creationId xmlns:p14="http://schemas.microsoft.com/office/powerpoint/2010/main" val="2528218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72254BDA-910E-45C7-B7ED-A52C76FA358C}" type="slidenum">
              <a:rPr lang="en-US" altLang="zh-CN"/>
              <a:pPr/>
              <a:t>‹#›</a:t>
            </a:fld>
            <a:endParaRPr lang="en-US" altLang="zh-CN"/>
          </a:p>
        </p:txBody>
      </p:sp>
    </p:spTree>
    <p:extLst>
      <p:ext uri="{BB962C8B-B14F-4D97-AF65-F5344CB8AC3E}">
        <p14:creationId xmlns:p14="http://schemas.microsoft.com/office/powerpoint/2010/main" val="29827339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21F33BA2-8585-441D-A00E-11F3E6F99EDD}" type="slidenum">
              <a:rPr lang="en-US" altLang="zh-CN"/>
              <a:pPr/>
              <a:t>‹#›</a:t>
            </a:fld>
            <a:endParaRPr lang="en-US" altLang="zh-CN"/>
          </a:p>
        </p:txBody>
      </p:sp>
    </p:spTree>
    <p:extLst>
      <p:ext uri="{BB962C8B-B14F-4D97-AF65-F5344CB8AC3E}">
        <p14:creationId xmlns:p14="http://schemas.microsoft.com/office/powerpoint/2010/main" val="12339132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3331F781-02AE-4D02-B70B-25A643AE2FB7}" type="slidenum">
              <a:rPr lang="en-US" altLang="zh-CN"/>
              <a:pPr/>
              <a:t>‹#›</a:t>
            </a:fld>
            <a:endParaRPr lang="en-US" altLang="zh-CN"/>
          </a:p>
        </p:txBody>
      </p:sp>
    </p:spTree>
    <p:extLst>
      <p:ext uri="{BB962C8B-B14F-4D97-AF65-F5344CB8AC3E}">
        <p14:creationId xmlns:p14="http://schemas.microsoft.com/office/powerpoint/2010/main" val="39595015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CE2CED92-AD76-4B33-829D-EA9844AAB830}" type="slidenum">
              <a:rPr lang="en-US" altLang="zh-CN"/>
              <a:pPr/>
              <a:t>‹#›</a:t>
            </a:fld>
            <a:endParaRPr lang="en-US" altLang="zh-CN"/>
          </a:p>
        </p:txBody>
      </p:sp>
    </p:spTree>
    <p:extLst>
      <p:ext uri="{BB962C8B-B14F-4D97-AF65-F5344CB8AC3E}">
        <p14:creationId xmlns:p14="http://schemas.microsoft.com/office/powerpoint/2010/main" val="32277426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58606120-7EC4-4425-8E36-DCE5276552CE}" type="slidenum">
              <a:rPr lang="en-US" altLang="zh-CN"/>
              <a:pPr/>
              <a:t>‹#›</a:t>
            </a:fld>
            <a:endParaRPr lang="en-US" altLang="zh-CN"/>
          </a:p>
        </p:txBody>
      </p:sp>
    </p:spTree>
    <p:extLst>
      <p:ext uri="{BB962C8B-B14F-4D97-AF65-F5344CB8AC3E}">
        <p14:creationId xmlns:p14="http://schemas.microsoft.com/office/powerpoint/2010/main" val="2371627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6D30AE79-424A-47AF-8F27-61ACEC2089B0}" type="slidenum">
              <a:rPr lang="en-US" altLang="zh-CN"/>
              <a:pPr/>
              <a:t>‹#›</a:t>
            </a:fld>
            <a:endParaRPr lang="en-US" altLang="zh-CN"/>
          </a:p>
        </p:txBody>
      </p:sp>
    </p:spTree>
    <p:extLst>
      <p:ext uri="{BB962C8B-B14F-4D97-AF65-F5344CB8AC3E}">
        <p14:creationId xmlns:p14="http://schemas.microsoft.com/office/powerpoint/2010/main" val="18102690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46189D63-11F3-48F7-995D-B2E81661962D}" type="slidenum">
              <a:rPr lang="en-US" altLang="zh-CN"/>
              <a:pPr/>
              <a:t>‹#›</a:t>
            </a:fld>
            <a:endParaRPr lang="en-US" altLang="zh-CN"/>
          </a:p>
        </p:txBody>
      </p:sp>
    </p:spTree>
    <p:extLst>
      <p:ext uri="{BB962C8B-B14F-4D97-AF65-F5344CB8AC3E}">
        <p14:creationId xmlns:p14="http://schemas.microsoft.com/office/powerpoint/2010/main" val="25320686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609600"/>
            <a:ext cx="25908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14400" y="609600"/>
            <a:ext cx="75692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FECDBABF-52E1-439D-A4BB-B1D7EA404F3C}" type="slidenum">
              <a:rPr lang="en-US" altLang="zh-CN"/>
              <a:pPr/>
              <a:t>‹#›</a:t>
            </a:fld>
            <a:endParaRPr lang="en-US" altLang="zh-CN"/>
          </a:p>
        </p:txBody>
      </p:sp>
    </p:spTree>
    <p:extLst>
      <p:ext uri="{BB962C8B-B14F-4D97-AF65-F5344CB8AC3E}">
        <p14:creationId xmlns:p14="http://schemas.microsoft.com/office/powerpoint/2010/main" val="19081932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914400" y="609600"/>
            <a:ext cx="103632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a:xfrm>
            <a:off x="914400" y="6248400"/>
            <a:ext cx="2540000" cy="457200"/>
          </a:xfrm>
        </p:spPr>
        <p:txBody>
          <a:bodyPr/>
          <a:lstStyle>
            <a:lvl1pPr>
              <a:defRPr/>
            </a:lvl1pPr>
          </a:lstStyle>
          <a:p>
            <a:endParaRPr lang="en-US" altLang="zh-CN"/>
          </a:p>
        </p:txBody>
      </p:sp>
      <p:sp>
        <p:nvSpPr>
          <p:cNvPr id="4" name="页脚占位符 3"/>
          <p:cNvSpPr>
            <a:spLocks noGrp="1"/>
          </p:cNvSpPr>
          <p:nvPr>
            <p:ph type="ftr" sz="quarter" idx="11"/>
          </p:nvPr>
        </p:nvSpPr>
        <p:spPr>
          <a:xfrm>
            <a:off x="4165600" y="6248400"/>
            <a:ext cx="3860800" cy="457200"/>
          </a:xfrm>
        </p:spPr>
        <p:txBody>
          <a:bodyPr/>
          <a:lstStyle>
            <a:lvl1pPr>
              <a:defRPr/>
            </a:lvl1pPr>
          </a:lstStyle>
          <a:p>
            <a:endParaRPr lang="en-US" altLang="zh-CN"/>
          </a:p>
        </p:txBody>
      </p:sp>
      <p:sp>
        <p:nvSpPr>
          <p:cNvPr id="5" name="灯片编号占位符 4"/>
          <p:cNvSpPr>
            <a:spLocks noGrp="1"/>
          </p:cNvSpPr>
          <p:nvPr>
            <p:ph type="sldNum" sz="quarter" idx="12"/>
          </p:nvPr>
        </p:nvSpPr>
        <p:spPr>
          <a:xfrm>
            <a:off x="8737600" y="6248400"/>
            <a:ext cx="2540000" cy="457200"/>
          </a:xfrm>
        </p:spPr>
        <p:txBody>
          <a:bodyPr/>
          <a:lstStyle>
            <a:lvl1pPr>
              <a:defRPr/>
            </a:lvl1pPr>
          </a:lstStyle>
          <a:p>
            <a:fld id="{A06A2FF5-D3AF-4FEB-AD48-75D932BF3D45}" type="slidenum">
              <a:rPr lang="en-US" altLang="zh-CN"/>
              <a:pPr/>
              <a:t>‹#›</a:t>
            </a:fld>
            <a:endParaRPr lang="en-US" altLang="zh-CN"/>
          </a:p>
        </p:txBody>
      </p:sp>
    </p:spTree>
    <p:extLst>
      <p:ext uri="{BB962C8B-B14F-4D97-AF65-F5344CB8AC3E}">
        <p14:creationId xmlns:p14="http://schemas.microsoft.com/office/powerpoint/2010/main" val="3819201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8AB1FBA-F5F2-0B04-3981-A4CCB53A05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A18EA3D8-F048-5498-894E-2E706BF60A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C1C7596-AA84-BC22-C714-EB23AD9669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F4268C2-4F59-2948-AC58-F4FEB8E097C8}" type="datetimeFigureOut">
              <a:rPr kumimoji="1" lang="zh-CN" altLang="en-US" smtClean="0"/>
              <a:t>2025/9/18</a:t>
            </a:fld>
            <a:endParaRPr kumimoji="1" lang="zh-CN" altLang="en-US"/>
          </a:p>
        </p:txBody>
      </p:sp>
      <p:sp>
        <p:nvSpPr>
          <p:cNvPr id="5" name="页脚占位符 4">
            <a:extLst>
              <a:ext uri="{FF2B5EF4-FFF2-40B4-BE49-F238E27FC236}">
                <a16:creationId xmlns:a16="http://schemas.microsoft.com/office/drawing/2014/main" id="{96B03822-E526-69A2-4598-CCEA7D261E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E33682F8-F0F8-171F-1ACA-7A2B6B4D1B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63230A4-445C-F74E-8F9D-8273B448407C}" type="slidenum">
              <a:rPr kumimoji="1" lang="zh-CN" altLang="en-US" smtClean="0"/>
              <a:t>‹#›</a:t>
            </a:fld>
            <a:endParaRPr kumimoji="1" lang="zh-CN" altLang="en-US"/>
          </a:p>
        </p:txBody>
      </p:sp>
    </p:spTree>
    <p:extLst>
      <p:ext uri="{BB962C8B-B14F-4D97-AF65-F5344CB8AC3E}">
        <p14:creationId xmlns:p14="http://schemas.microsoft.com/office/powerpoint/2010/main" val="22072143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914400" y="19812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FBE84667-6432-4EA4-B626-B646739A27DC}" type="slidenum">
              <a:rPr lang="en-US" altLang="zh-CN"/>
              <a:pPr/>
              <a:t>‹#›</a:t>
            </a:fld>
            <a:endParaRPr lang="en-US" altLang="zh-CN"/>
          </a:p>
        </p:txBody>
      </p:sp>
    </p:spTree>
    <p:extLst>
      <p:ext uri="{BB962C8B-B14F-4D97-AF65-F5344CB8AC3E}">
        <p14:creationId xmlns:p14="http://schemas.microsoft.com/office/powerpoint/2010/main" val="398720979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itchFamily="18" charset="0"/>
          <a:ea typeface="宋体" pitchFamily="2" charset="-122"/>
        </a:defRPr>
      </a:lvl2pPr>
      <a:lvl3pPr algn="ctr" rtl="0" fontAlgn="base">
        <a:spcBef>
          <a:spcPct val="0"/>
        </a:spcBef>
        <a:spcAft>
          <a:spcPct val="0"/>
        </a:spcAft>
        <a:defRPr kumimoji="1" sz="4400">
          <a:solidFill>
            <a:schemeClr val="tx2"/>
          </a:solidFill>
          <a:latin typeface="Times New Roman" pitchFamily="18" charset="0"/>
          <a:ea typeface="宋体" pitchFamily="2" charset="-122"/>
        </a:defRPr>
      </a:lvl3pPr>
      <a:lvl4pPr algn="ctr" rtl="0" fontAlgn="base">
        <a:spcBef>
          <a:spcPct val="0"/>
        </a:spcBef>
        <a:spcAft>
          <a:spcPct val="0"/>
        </a:spcAft>
        <a:defRPr kumimoji="1" sz="4400">
          <a:solidFill>
            <a:schemeClr val="tx2"/>
          </a:solidFill>
          <a:latin typeface="Times New Roman" pitchFamily="18" charset="0"/>
          <a:ea typeface="宋体" pitchFamily="2" charset="-122"/>
        </a:defRPr>
      </a:lvl4pPr>
      <a:lvl5pPr algn="ctr" rtl="0" fontAlgn="base">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slideLayout" Target="../slideLayouts/slideLayout18.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3.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7" Type="http://schemas.openxmlformats.org/officeDocument/2006/relationships/image" Target="../media/image21.jpeg"/><Relationship Id="rId2" Type="http://schemas.openxmlformats.org/officeDocument/2006/relationships/hyperlink" Target="http://photocdn.sohu.com/20060730/Img244525079.jpg" TargetMode="External"/><Relationship Id="rId1" Type="http://schemas.openxmlformats.org/officeDocument/2006/relationships/slideLayout" Target="../slideLayouts/slideLayout18.xml"/><Relationship Id="rId6" Type="http://schemas.openxmlformats.org/officeDocument/2006/relationships/hyperlink" Target="http://www.xmdtxx.com/xkwz/hdsj/TUPIAN/HD/25.jpg" TargetMode="External"/><Relationship Id="rId5" Type="http://schemas.openxmlformats.org/officeDocument/2006/relationships/image" Target="../media/image20.jpeg"/><Relationship Id="rId4" Type="http://schemas.openxmlformats.org/officeDocument/2006/relationships/hyperlink" Target="http://images.google.cn/imgres?imgurl=http://www.czkj.gov.cn/Article/UploadFiles/200609/20060912090617603.jpg&amp;imgrefurl=http://www.czkj.gov.cn/Article/Print.asp?ArticleID%3D1427&amp;h=342&amp;w=480&amp;sz=40&amp;hl=zh-CN&amp;start=3&amp;tbnid=sX4Tbl1Hdk-IGM:&amp;tbnh=92&amp;tbnw=129&amp;prev=/images?q%3D%E9%BC%A2%E9%BC%A0%26gbv%3D2%26complete%3D1%26hl%3Dzh-CN%26newwindow%3D1%26sa%3DG"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oleObject" Target="../embeddings/oleObject1.bin"/><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images.google.cn/imgres?imgurl=http://baike.baidu.com/pic/48/1157621698942702.jpg&amp;imgrefurl=http://baike.baidu.com/view/470940.htm&amp;h=540&amp;w=741&amp;sz=92&amp;hl=zh-CN&amp;start=2&amp;tbnid=sziVNFGsYC0WjM:&amp;tbnh=103&amp;tbnw=141&amp;prev=/images?q%3D%E7%BE%8A%26gbv%3D2%26complete%3D1%26hl%3Dzh-CN%26newwindow%3D1%26sa%3DG" TargetMode="External"/><Relationship Id="rId2" Type="http://schemas.openxmlformats.org/officeDocument/2006/relationships/image" Target="../media/image28.jpeg"/><Relationship Id="rId1" Type="http://schemas.openxmlformats.org/officeDocument/2006/relationships/slideLayout" Target="../slideLayouts/slideLayout18.xml"/><Relationship Id="rId6" Type="http://schemas.openxmlformats.org/officeDocument/2006/relationships/image" Target="../media/image30.jpeg"/><Relationship Id="rId5" Type="http://schemas.openxmlformats.org/officeDocument/2006/relationships/hyperlink" Target="http://images.google.cn/imgres?imgurl=http://www.skxtv.gov.cn/mysys/eweb/UploadFile/200791991210656.jpg&amp;imgrefurl=http://www.skxtv.gov.cn/content.asp?id%3D352&amp;h=285&amp;w=400&amp;sz=39&amp;hl=zh-CN&amp;start=7&amp;tbnid=dq-3p4kTZfos4M:&amp;tbnh=88&amp;tbnw=124&amp;prev=/images?q%3D%E5%88%BA%E7%8C%AC%26gbv%3D2%26complete%3D1%26hl%3Dzh-CN%26newwindow%3D1%26sa%3DG" TargetMode="External"/><Relationship Id="rId4" Type="http://schemas.openxmlformats.org/officeDocument/2006/relationships/image" Target="../media/image29.jpeg"/></Relationships>
</file>

<file path=ppt/slides/_rels/slide29.xml.rels><?xml version="1.0" encoding="UTF-8" standalone="yes"?>
<Relationships xmlns="http://schemas.openxmlformats.org/package/2006/relationships"><Relationship Id="rId3" Type="http://schemas.openxmlformats.org/officeDocument/2006/relationships/hyperlink" Target="http://images.google.cn/imgres?imgurl=http://www.pclady.com.cn/style/xz/lldd/0410/pic/cyn_04102402.jpg&amp;imgrefurl=http://www.laoxue.net/?cat%3D11&amp;h=370&amp;w=545&amp;sz=30&amp;hl=zh-CN&amp;start=5&amp;tbnid=6HR4OyRlGH2tVM:&amp;tbnh=90&amp;tbnw=133&amp;prev=/images?q%3D%E5%86%AC%E5%AD%A3%E5%8C%97%E6%9E%81%E7%8B%90%26gbv%3D2%26complete%3D1%26hl%3Dzh-CN%26newwindow%3D1%26sa%3DG" TargetMode="External"/><Relationship Id="rId2" Type="http://schemas.openxmlformats.org/officeDocument/2006/relationships/image" Target="../media/image31.jpeg"/><Relationship Id="rId1" Type="http://schemas.openxmlformats.org/officeDocument/2006/relationships/slideLayout" Target="../slideLayouts/slideLayout18.xml"/><Relationship Id="rId6" Type="http://schemas.openxmlformats.org/officeDocument/2006/relationships/image" Target="../media/image33.jpeg"/><Relationship Id="rId5" Type="http://schemas.openxmlformats.org/officeDocument/2006/relationships/hyperlink" Target="http://images.google.cn/imgres?imgurl=http://www.bjkp.gov.cn/bjkpzc/tszr/dwly/wydw/images/s20031134997.jpg&amp;imgrefurl=http://www.bjkp.gov.cn/bjkpzc/tszr/dwly/wydw/other/11567.shtml&amp;h=175&amp;w=200&amp;sz=16&amp;hl=zh-CN&amp;start=7&amp;tbnid=DFHnCjvE0wICnM:&amp;tbnh=91&amp;tbnw=104&amp;prev=/images?q%3D%E5%86%AC%E5%AD%A3%E5%8C%97%E6%9E%81%E7%8B%90%26gbv%3D2%26complete%3D1%26hl%3Dzh-CN%26newwindow%3D1%26sa%3DG" TargetMode="External"/><Relationship Id="rId4" Type="http://schemas.openxmlformats.org/officeDocument/2006/relationships/image" Target="../media/image32.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6456363" y="1844675"/>
            <a:ext cx="37338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400" dirty="0">
                <a:solidFill>
                  <a:srgbClr val="000000"/>
                </a:solidFill>
                <a:latin typeface="Times New Roman" pitchFamily="18" charset="0"/>
                <a:ea typeface="宋体" pitchFamily="2" charset="-122"/>
              </a:rPr>
              <a:t>太阳辐射为地球生命系统提供能量来源。</a:t>
            </a:r>
          </a:p>
          <a:p>
            <a:pPr fontAlgn="base">
              <a:spcBef>
                <a:spcPct val="50000"/>
              </a:spcBef>
              <a:spcAft>
                <a:spcPct val="0"/>
              </a:spcAft>
            </a:pPr>
            <a:r>
              <a:rPr kumimoji="1" lang="zh-CN" altLang="en-US" sz="2400" b="1" dirty="0">
                <a:solidFill>
                  <a:srgbClr val="000000"/>
                </a:solidFill>
                <a:latin typeface="Times New Roman" pitchFamily="18" charset="0"/>
                <a:ea typeface="宋体" pitchFamily="2" charset="-122"/>
              </a:rPr>
              <a:t>绿色植物将太阳能转化成化学能储存于植物体内</a:t>
            </a:r>
            <a:r>
              <a:rPr kumimoji="1" lang="en-US" altLang="zh-CN" sz="2400" b="1" dirty="0">
                <a:solidFill>
                  <a:srgbClr val="000000"/>
                </a:solidFill>
                <a:latin typeface="Times New Roman" pitchFamily="18" charset="0"/>
                <a:ea typeface="宋体" pitchFamily="2" charset="-122"/>
              </a:rPr>
              <a:t>,</a:t>
            </a:r>
            <a:r>
              <a:rPr kumimoji="1" lang="en-US" altLang="zh-CN" sz="2400" dirty="0">
                <a:solidFill>
                  <a:srgbClr val="000000"/>
                </a:solidFill>
                <a:latin typeface="Times New Roman" pitchFamily="18" charset="0"/>
                <a:ea typeface="宋体" pitchFamily="2" charset="-122"/>
              </a:rPr>
              <a:t> </a:t>
            </a:r>
            <a:r>
              <a:rPr kumimoji="1" lang="zh-CN" altLang="en-US" sz="2400" b="1" dirty="0">
                <a:solidFill>
                  <a:srgbClr val="000000"/>
                </a:solidFill>
                <a:latin typeface="Times New Roman" pitchFamily="18" charset="0"/>
                <a:ea typeface="宋体" pitchFamily="2" charset="-122"/>
              </a:rPr>
              <a:t>这一过程是</a:t>
            </a:r>
            <a:r>
              <a:rPr kumimoji="1" lang="zh-CN" altLang="en-US" sz="2400" b="1" dirty="0">
                <a:solidFill>
                  <a:srgbClr val="FF3300"/>
                </a:solidFill>
                <a:latin typeface="Times New Roman" pitchFamily="18" charset="0"/>
                <a:ea typeface="宋体" pitchFamily="2" charset="-122"/>
              </a:rPr>
              <a:t>生物圈</a:t>
            </a:r>
            <a:r>
              <a:rPr kumimoji="1" lang="zh-CN" altLang="en-US" sz="2400" b="1" dirty="0">
                <a:solidFill>
                  <a:srgbClr val="000000"/>
                </a:solidFill>
                <a:latin typeface="Times New Roman" pitchFamily="18" charset="0"/>
                <a:ea typeface="宋体" pitchFamily="2" charset="-122"/>
              </a:rPr>
              <a:t>与</a:t>
            </a:r>
            <a:r>
              <a:rPr kumimoji="1" lang="zh-CN" altLang="en-US" sz="2400" b="1" dirty="0">
                <a:solidFill>
                  <a:srgbClr val="FF3300"/>
                </a:solidFill>
                <a:latin typeface="Times New Roman" pitchFamily="18" charset="0"/>
                <a:ea typeface="宋体" pitchFamily="2" charset="-122"/>
              </a:rPr>
              <a:t>太阳能</a:t>
            </a:r>
            <a:r>
              <a:rPr kumimoji="1" lang="zh-CN" altLang="en-US" sz="2400" b="1" dirty="0">
                <a:solidFill>
                  <a:srgbClr val="000000"/>
                </a:solidFill>
                <a:latin typeface="Times New Roman" pitchFamily="18" charset="0"/>
                <a:ea typeface="宋体" pitchFamily="2" charset="-122"/>
              </a:rPr>
              <a:t>发生联系的唯一环节</a:t>
            </a:r>
            <a:r>
              <a:rPr kumimoji="1" lang="zh-CN" altLang="en-US" sz="2400" dirty="0">
                <a:solidFill>
                  <a:srgbClr val="000000"/>
                </a:solidFill>
                <a:latin typeface="Times New Roman" pitchFamily="18" charset="0"/>
                <a:ea typeface="宋体" pitchFamily="2" charset="-122"/>
              </a:rPr>
              <a:t>，</a:t>
            </a:r>
            <a:r>
              <a:rPr kumimoji="1" lang="zh-CN" altLang="en-US" sz="2400" b="1" dirty="0">
                <a:solidFill>
                  <a:srgbClr val="000000"/>
                </a:solidFill>
                <a:latin typeface="Times New Roman" pitchFamily="18" charset="0"/>
                <a:ea typeface="宋体" pitchFamily="2" charset="-122"/>
              </a:rPr>
              <a:t>也是生物圈赖以生存的基础。</a:t>
            </a:r>
          </a:p>
          <a:p>
            <a:pPr fontAlgn="base">
              <a:spcBef>
                <a:spcPct val="50000"/>
              </a:spcBef>
              <a:spcAft>
                <a:spcPct val="0"/>
              </a:spcAft>
            </a:pPr>
            <a:r>
              <a:rPr kumimoji="1" lang="zh-CN" altLang="en-US" sz="2400" dirty="0">
                <a:solidFill>
                  <a:srgbClr val="000000"/>
                </a:solidFill>
                <a:latin typeface="Times New Roman" pitchFamily="18" charset="0"/>
                <a:ea typeface="宋体" pitchFamily="2" charset="-122"/>
              </a:rPr>
              <a:t>太阳辐射为生物生长、发育和繁衍提供温度， 并对生物分布起重要作用。</a:t>
            </a:r>
          </a:p>
        </p:txBody>
      </p:sp>
      <p:pic>
        <p:nvPicPr>
          <p:cNvPr id="3075" name="Picture 3" descr="NA01062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1" y="1066800"/>
            <a:ext cx="4695825" cy="5099050"/>
          </a:xfrm>
          <a:prstGeom prst="rect">
            <a:avLst/>
          </a:prstGeom>
          <a:noFill/>
          <a:extLst>
            <a:ext uri="{909E8E84-426E-40DD-AFC4-6F175D3DCCD1}">
              <a14:hiddenFill xmlns:a14="http://schemas.microsoft.com/office/drawing/2010/main">
                <a:solidFill>
                  <a:srgbClr val="FFFFFF"/>
                </a:solidFill>
              </a14:hiddenFill>
            </a:ext>
          </a:extLst>
        </p:spPr>
      </p:pic>
      <p:sp>
        <p:nvSpPr>
          <p:cNvPr id="3076" name="Text Box 4"/>
          <p:cNvSpPr txBox="1">
            <a:spLocks noChangeArrowheads="1"/>
          </p:cNvSpPr>
          <p:nvPr/>
        </p:nvSpPr>
        <p:spPr bwMode="auto">
          <a:xfrm>
            <a:off x="1919288" y="260350"/>
            <a:ext cx="82089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3200" b="1">
                <a:solidFill>
                  <a:srgbClr val="000000"/>
                </a:solidFill>
                <a:latin typeface="Times New Roman" pitchFamily="18" charset="0"/>
                <a:ea typeface="宋体" pitchFamily="2" charset="-122"/>
              </a:rPr>
              <a:t>第二章  能量环境</a:t>
            </a:r>
          </a:p>
        </p:txBody>
      </p:sp>
      <p:sp>
        <p:nvSpPr>
          <p:cNvPr id="23555" name="Text Box 2051"/>
          <p:cNvSpPr txBox="1">
            <a:spLocks noChangeArrowheads="1"/>
          </p:cNvSpPr>
          <p:nvPr/>
        </p:nvSpPr>
        <p:spPr bwMode="auto">
          <a:xfrm>
            <a:off x="6311901" y="1196976"/>
            <a:ext cx="4152899"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pPr>
            <a:r>
              <a:rPr kumimoji="1" lang="zh-CN" altLang="en-US" sz="2800" b="1">
                <a:solidFill>
                  <a:srgbClr val="000000"/>
                </a:solidFill>
                <a:latin typeface="Times New Roman" pitchFamily="18" charset="0"/>
                <a:ea typeface="宋体" pitchFamily="2" charset="-122"/>
              </a:rPr>
              <a:t>第一节  生物与光的关系</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51412"/>
    </mc:Choice>
    <mc:Fallback xmlns="">
      <p:transition spd="slow" advTm="15141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1" y="381000"/>
            <a:ext cx="8061325" cy="6097588"/>
          </a:xfrm>
          <a:prstGeom prst="rect">
            <a:avLst/>
          </a:prstGeom>
          <a:noFill/>
          <a:extLst>
            <a:ext uri="{909E8E84-426E-40DD-AFC4-6F175D3DCCD1}">
              <a14:hiddenFill xmlns:a14="http://schemas.microsoft.com/office/drawing/2010/main">
                <a:solidFill>
                  <a:srgbClr val="FFFFFF"/>
                </a:solidFill>
              </a14:hiddenFill>
            </a:ext>
          </a:extLst>
        </p:spPr>
      </p:pic>
      <p:sp>
        <p:nvSpPr>
          <p:cNvPr id="4099" name="Rectangle 3"/>
          <p:cNvSpPr>
            <a:spLocks noGrp="1" noChangeArrowheads="1"/>
          </p:cNvSpPr>
          <p:nvPr>
            <p:ph type="title"/>
          </p:nvPr>
        </p:nvSpPr>
        <p:spPr>
          <a:xfrm>
            <a:off x="1905000" y="685800"/>
            <a:ext cx="8077200" cy="1143000"/>
          </a:xfrm>
        </p:spPr>
        <p:txBody>
          <a:bodyPr/>
          <a:lstStyle/>
          <a:p>
            <a:pPr algn="l"/>
            <a:br>
              <a:rPr lang="en-US" altLang="zh-CN" sz="1800"/>
            </a:br>
            <a:r>
              <a:rPr lang="zh-CN" altLang="en-US" sz="2400" b="1"/>
              <a:t>一</a:t>
            </a:r>
            <a:r>
              <a:rPr lang="en-US" altLang="zh-CN" sz="2400" b="1"/>
              <a:t>. </a:t>
            </a:r>
            <a:r>
              <a:rPr lang="zh-CN" altLang="en-US" sz="2400" b="1"/>
              <a:t>光的性质及其在地球上的分布</a:t>
            </a:r>
            <a:br>
              <a:rPr lang="zh-CN" altLang="en-US" sz="2400"/>
            </a:br>
            <a:r>
              <a:rPr lang="zh-CN" altLang="en-US" sz="1800"/>
              <a:t> </a:t>
            </a:r>
            <a:br>
              <a:rPr lang="zh-CN" altLang="en-US" sz="1800"/>
            </a:br>
            <a:r>
              <a:rPr lang="zh-CN" altLang="en-US" sz="2000" b="1"/>
              <a:t>光通过大气层时，一部分被反射到宇宙空间中，一部分被大气吸收，其余部分以光的形式投射到地球表面上。而地球截取的太阳能约为太阳输出总能量的</a:t>
            </a:r>
            <a:r>
              <a:rPr lang="en-US" altLang="zh-CN" sz="2000" b="1">
                <a:solidFill>
                  <a:srgbClr val="FF3300"/>
                </a:solidFill>
              </a:rPr>
              <a:t>20</a:t>
            </a:r>
            <a:r>
              <a:rPr lang="zh-CN" altLang="en-US" sz="2000" b="1">
                <a:solidFill>
                  <a:srgbClr val="FF3300"/>
                </a:solidFill>
              </a:rPr>
              <a:t>亿分之一</a:t>
            </a:r>
            <a:r>
              <a:rPr lang="zh-CN" altLang="en-US" sz="2000" b="1"/>
              <a:t>， 地球上绿色植物光合作用所固定的太阳能，只占从太阳接受的</a:t>
            </a:r>
            <a:r>
              <a:rPr lang="zh-CN" altLang="en-US" sz="2000" b="1">
                <a:solidFill>
                  <a:srgbClr val="FF3300"/>
                </a:solidFill>
              </a:rPr>
              <a:t>总能量的千分之一</a:t>
            </a:r>
            <a:r>
              <a:rPr lang="zh-CN" altLang="en-US" sz="2000" b="1"/>
              <a:t>。</a:t>
            </a: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5935"/>
    </mc:Choice>
    <mc:Fallback xmlns="">
      <p:transition spd="slow" advTm="55935"/>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CFFCC"/>
        </a:solidFill>
        <a:effectLst/>
      </p:bgPr>
    </p:bg>
    <p:spTree>
      <p:nvGrpSpPr>
        <p:cNvPr id="1" name=""/>
        <p:cNvGrpSpPr/>
        <p:nvPr/>
      </p:nvGrpSpPr>
      <p:grpSpPr>
        <a:xfrm>
          <a:off x="0" y="0"/>
          <a:ext cx="0" cy="0"/>
          <a:chOff x="0" y="0"/>
          <a:chExt cx="0" cy="0"/>
        </a:xfrm>
      </p:grpSpPr>
      <p:sp>
        <p:nvSpPr>
          <p:cNvPr id="5125" name="Text Box 5"/>
          <p:cNvSpPr txBox="1">
            <a:spLocks noChangeArrowheads="1"/>
          </p:cNvSpPr>
          <p:nvPr/>
        </p:nvSpPr>
        <p:spPr bwMode="auto">
          <a:xfrm>
            <a:off x="1847850" y="2781300"/>
            <a:ext cx="2808288"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fontAlgn="base">
              <a:spcBef>
                <a:spcPct val="50000"/>
              </a:spcBef>
              <a:spcAft>
                <a:spcPct val="0"/>
              </a:spcAft>
            </a:pPr>
            <a:r>
              <a:rPr kumimoji="1" lang="zh-CN" altLang="en-US" sz="2400">
                <a:solidFill>
                  <a:srgbClr val="000000"/>
                </a:solidFill>
                <a:latin typeface="Times New Roman" pitchFamily="18" charset="0"/>
                <a:ea typeface="宋体" pitchFamily="2" charset="-122"/>
              </a:rPr>
              <a:t>三者分别占太阳辐射总能量的</a:t>
            </a:r>
            <a:r>
              <a:rPr kumimoji="1" lang="en-US" altLang="zh-CN" sz="2400">
                <a:solidFill>
                  <a:srgbClr val="000000"/>
                </a:solidFill>
                <a:latin typeface="Times New Roman" pitchFamily="18" charset="0"/>
                <a:ea typeface="宋体" pitchFamily="2" charset="-122"/>
              </a:rPr>
              <a:t>9%</a:t>
            </a:r>
            <a:r>
              <a:rPr kumimoji="1" lang="zh-CN" altLang="en-US" sz="2400">
                <a:solidFill>
                  <a:srgbClr val="000000"/>
                </a:solidFill>
                <a:latin typeface="Times New Roman" pitchFamily="18" charset="0"/>
                <a:ea typeface="宋体" pitchFamily="2" charset="-122"/>
              </a:rPr>
              <a:t>、</a:t>
            </a:r>
            <a:r>
              <a:rPr kumimoji="1" lang="en-US" altLang="zh-CN" sz="2400">
                <a:solidFill>
                  <a:srgbClr val="000000"/>
                </a:solidFill>
                <a:latin typeface="Times New Roman" pitchFamily="18" charset="0"/>
                <a:ea typeface="宋体" pitchFamily="2" charset="-122"/>
              </a:rPr>
              <a:t>45%</a:t>
            </a:r>
            <a:r>
              <a:rPr kumimoji="1" lang="zh-CN" altLang="en-US" sz="2400">
                <a:solidFill>
                  <a:srgbClr val="000000"/>
                </a:solidFill>
                <a:latin typeface="Times New Roman" pitchFamily="18" charset="0"/>
                <a:ea typeface="宋体" pitchFamily="2" charset="-122"/>
              </a:rPr>
              <a:t>和</a:t>
            </a:r>
            <a:r>
              <a:rPr kumimoji="1" lang="en-US" altLang="zh-CN" sz="2400">
                <a:solidFill>
                  <a:srgbClr val="000000"/>
                </a:solidFill>
                <a:latin typeface="Times New Roman" pitchFamily="18" charset="0"/>
                <a:ea typeface="宋体" pitchFamily="2" charset="-122"/>
              </a:rPr>
              <a:t>46%</a:t>
            </a:r>
            <a:r>
              <a:rPr kumimoji="1" lang="zh-CN" altLang="en-US" sz="2400">
                <a:solidFill>
                  <a:srgbClr val="000000"/>
                </a:solidFill>
                <a:latin typeface="Times New Roman" pitchFamily="18" charset="0"/>
                <a:ea typeface="宋体" pitchFamily="2" charset="-122"/>
              </a:rPr>
              <a:t>，大约辐射能的一半是在可见光谱范围内。</a:t>
            </a:r>
          </a:p>
          <a:p>
            <a:pPr fontAlgn="base">
              <a:spcBef>
                <a:spcPct val="50000"/>
              </a:spcBef>
              <a:spcAft>
                <a:spcPct val="0"/>
              </a:spcAft>
            </a:pPr>
            <a:endParaRPr kumimoji="1" lang="en-US" altLang="zh-CN" sz="2400">
              <a:solidFill>
                <a:srgbClr val="000000"/>
              </a:solidFill>
              <a:latin typeface="Times New Roman" pitchFamily="18" charset="0"/>
              <a:ea typeface="宋体" pitchFamily="2" charset="-122"/>
            </a:endParaRPr>
          </a:p>
        </p:txBody>
      </p:sp>
      <p:pic>
        <p:nvPicPr>
          <p:cNvPr id="512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3476" y="1628776"/>
            <a:ext cx="5402263" cy="4970463"/>
          </a:xfrm>
          <a:prstGeom prst="rect">
            <a:avLst/>
          </a:prstGeom>
          <a:noFill/>
          <a:extLst>
            <a:ext uri="{909E8E84-426E-40DD-AFC4-6F175D3DCCD1}">
              <a14:hiddenFill xmlns:a14="http://schemas.microsoft.com/office/drawing/2010/main">
                <a:solidFill>
                  <a:srgbClr val="FFFFFF"/>
                </a:solidFill>
              </a14:hiddenFill>
            </a:ext>
          </a:extLst>
        </p:spPr>
      </p:pic>
      <p:sp>
        <p:nvSpPr>
          <p:cNvPr id="5127" name="Text Box 7"/>
          <p:cNvSpPr txBox="1">
            <a:spLocks noChangeArrowheads="1"/>
          </p:cNvSpPr>
          <p:nvPr/>
        </p:nvSpPr>
        <p:spPr bwMode="auto">
          <a:xfrm>
            <a:off x="1703389" y="333375"/>
            <a:ext cx="8713787"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a:solidFill>
                  <a:srgbClr val="000000"/>
                </a:solidFill>
                <a:latin typeface="Times New Roman" pitchFamily="18" charset="0"/>
                <a:ea typeface="宋体" pitchFamily="2" charset="-122"/>
              </a:rPr>
              <a:t>太阳辐射光谱主要由 紫外线 </a:t>
            </a:r>
            <a:r>
              <a:rPr kumimoji="1" lang="en-US" altLang="zh-CN" sz="2800">
                <a:solidFill>
                  <a:srgbClr val="000000"/>
                </a:solidFill>
                <a:latin typeface="Times New Roman" pitchFamily="18" charset="0"/>
                <a:ea typeface="宋体" pitchFamily="2" charset="-122"/>
              </a:rPr>
              <a:t>(</a:t>
            </a:r>
            <a:r>
              <a:rPr kumimoji="1" lang="zh-CN" altLang="en-US" sz="2800">
                <a:solidFill>
                  <a:srgbClr val="000000"/>
                </a:solidFill>
                <a:latin typeface="Times New Roman" pitchFamily="18" charset="0"/>
                <a:ea typeface="宋体" pitchFamily="2" charset="-122"/>
              </a:rPr>
              <a:t>波长</a:t>
            </a:r>
            <a:r>
              <a:rPr kumimoji="1" lang="en-US" altLang="zh-CN" sz="2800">
                <a:solidFill>
                  <a:srgbClr val="000000"/>
                </a:solidFill>
                <a:latin typeface="Times New Roman" pitchFamily="18" charset="0"/>
                <a:ea typeface="宋体" pitchFamily="2" charset="-122"/>
              </a:rPr>
              <a:t>&lt;380 nm)</a:t>
            </a:r>
            <a:r>
              <a:rPr kumimoji="1" lang="zh-CN" altLang="en-US" sz="2800">
                <a:solidFill>
                  <a:srgbClr val="000000"/>
                </a:solidFill>
                <a:latin typeface="Times New Roman" pitchFamily="18" charset="0"/>
                <a:ea typeface="宋体" pitchFamily="2" charset="-122"/>
              </a:rPr>
              <a:t>、可见光</a:t>
            </a:r>
            <a:r>
              <a:rPr kumimoji="1" lang="en-US" altLang="zh-CN" sz="2800">
                <a:solidFill>
                  <a:srgbClr val="000000"/>
                </a:solidFill>
                <a:latin typeface="Times New Roman" pitchFamily="18" charset="0"/>
                <a:ea typeface="宋体" pitchFamily="2" charset="-122"/>
              </a:rPr>
              <a:t>(</a:t>
            </a:r>
            <a:r>
              <a:rPr kumimoji="1" lang="zh-CN" altLang="en-US" sz="2800">
                <a:solidFill>
                  <a:srgbClr val="000000"/>
                </a:solidFill>
                <a:latin typeface="Times New Roman" pitchFamily="18" charset="0"/>
                <a:ea typeface="宋体" pitchFamily="2" charset="-122"/>
              </a:rPr>
              <a:t>波长</a:t>
            </a:r>
            <a:r>
              <a:rPr kumimoji="1" lang="en-US" altLang="zh-CN" sz="2800">
                <a:solidFill>
                  <a:srgbClr val="000000"/>
                </a:solidFill>
                <a:latin typeface="Times New Roman" pitchFamily="18" charset="0"/>
                <a:ea typeface="宋体" pitchFamily="2" charset="-122"/>
              </a:rPr>
              <a:t>380-760 nm)</a:t>
            </a:r>
            <a:r>
              <a:rPr kumimoji="1" lang="zh-CN" altLang="en-US" sz="2800">
                <a:solidFill>
                  <a:srgbClr val="000000"/>
                </a:solidFill>
                <a:latin typeface="Times New Roman" pitchFamily="18" charset="0"/>
                <a:ea typeface="宋体" pitchFamily="2" charset="-122"/>
              </a:rPr>
              <a:t>和红外线（波长</a:t>
            </a:r>
            <a:r>
              <a:rPr kumimoji="1" lang="en-US" altLang="zh-CN" sz="2800">
                <a:solidFill>
                  <a:srgbClr val="000000"/>
                </a:solidFill>
                <a:latin typeface="Times New Roman" pitchFamily="18" charset="0"/>
                <a:ea typeface="宋体" pitchFamily="2" charset="-122"/>
              </a:rPr>
              <a:t>&gt;760 nm</a:t>
            </a:r>
            <a:r>
              <a:rPr kumimoji="1" lang="zh-CN" altLang="en-US" sz="2800">
                <a:solidFill>
                  <a:srgbClr val="000000"/>
                </a:solidFill>
                <a:latin typeface="Times New Roman" pitchFamily="18" charset="0"/>
                <a:ea typeface="宋体" pitchFamily="2" charset="-122"/>
              </a:rPr>
              <a:t>）组成</a:t>
            </a:r>
          </a:p>
        </p:txBody>
      </p:sp>
    </p:spTree>
  </p:cSld>
  <p:clrMapOvr>
    <a:masterClrMapping/>
  </p:clrMapOvr>
  <mc:AlternateContent xmlns:mc="http://schemas.openxmlformats.org/markup-compatibility/2006" xmlns:p14="http://schemas.microsoft.com/office/powerpoint/2010/main">
    <mc:Choice Requires="p14">
      <p:transition spd="slow" p14:dur="2000" advTm="113873"/>
    </mc:Choice>
    <mc:Fallback xmlns="">
      <p:transition spd="slow" advTm="11387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9" name="Picture 5" descr="太阳入射角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2539" y="908051"/>
            <a:ext cx="6048375" cy="480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1" name="Text Box 7"/>
          <p:cNvSpPr txBox="1">
            <a:spLocks noChangeArrowheads="1"/>
          </p:cNvSpPr>
          <p:nvPr/>
        </p:nvSpPr>
        <p:spPr bwMode="auto">
          <a:xfrm>
            <a:off x="2063750" y="5516563"/>
            <a:ext cx="82804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en-US" altLang="zh-CN" sz="2400" b="1">
                <a:solidFill>
                  <a:srgbClr val="000000"/>
                </a:solidFill>
                <a:latin typeface="Times New Roman" pitchFamily="18" charset="0"/>
                <a:ea typeface="宋体" pitchFamily="2" charset="-122"/>
              </a:rPr>
              <a:t>1 </a:t>
            </a:r>
            <a:r>
              <a:rPr kumimoji="1" lang="zh-CN" altLang="en-US" sz="2400" b="1">
                <a:solidFill>
                  <a:srgbClr val="000000"/>
                </a:solidFill>
                <a:latin typeface="Times New Roman" pitchFamily="18" charset="0"/>
                <a:ea typeface="宋体" pitchFamily="2" charset="-122"/>
              </a:rPr>
              <a:t>太阳高度角：以平行光束射向地球表面的太阳辐射与地面的交角，称为太阳高度角。太阳高度角越小，太阳辐射穿过大气层的路程越长，辐射强度越弱</a:t>
            </a:r>
          </a:p>
          <a:p>
            <a:pPr fontAlgn="base">
              <a:spcBef>
                <a:spcPct val="50000"/>
              </a:spcBef>
              <a:spcAft>
                <a:spcPct val="0"/>
              </a:spcAft>
            </a:pPr>
            <a:endParaRPr kumimoji="1" lang="zh-CN" altLang="en-US" sz="2400" b="1">
              <a:solidFill>
                <a:srgbClr val="000000"/>
              </a:solidFill>
              <a:latin typeface="Times New Roman" pitchFamily="18" charset="0"/>
              <a:ea typeface="宋体" pitchFamily="2" charset="-122"/>
            </a:endParaRPr>
          </a:p>
          <a:p>
            <a:pPr fontAlgn="base">
              <a:spcBef>
                <a:spcPct val="50000"/>
              </a:spcBef>
              <a:spcAft>
                <a:spcPct val="0"/>
              </a:spcAft>
            </a:pPr>
            <a:endParaRPr kumimoji="1" lang="en-US" altLang="zh-CN" sz="2400">
              <a:solidFill>
                <a:srgbClr val="000000"/>
              </a:solidFill>
              <a:latin typeface="Times New Roman" pitchFamily="18" charset="0"/>
              <a:ea typeface="宋体" pitchFamily="2" charset="-122"/>
            </a:endParaRPr>
          </a:p>
        </p:txBody>
      </p:sp>
      <p:sp>
        <p:nvSpPr>
          <p:cNvPr id="6152" name="Text Box 8"/>
          <p:cNvSpPr txBox="1">
            <a:spLocks noChangeArrowheads="1"/>
          </p:cNvSpPr>
          <p:nvPr/>
        </p:nvSpPr>
        <p:spPr bwMode="auto">
          <a:xfrm>
            <a:off x="1919289" y="188913"/>
            <a:ext cx="8497887" cy="1160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0000"/>
                </a:solidFill>
                <a:latin typeface="Times New Roman" pitchFamily="18" charset="0"/>
                <a:ea typeface="宋体" pitchFamily="2" charset="-122"/>
              </a:rPr>
              <a:t>影响地球表面太阳辐射的主要因素</a:t>
            </a:r>
            <a:r>
              <a:rPr kumimoji="1" lang="en-US" altLang="zh-CN" sz="2800" b="1">
                <a:solidFill>
                  <a:srgbClr val="000000"/>
                </a:solidFill>
                <a:latin typeface="Times New Roman" pitchFamily="18" charset="0"/>
                <a:ea typeface="宋体" pitchFamily="2" charset="-122"/>
              </a:rPr>
              <a:t>: </a:t>
            </a:r>
          </a:p>
          <a:p>
            <a:pPr fontAlgn="base">
              <a:spcBef>
                <a:spcPct val="50000"/>
              </a:spcBef>
              <a:spcAft>
                <a:spcPct val="0"/>
              </a:spcAft>
            </a:pPr>
            <a:endParaRPr kumimoji="1" lang="en-US" altLang="zh-CN" sz="2800">
              <a:solidFill>
                <a:srgbClr val="000000"/>
              </a:solidFill>
              <a:latin typeface="Times New Roman" pitchFamily="18" charset="0"/>
              <a:ea typeface="宋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85195"/>
    </mc:Choice>
    <mc:Fallback xmlns="">
      <p:transition spd="slow" advTm="8519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2063750" y="2349500"/>
            <a:ext cx="7696200" cy="3297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en-US" altLang="zh-CN" sz="2800" b="1">
                <a:solidFill>
                  <a:srgbClr val="000000"/>
                </a:solidFill>
                <a:latin typeface="Times New Roman" pitchFamily="18" charset="0"/>
                <a:ea typeface="宋体" pitchFamily="2" charset="-122"/>
              </a:rPr>
              <a:t>2 </a:t>
            </a:r>
            <a:r>
              <a:rPr kumimoji="1" lang="zh-CN" altLang="en-US" sz="2800" b="1">
                <a:solidFill>
                  <a:srgbClr val="000000"/>
                </a:solidFill>
                <a:latin typeface="Times New Roman" pitchFamily="18" charset="0"/>
                <a:ea typeface="宋体" pitchFamily="2" charset="-122"/>
              </a:rPr>
              <a:t>天气好坏，空气是否清洁。</a:t>
            </a:r>
          </a:p>
          <a:p>
            <a:pPr fontAlgn="base">
              <a:spcBef>
                <a:spcPct val="50000"/>
              </a:spcBef>
              <a:spcAft>
                <a:spcPct val="0"/>
              </a:spcAft>
            </a:pPr>
            <a:r>
              <a:rPr kumimoji="1" lang="en-US" altLang="zh-CN" sz="2800" b="1">
                <a:solidFill>
                  <a:srgbClr val="000000"/>
                </a:solidFill>
                <a:latin typeface="Times New Roman" pitchFamily="18" charset="0"/>
                <a:ea typeface="宋体" pitchFamily="2" charset="-122"/>
              </a:rPr>
              <a:t>3 </a:t>
            </a:r>
            <a:r>
              <a:rPr kumimoji="1" lang="zh-CN" altLang="en-US" sz="2800" b="1">
                <a:solidFill>
                  <a:srgbClr val="000000"/>
                </a:solidFill>
                <a:latin typeface="Times New Roman" pitchFamily="18" charset="0"/>
                <a:ea typeface="宋体" pitchFamily="2" charset="-122"/>
              </a:rPr>
              <a:t>地球表面不同纬度，在不同季节，每天接受太阳辐射的时间呈周期性变化。</a:t>
            </a:r>
          </a:p>
          <a:p>
            <a:pPr fontAlgn="base">
              <a:spcBef>
                <a:spcPct val="50000"/>
              </a:spcBef>
              <a:spcAft>
                <a:spcPct val="0"/>
              </a:spcAft>
            </a:pPr>
            <a:r>
              <a:rPr kumimoji="1" lang="en-US" altLang="zh-CN" sz="2800" b="1">
                <a:solidFill>
                  <a:srgbClr val="000000"/>
                </a:solidFill>
                <a:latin typeface="Times New Roman" pitchFamily="18" charset="0"/>
                <a:ea typeface="宋体" pitchFamily="2" charset="-122"/>
              </a:rPr>
              <a:t>4 </a:t>
            </a:r>
            <a:r>
              <a:rPr kumimoji="1" lang="zh-CN" altLang="en-US" sz="2800" b="1">
                <a:solidFill>
                  <a:srgbClr val="000000"/>
                </a:solidFill>
                <a:latin typeface="Times New Roman" pitchFamily="18" charset="0"/>
                <a:ea typeface="宋体" pitchFamily="2" charset="-122"/>
              </a:rPr>
              <a:t>地面的海拔高度、朝向和坡度，也引起太阳辐射强度和日照时间的变化。</a:t>
            </a:r>
          </a:p>
          <a:p>
            <a:pPr fontAlgn="base">
              <a:spcBef>
                <a:spcPct val="50000"/>
              </a:spcBef>
              <a:spcAft>
                <a:spcPct val="0"/>
              </a:spcAft>
            </a:pPr>
            <a:endParaRPr kumimoji="1" lang="en-US" altLang="zh-CN" sz="2800" b="1">
              <a:solidFill>
                <a:srgbClr val="000000"/>
              </a:solidFill>
              <a:latin typeface="Times New Roman" pitchFamily="18" charset="0"/>
              <a:ea typeface="宋体" pitchFamily="2" charset="-122"/>
            </a:endParaRPr>
          </a:p>
        </p:txBody>
      </p:sp>
      <p:pic>
        <p:nvPicPr>
          <p:cNvPr id="7172" name="Picture 4" descr="Win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0826" y="188914"/>
            <a:ext cx="3167063" cy="1990725"/>
          </a:xfrm>
          <a:prstGeom prst="rect">
            <a:avLst/>
          </a:prstGeom>
          <a:noFill/>
          <a:extLst>
            <a:ext uri="{909E8E84-426E-40DD-AFC4-6F175D3DCCD1}">
              <a14:hiddenFill xmlns:a14="http://schemas.microsoft.com/office/drawing/2010/main">
                <a:solidFill>
                  <a:srgbClr val="FFFFFF"/>
                </a:solidFill>
              </a14:hiddenFill>
            </a:ext>
          </a:extLst>
        </p:spPr>
      </p:pic>
      <p:pic>
        <p:nvPicPr>
          <p:cNvPr id="7173" name="Picture 5" descr="TULIP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92313" y="188913"/>
            <a:ext cx="2881312" cy="1922462"/>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风光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19964" y="5027614"/>
            <a:ext cx="3024187" cy="18303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78651"/>
    </mc:Choice>
    <mc:Fallback xmlns="">
      <p:transition spd="slow" advTm="78651"/>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2063750" y="404814"/>
            <a:ext cx="7924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3200" b="1">
                <a:solidFill>
                  <a:srgbClr val="000000"/>
                </a:solidFill>
                <a:latin typeface="Times New Roman" pitchFamily="18" charset="0"/>
                <a:ea typeface="宋体" pitchFamily="2" charset="-122"/>
              </a:rPr>
              <a:t>二   光质的变化及其对生物的影响</a:t>
            </a:r>
          </a:p>
        </p:txBody>
      </p:sp>
      <p:sp>
        <p:nvSpPr>
          <p:cNvPr id="8195" name="Text Box 3"/>
          <p:cNvSpPr txBox="1">
            <a:spLocks noChangeArrowheads="1"/>
          </p:cNvSpPr>
          <p:nvPr/>
        </p:nvSpPr>
        <p:spPr bwMode="auto">
          <a:xfrm>
            <a:off x="2135188" y="1557339"/>
            <a:ext cx="7772400" cy="500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fontAlgn="base">
              <a:spcBef>
                <a:spcPct val="50000"/>
              </a:spcBef>
              <a:spcAft>
                <a:spcPct val="0"/>
              </a:spcAft>
            </a:pPr>
            <a:r>
              <a:rPr kumimoji="1" lang="zh-CN" altLang="en-US" sz="2800">
                <a:solidFill>
                  <a:srgbClr val="000000"/>
                </a:solidFill>
                <a:latin typeface="Times New Roman" pitchFamily="18" charset="0"/>
                <a:ea typeface="宋体" pitchFamily="2" charset="-122"/>
              </a:rPr>
              <a:t>光质随</a:t>
            </a:r>
            <a:r>
              <a:rPr kumimoji="1" lang="zh-CN" altLang="en-US" sz="2800" b="1">
                <a:solidFill>
                  <a:srgbClr val="000000"/>
                </a:solidFill>
                <a:latin typeface="Times New Roman" pitchFamily="18" charset="0"/>
                <a:ea typeface="宋体" pitchFamily="2" charset="-122"/>
              </a:rPr>
              <a:t>纬度</a:t>
            </a:r>
            <a:r>
              <a:rPr kumimoji="1" lang="zh-CN" altLang="en-US" sz="2800">
                <a:solidFill>
                  <a:srgbClr val="000000"/>
                </a:solidFill>
                <a:latin typeface="Times New Roman" pitchFamily="18" charset="0"/>
                <a:ea typeface="宋体" pitchFamily="2" charset="-122"/>
              </a:rPr>
              <a:t>、</a:t>
            </a:r>
            <a:r>
              <a:rPr kumimoji="1" lang="zh-CN" altLang="en-US" sz="2800" b="1">
                <a:solidFill>
                  <a:srgbClr val="000000"/>
                </a:solidFill>
                <a:latin typeface="Times New Roman" pitchFamily="18" charset="0"/>
                <a:ea typeface="宋体" pitchFamily="2" charset="-122"/>
              </a:rPr>
              <a:t>海拔高度</a:t>
            </a:r>
            <a:r>
              <a:rPr kumimoji="1" lang="zh-CN" altLang="en-US" sz="2800">
                <a:solidFill>
                  <a:srgbClr val="000000"/>
                </a:solidFill>
                <a:latin typeface="Times New Roman" pitchFamily="18" charset="0"/>
                <a:ea typeface="宋体" pitchFamily="2" charset="-122"/>
              </a:rPr>
              <a:t>、</a:t>
            </a:r>
            <a:r>
              <a:rPr kumimoji="1" lang="zh-CN" altLang="en-US" sz="2800" b="1">
                <a:solidFill>
                  <a:srgbClr val="000000"/>
                </a:solidFill>
                <a:latin typeface="Times New Roman" pitchFamily="18" charset="0"/>
                <a:ea typeface="宋体" pitchFamily="2" charset="-122"/>
              </a:rPr>
              <a:t>季节</a:t>
            </a:r>
            <a:r>
              <a:rPr kumimoji="1" lang="zh-CN" altLang="en-US" sz="2800">
                <a:solidFill>
                  <a:srgbClr val="000000"/>
                </a:solidFill>
                <a:latin typeface="Times New Roman" pitchFamily="18" charset="0"/>
                <a:ea typeface="宋体" pitchFamily="2" charset="-122"/>
              </a:rPr>
              <a:t>、</a:t>
            </a:r>
            <a:r>
              <a:rPr kumimoji="1" lang="zh-CN" altLang="en-US" sz="2800" b="1">
                <a:solidFill>
                  <a:srgbClr val="000000"/>
                </a:solidFill>
                <a:latin typeface="Times New Roman" pitchFamily="18" charset="0"/>
                <a:ea typeface="宋体" pitchFamily="2" charset="-122"/>
              </a:rPr>
              <a:t>昼夜</a:t>
            </a:r>
            <a:r>
              <a:rPr kumimoji="1" lang="zh-CN" altLang="en-US" sz="2800">
                <a:solidFill>
                  <a:srgbClr val="000000"/>
                </a:solidFill>
                <a:latin typeface="Times New Roman" pitchFamily="18" charset="0"/>
                <a:ea typeface="宋体" pitchFamily="2" charset="-122"/>
              </a:rPr>
              <a:t>而变化。</a:t>
            </a:r>
          </a:p>
          <a:p>
            <a:pPr algn="just" fontAlgn="base">
              <a:spcBef>
                <a:spcPct val="50000"/>
              </a:spcBef>
              <a:spcAft>
                <a:spcPct val="0"/>
              </a:spcAft>
            </a:pPr>
            <a:r>
              <a:rPr kumimoji="1" lang="zh-CN" altLang="en-US" sz="2800">
                <a:solidFill>
                  <a:srgbClr val="000000"/>
                </a:solidFill>
                <a:latin typeface="Times New Roman" pitchFamily="18" charset="0"/>
                <a:ea typeface="宋体" pitchFamily="2" charset="-122"/>
              </a:rPr>
              <a:t>纬度低</a:t>
            </a:r>
            <a:r>
              <a:rPr kumimoji="1" lang="en-US" altLang="zh-CN" sz="2800">
                <a:solidFill>
                  <a:srgbClr val="000000"/>
                </a:solidFill>
                <a:latin typeface="Times New Roman" pitchFamily="18" charset="0"/>
                <a:ea typeface="宋体" pitchFamily="2" charset="-122"/>
              </a:rPr>
              <a:t>: </a:t>
            </a:r>
            <a:r>
              <a:rPr kumimoji="1" lang="zh-CN" altLang="en-US" sz="2800">
                <a:solidFill>
                  <a:srgbClr val="000000"/>
                </a:solidFill>
                <a:latin typeface="Times New Roman" pitchFamily="18" charset="0"/>
                <a:ea typeface="宋体" pitchFamily="2" charset="-122"/>
              </a:rPr>
              <a:t>短波光多，纬度增加</a:t>
            </a:r>
            <a:r>
              <a:rPr kumimoji="1" lang="en-US" altLang="zh-CN" sz="2800">
                <a:solidFill>
                  <a:srgbClr val="000000"/>
                </a:solidFill>
                <a:latin typeface="Times New Roman" pitchFamily="18" charset="0"/>
                <a:ea typeface="宋体" pitchFamily="2" charset="-122"/>
              </a:rPr>
              <a:t>,</a:t>
            </a:r>
            <a:r>
              <a:rPr kumimoji="1" lang="zh-CN" altLang="en-US" sz="2800">
                <a:solidFill>
                  <a:srgbClr val="000000"/>
                </a:solidFill>
                <a:latin typeface="Times New Roman" pitchFamily="18" charset="0"/>
                <a:ea typeface="宋体" pitchFamily="2" charset="-122"/>
              </a:rPr>
              <a:t>长波光增加。</a:t>
            </a:r>
          </a:p>
          <a:p>
            <a:pPr algn="just" fontAlgn="base">
              <a:spcBef>
                <a:spcPct val="50000"/>
              </a:spcBef>
              <a:spcAft>
                <a:spcPct val="0"/>
              </a:spcAft>
            </a:pPr>
            <a:r>
              <a:rPr kumimoji="1" lang="zh-CN" altLang="en-US" sz="2800">
                <a:solidFill>
                  <a:srgbClr val="000000"/>
                </a:solidFill>
                <a:latin typeface="Times New Roman" pitchFamily="18" charset="0"/>
                <a:ea typeface="宋体" pitchFamily="2" charset="-122"/>
              </a:rPr>
              <a:t>海拔升高短波光增加。</a:t>
            </a:r>
          </a:p>
          <a:p>
            <a:pPr algn="just" fontAlgn="base">
              <a:spcBef>
                <a:spcPct val="50000"/>
              </a:spcBef>
              <a:spcAft>
                <a:spcPct val="0"/>
              </a:spcAft>
            </a:pPr>
            <a:r>
              <a:rPr kumimoji="1" lang="zh-CN" altLang="en-US" sz="2800">
                <a:solidFill>
                  <a:srgbClr val="000000"/>
                </a:solidFill>
                <a:latin typeface="Times New Roman" pitchFamily="18" charset="0"/>
                <a:ea typeface="宋体" pitchFamily="2" charset="-122"/>
              </a:rPr>
              <a:t>夏季短波光较多，冬季长波光较多；早晚长波光较多，中午短波光较多。</a:t>
            </a:r>
          </a:p>
          <a:p>
            <a:pPr algn="just" fontAlgn="base">
              <a:spcBef>
                <a:spcPct val="50000"/>
              </a:spcBef>
              <a:spcAft>
                <a:spcPct val="0"/>
              </a:spcAft>
            </a:pPr>
            <a:r>
              <a:rPr kumimoji="1" lang="zh-CN" altLang="en-US" sz="2800">
                <a:solidFill>
                  <a:srgbClr val="000000"/>
                </a:solidFill>
                <a:latin typeface="Times New Roman" pitchFamily="18" charset="0"/>
                <a:ea typeface="宋体" pitchFamily="2" charset="-122"/>
              </a:rPr>
              <a:t>不同光质对</a:t>
            </a:r>
            <a:r>
              <a:rPr kumimoji="1" lang="zh-CN" altLang="en-US" sz="2800" b="1">
                <a:solidFill>
                  <a:srgbClr val="000000"/>
                </a:solidFill>
                <a:latin typeface="Times New Roman" pitchFamily="18" charset="0"/>
                <a:ea typeface="宋体" pitchFamily="2" charset="-122"/>
              </a:rPr>
              <a:t>植物</a:t>
            </a:r>
            <a:r>
              <a:rPr kumimoji="1" lang="zh-CN" altLang="en-US" sz="2800">
                <a:solidFill>
                  <a:srgbClr val="000000"/>
                </a:solidFill>
                <a:latin typeface="Times New Roman" pitchFamily="18" charset="0"/>
                <a:ea typeface="宋体" pitchFamily="2" charset="-122"/>
              </a:rPr>
              <a:t>的</a:t>
            </a:r>
            <a:r>
              <a:rPr kumimoji="1" lang="zh-CN" altLang="en-US" sz="2800" b="1">
                <a:solidFill>
                  <a:srgbClr val="000000"/>
                </a:solidFill>
                <a:latin typeface="Times New Roman" pitchFamily="18" charset="0"/>
                <a:ea typeface="宋体" pitchFamily="2" charset="-122"/>
              </a:rPr>
              <a:t>光合作用</a:t>
            </a:r>
            <a:r>
              <a:rPr kumimoji="1" lang="zh-CN" altLang="en-US" sz="2800">
                <a:solidFill>
                  <a:srgbClr val="000000"/>
                </a:solidFill>
                <a:latin typeface="Times New Roman" pitchFamily="18" charset="0"/>
                <a:ea typeface="宋体" pitchFamily="2" charset="-122"/>
              </a:rPr>
              <a:t>，</a:t>
            </a:r>
            <a:r>
              <a:rPr kumimoji="1" lang="zh-CN" altLang="en-US" sz="2800" b="1">
                <a:solidFill>
                  <a:srgbClr val="000000"/>
                </a:solidFill>
                <a:latin typeface="Times New Roman" pitchFamily="18" charset="0"/>
                <a:ea typeface="宋体" pitchFamily="2" charset="-122"/>
              </a:rPr>
              <a:t>色素形成</a:t>
            </a:r>
            <a:r>
              <a:rPr kumimoji="1" lang="zh-CN" altLang="en-US" sz="2800">
                <a:solidFill>
                  <a:srgbClr val="000000"/>
                </a:solidFill>
                <a:latin typeface="Times New Roman" pitchFamily="18" charset="0"/>
                <a:ea typeface="宋体" pitchFamily="2" charset="-122"/>
              </a:rPr>
              <a:t>，</a:t>
            </a:r>
            <a:r>
              <a:rPr kumimoji="1" lang="zh-CN" altLang="en-US" sz="2800" b="1">
                <a:solidFill>
                  <a:srgbClr val="000000"/>
                </a:solidFill>
                <a:latin typeface="Times New Roman" pitchFamily="18" charset="0"/>
                <a:ea typeface="宋体" pitchFamily="2" charset="-122"/>
              </a:rPr>
              <a:t>向光性</a:t>
            </a:r>
            <a:r>
              <a:rPr kumimoji="1" lang="zh-CN" altLang="en-US" sz="2800">
                <a:solidFill>
                  <a:srgbClr val="000000"/>
                </a:solidFill>
                <a:latin typeface="Times New Roman" pitchFamily="18" charset="0"/>
                <a:ea typeface="宋体" pitchFamily="2" charset="-122"/>
              </a:rPr>
              <a:t>及</a:t>
            </a:r>
            <a:r>
              <a:rPr kumimoji="1" lang="zh-CN" altLang="en-US" sz="2800" b="1">
                <a:solidFill>
                  <a:srgbClr val="000000"/>
                </a:solidFill>
                <a:latin typeface="Times New Roman" pitchFamily="18" charset="0"/>
                <a:ea typeface="宋体" pitchFamily="2" charset="-122"/>
              </a:rPr>
              <a:t>形态建成</a:t>
            </a:r>
            <a:r>
              <a:rPr kumimoji="1" lang="zh-CN" altLang="en-US" sz="2800">
                <a:solidFill>
                  <a:srgbClr val="000000"/>
                </a:solidFill>
                <a:latin typeface="Times New Roman" pitchFamily="18" charset="0"/>
                <a:ea typeface="宋体" pitchFamily="2" charset="-122"/>
              </a:rPr>
              <a:t>等影响是不同的。动物对不同波长的光，也有不同的反应。</a:t>
            </a:r>
          </a:p>
          <a:p>
            <a:pPr fontAlgn="base">
              <a:spcBef>
                <a:spcPct val="50000"/>
              </a:spcBef>
              <a:spcAft>
                <a:spcPct val="0"/>
              </a:spcAft>
            </a:pPr>
            <a:endParaRPr kumimoji="1" lang="en-US" altLang="zh-CN" sz="2800">
              <a:solidFill>
                <a:srgbClr val="000000"/>
              </a:solidFill>
              <a:latin typeface="Times New Roman" pitchFamily="18" charset="0"/>
              <a:ea typeface="宋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84289"/>
    </mc:Choice>
    <mc:Fallback xmlns="">
      <p:transition spd="slow" advTm="84289"/>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914" y="836614"/>
            <a:ext cx="6624637" cy="5857875"/>
          </a:xfrm>
          <a:prstGeom prst="rect">
            <a:avLst/>
          </a:prstGeom>
          <a:noFill/>
          <a:extLst>
            <a:ext uri="{909E8E84-426E-40DD-AFC4-6F175D3DCCD1}">
              <a14:hiddenFill xmlns:a14="http://schemas.microsoft.com/office/drawing/2010/main">
                <a:solidFill>
                  <a:srgbClr val="FFFFFF"/>
                </a:solidFill>
              </a14:hiddenFill>
            </a:ext>
          </a:extLst>
        </p:spPr>
      </p:pic>
      <p:sp>
        <p:nvSpPr>
          <p:cNvPr id="9220" name="Text Box 4"/>
          <p:cNvSpPr txBox="1">
            <a:spLocks noChangeArrowheads="1"/>
          </p:cNvSpPr>
          <p:nvPr/>
        </p:nvSpPr>
        <p:spPr bwMode="auto">
          <a:xfrm>
            <a:off x="2711450" y="260350"/>
            <a:ext cx="7291388"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a:solidFill>
                  <a:srgbClr val="000000"/>
                </a:solidFill>
                <a:latin typeface="Times New Roman" pitchFamily="18" charset="0"/>
                <a:ea typeface="宋体" pitchFamily="2" charset="-122"/>
              </a:rPr>
              <a:t>1 </a:t>
            </a:r>
            <a:r>
              <a:rPr kumimoji="1" lang="zh-CN" altLang="en-US" sz="2800" b="1">
                <a:solidFill>
                  <a:srgbClr val="000000"/>
                </a:solidFill>
                <a:latin typeface="Times New Roman" pitchFamily="18" charset="0"/>
                <a:ea typeface="宋体" pitchFamily="2" charset="-122"/>
              </a:rPr>
              <a:t>光质影响植物的光合作用效率，不同色素有不同的光吸收高峰波段。</a:t>
            </a:r>
          </a:p>
        </p:txBody>
      </p:sp>
    </p:spTree>
  </p:cSld>
  <p:clrMapOvr>
    <a:masterClrMapping/>
  </p:clrMapOvr>
  <mc:AlternateContent xmlns:mc="http://schemas.openxmlformats.org/markup-compatibility/2006" xmlns:p14="http://schemas.microsoft.com/office/powerpoint/2010/main">
    <mc:Choice Requires="p14">
      <p:transition spd="slow" p14:dur="2000" advTm="73593"/>
    </mc:Choice>
    <mc:Fallback xmlns="">
      <p:transition spd="slow" advTm="73593"/>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CCFFCC"/>
        </a:solidFill>
        <a:effectLst/>
      </p:bgPr>
    </p:bg>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1828800" y="304801"/>
            <a:ext cx="8610600" cy="2739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en-US" altLang="zh-CN" sz="2800" b="1">
                <a:solidFill>
                  <a:srgbClr val="000000"/>
                </a:solidFill>
                <a:latin typeface="Times New Roman" pitchFamily="18" charset="0"/>
                <a:ea typeface="宋体" pitchFamily="2" charset="-122"/>
              </a:rPr>
              <a:t>2 </a:t>
            </a:r>
            <a:r>
              <a:rPr kumimoji="1" lang="zh-CN" altLang="en-US" sz="2800" b="1">
                <a:solidFill>
                  <a:srgbClr val="000000"/>
                </a:solidFill>
                <a:latin typeface="Times New Roman" pitchFamily="18" charset="0"/>
                <a:ea typeface="宋体" pitchFamily="2" charset="-122"/>
              </a:rPr>
              <a:t>光质影响水中藻类的分布</a:t>
            </a:r>
            <a:endParaRPr kumimoji="1" lang="zh-CN" altLang="en-US" sz="2800">
              <a:solidFill>
                <a:srgbClr val="000000"/>
              </a:solidFill>
              <a:latin typeface="Times New Roman" pitchFamily="18" charset="0"/>
              <a:ea typeface="宋体" pitchFamily="2" charset="-122"/>
            </a:endParaRPr>
          </a:p>
          <a:p>
            <a:pPr fontAlgn="base">
              <a:spcBef>
                <a:spcPct val="50000"/>
              </a:spcBef>
              <a:spcAft>
                <a:spcPct val="0"/>
              </a:spcAft>
            </a:pPr>
            <a:r>
              <a:rPr kumimoji="1" lang="zh-CN" altLang="en-US" sz="2400">
                <a:solidFill>
                  <a:srgbClr val="000000"/>
                </a:solidFill>
                <a:latin typeface="Times New Roman" pitchFamily="18" charset="0"/>
                <a:ea typeface="宋体" pitchFamily="2" charset="-122"/>
              </a:rPr>
              <a:t>长光波在水的上层被吸收，红光在</a:t>
            </a:r>
            <a:r>
              <a:rPr kumimoji="1" lang="en-US" altLang="zh-CN" sz="2400">
                <a:solidFill>
                  <a:srgbClr val="000000"/>
                </a:solidFill>
                <a:latin typeface="Times New Roman" pitchFamily="18" charset="0"/>
                <a:ea typeface="宋体" pitchFamily="2" charset="-122"/>
              </a:rPr>
              <a:t>4 m</a:t>
            </a:r>
            <a:r>
              <a:rPr kumimoji="1" lang="zh-CN" altLang="en-US" sz="2400">
                <a:solidFill>
                  <a:srgbClr val="000000"/>
                </a:solidFill>
                <a:latin typeface="Times New Roman" pitchFamily="18" charset="0"/>
                <a:ea typeface="宋体" pitchFamily="2" charset="-122"/>
              </a:rPr>
              <a:t>深水中光强度降到</a:t>
            </a:r>
            <a:r>
              <a:rPr kumimoji="1" lang="en-US" altLang="zh-CN" sz="2400">
                <a:solidFill>
                  <a:srgbClr val="000000"/>
                </a:solidFill>
                <a:latin typeface="Times New Roman" pitchFamily="18" charset="0"/>
                <a:ea typeface="宋体" pitchFamily="2" charset="-122"/>
              </a:rPr>
              <a:t>1%</a:t>
            </a:r>
            <a:r>
              <a:rPr kumimoji="1" lang="zh-CN" altLang="en-US" sz="2400">
                <a:solidFill>
                  <a:srgbClr val="000000"/>
                </a:solidFill>
                <a:latin typeface="Times New Roman" pitchFamily="18" charset="0"/>
                <a:ea typeface="宋体" pitchFamily="2" charset="-122"/>
              </a:rPr>
              <a:t>，只有</a:t>
            </a:r>
            <a:r>
              <a:rPr kumimoji="1" lang="en-US" altLang="zh-CN" sz="2400">
                <a:solidFill>
                  <a:srgbClr val="000000"/>
                </a:solidFill>
                <a:latin typeface="Times New Roman" pitchFamily="18" charset="0"/>
                <a:ea typeface="宋体" pitchFamily="2" charset="-122"/>
              </a:rPr>
              <a:t>500 nm</a:t>
            </a:r>
            <a:r>
              <a:rPr kumimoji="1" lang="zh-CN" altLang="en-US" sz="2400">
                <a:solidFill>
                  <a:srgbClr val="000000"/>
                </a:solidFill>
                <a:latin typeface="Times New Roman" pitchFamily="18" charset="0"/>
                <a:ea typeface="宋体" pitchFamily="2" charset="-122"/>
              </a:rPr>
              <a:t>波长范围内的辐射能达到较深的深度，使海洋深处显示为蓝绿光。</a:t>
            </a:r>
            <a:r>
              <a:rPr kumimoji="1" lang="zh-CN" altLang="en-US" sz="2400" b="1">
                <a:solidFill>
                  <a:srgbClr val="000000"/>
                </a:solidFill>
                <a:latin typeface="Times New Roman" pitchFamily="18" charset="0"/>
                <a:ea typeface="宋体" pitchFamily="2" charset="-122"/>
              </a:rPr>
              <a:t>从而导致绿藻分布在上层水中，褐藻分布在较深水层中，红藻分布在最深层，可达</a:t>
            </a:r>
            <a:r>
              <a:rPr kumimoji="1" lang="en-US" altLang="zh-CN" sz="2400" b="1">
                <a:solidFill>
                  <a:srgbClr val="000000"/>
                </a:solidFill>
                <a:latin typeface="Times New Roman" pitchFamily="18" charset="0"/>
                <a:ea typeface="宋体" pitchFamily="2" charset="-122"/>
              </a:rPr>
              <a:t>200 m</a:t>
            </a:r>
            <a:r>
              <a:rPr kumimoji="1" lang="zh-CN" altLang="en-US" sz="2400" b="1">
                <a:solidFill>
                  <a:srgbClr val="000000"/>
                </a:solidFill>
                <a:latin typeface="Times New Roman" pitchFamily="18" charset="0"/>
                <a:ea typeface="宋体" pitchFamily="2" charset="-122"/>
              </a:rPr>
              <a:t>左右。 </a:t>
            </a:r>
          </a:p>
          <a:p>
            <a:pPr fontAlgn="base">
              <a:spcBef>
                <a:spcPct val="50000"/>
              </a:spcBef>
              <a:spcAft>
                <a:spcPct val="0"/>
              </a:spcAft>
            </a:pPr>
            <a:endParaRPr kumimoji="1" lang="en-US" altLang="zh-CN" sz="2400" b="1">
              <a:solidFill>
                <a:srgbClr val="000000"/>
              </a:solidFill>
              <a:latin typeface="Times New Roman" pitchFamily="18" charset="0"/>
              <a:ea typeface="宋体" pitchFamily="2" charset="-122"/>
            </a:endParaRPr>
          </a:p>
        </p:txBody>
      </p:sp>
      <p:sp>
        <p:nvSpPr>
          <p:cNvPr id="10244" name="Text Box 4"/>
          <p:cNvSpPr txBox="1">
            <a:spLocks noChangeArrowheads="1"/>
          </p:cNvSpPr>
          <p:nvPr/>
        </p:nvSpPr>
        <p:spPr bwMode="auto">
          <a:xfrm>
            <a:off x="7877176" y="3868739"/>
            <a:ext cx="4695825" cy="12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0" fontAlgn="base" hangingPunct="0">
              <a:spcBef>
                <a:spcPct val="0"/>
              </a:spcBef>
              <a:spcAft>
                <a:spcPct val="0"/>
              </a:spcAft>
            </a:pPr>
            <a:endParaRPr lang="zh-CN" altLang="zh-CN" sz="1000">
              <a:solidFill>
                <a:srgbClr val="000000"/>
              </a:solidFill>
              <a:latin typeface="Times New Roman" pitchFamily="18" charset="0"/>
              <a:ea typeface="宋体" pitchFamily="2" charset="-122"/>
            </a:endParaRPr>
          </a:p>
        </p:txBody>
      </p:sp>
      <p:pic>
        <p:nvPicPr>
          <p:cNvPr id="10245" name="Picture 5" descr="水中光强度"/>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2667000"/>
            <a:ext cx="4160838"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116071"/>
    </mc:Choice>
    <mc:Fallback xmlns="">
      <p:transition spd="slow" advTm="116071"/>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1" y="1295400"/>
            <a:ext cx="4735513" cy="5334000"/>
          </a:xfrm>
          <a:prstGeom prst="rect">
            <a:avLst/>
          </a:prstGeom>
          <a:noFill/>
          <a:extLst>
            <a:ext uri="{909E8E84-426E-40DD-AFC4-6F175D3DCCD1}">
              <a14:hiddenFill xmlns:a14="http://schemas.microsoft.com/office/drawing/2010/main">
                <a:solidFill>
                  <a:srgbClr val="FFFFFF"/>
                </a:solidFill>
              </a14:hiddenFill>
            </a:ext>
          </a:extLst>
        </p:spPr>
      </p:pic>
      <p:sp>
        <p:nvSpPr>
          <p:cNvPr id="11267" name="Rectangle 3"/>
          <p:cNvSpPr>
            <a:spLocks noGrp="1" noChangeArrowheads="1"/>
          </p:cNvSpPr>
          <p:nvPr>
            <p:ph type="title"/>
          </p:nvPr>
        </p:nvSpPr>
        <p:spPr>
          <a:xfrm>
            <a:off x="1524000" y="228600"/>
            <a:ext cx="8915400" cy="838200"/>
          </a:xfrm>
        </p:spPr>
        <p:txBody>
          <a:bodyPr/>
          <a:lstStyle/>
          <a:p>
            <a:pPr algn="l"/>
            <a:r>
              <a:rPr lang="en-US" altLang="zh-CN" sz="2800"/>
              <a:t>3 </a:t>
            </a:r>
            <a:r>
              <a:rPr lang="zh-CN" altLang="en-US" sz="2800" b="1"/>
              <a:t>光质影响光合作用的产物</a:t>
            </a:r>
            <a:r>
              <a:rPr lang="zh-CN" altLang="en-US" sz="2800"/>
              <a:t>。</a:t>
            </a:r>
            <a:br>
              <a:rPr lang="zh-CN" altLang="en-US" sz="2800"/>
            </a:br>
            <a:r>
              <a:rPr lang="zh-CN" altLang="en-US" sz="2400" b="1"/>
              <a:t>红光对糖的合成有利，蓝紫光有利于蛋白质的合成</a:t>
            </a:r>
            <a:r>
              <a:rPr lang="zh-CN" altLang="en-US"/>
              <a:t> </a:t>
            </a:r>
          </a:p>
        </p:txBody>
      </p:sp>
    </p:spTree>
  </p:cSld>
  <p:clrMapOvr>
    <a:masterClrMapping/>
  </p:clrMapOvr>
  <mc:AlternateContent xmlns:mc="http://schemas.openxmlformats.org/markup-compatibility/2006" xmlns:p14="http://schemas.microsoft.com/office/powerpoint/2010/main">
    <mc:Choice Requires="p14">
      <p:transition spd="slow" p14:dur="2000" advTm="40870"/>
    </mc:Choice>
    <mc:Fallback xmlns="">
      <p:transition spd="slow" advTm="4087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87939" y="3068639"/>
            <a:ext cx="5113337" cy="3379787"/>
          </a:xfrm>
          <a:prstGeom prst="rect">
            <a:avLst/>
          </a:prstGeom>
          <a:noFill/>
          <a:extLst>
            <a:ext uri="{909E8E84-426E-40DD-AFC4-6F175D3DCCD1}">
              <a14:hiddenFill xmlns:a14="http://schemas.microsoft.com/office/drawing/2010/main">
                <a:solidFill>
                  <a:srgbClr val="FFFFFF"/>
                </a:solidFill>
              </a14:hiddenFill>
            </a:ext>
          </a:extLst>
        </p:spPr>
      </p:pic>
      <p:sp>
        <p:nvSpPr>
          <p:cNvPr id="12291" name="Rectangle 3"/>
          <p:cNvSpPr>
            <a:spLocks noGrp="1" noChangeArrowheads="1"/>
          </p:cNvSpPr>
          <p:nvPr>
            <p:ph type="title"/>
          </p:nvPr>
        </p:nvSpPr>
        <p:spPr>
          <a:xfrm>
            <a:off x="1919288" y="2492376"/>
            <a:ext cx="3167062" cy="3673475"/>
          </a:xfrm>
        </p:spPr>
        <p:txBody>
          <a:bodyPr/>
          <a:lstStyle/>
          <a:p>
            <a:pPr>
              <a:lnSpc>
                <a:spcPct val="110000"/>
              </a:lnSpc>
            </a:pPr>
            <a:br>
              <a:rPr lang="en-US" altLang="zh-CN" sz="2800" b="1"/>
            </a:br>
            <a:r>
              <a:rPr lang="zh-CN" altLang="en-US" sz="2400" b="1"/>
              <a:t>高山上无高大树木，植物具特殊的莲座状叶丛；高山植物茎叶含花青素，茎干粗短，叶小。</a:t>
            </a:r>
          </a:p>
        </p:txBody>
      </p:sp>
      <p:sp>
        <p:nvSpPr>
          <p:cNvPr id="30722" name="Text Box 2"/>
          <p:cNvSpPr txBox="1">
            <a:spLocks noChangeArrowheads="1"/>
          </p:cNvSpPr>
          <p:nvPr/>
        </p:nvSpPr>
        <p:spPr bwMode="auto">
          <a:xfrm>
            <a:off x="2351088" y="476251"/>
            <a:ext cx="7848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en-US" altLang="zh-CN" sz="2800">
                <a:solidFill>
                  <a:srgbClr val="000000"/>
                </a:solidFill>
                <a:latin typeface="Times New Roman" pitchFamily="18" charset="0"/>
                <a:ea typeface="宋体" pitchFamily="2" charset="-122"/>
              </a:rPr>
              <a:t>4 </a:t>
            </a:r>
            <a:r>
              <a:rPr kumimoji="1" lang="zh-CN" altLang="en-US" sz="2800" b="1">
                <a:solidFill>
                  <a:srgbClr val="000000"/>
                </a:solidFill>
                <a:latin typeface="Times New Roman" pitchFamily="18" charset="0"/>
                <a:ea typeface="宋体" pitchFamily="2" charset="-122"/>
              </a:rPr>
              <a:t>光质影响植物的形态建成、向光性与色素形成</a:t>
            </a:r>
          </a:p>
        </p:txBody>
      </p:sp>
      <p:sp>
        <p:nvSpPr>
          <p:cNvPr id="30724" name="Text Box 4"/>
          <p:cNvSpPr txBox="1">
            <a:spLocks noChangeArrowheads="1"/>
          </p:cNvSpPr>
          <p:nvPr/>
        </p:nvSpPr>
        <p:spPr bwMode="auto">
          <a:xfrm>
            <a:off x="2351088" y="2205038"/>
            <a:ext cx="6769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400" b="1">
                <a:solidFill>
                  <a:srgbClr val="000000"/>
                </a:solidFill>
                <a:latin typeface="Times New Roman" pitchFamily="18" charset="0"/>
                <a:ea typeface="宋体" pitchFamily="2" charset="-122"/>
              </a:rPr>
              <a:t>短波光使植物向光性更敏感，促进植物色素形成</a:t>
            </a:r>
          </a:p>
        </p:txBody>
      </p:sp>
      <p:sp>
        <p:nvSpPr>
          <p:cNvPr id="30725" name="Text Box 5"/>
          <p:cNvSpPr txBox="1">
            <a:spLocks noChangeArrowheads="1"/>
          </p:cNvSpPr>
          <p:nvPr/>
        </p:nvSpPr>
        <p:spPr bwMode="auto">
          <a:xfrm>
            <a:off x="2279650" y="1412875"/>
            <a:ext cx="741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400" b="1">
                <a:solidFill>
                  <a:srgbClr val="000000"/>
                </a:solidFill>
                <a:latin typeface="Times New Roman" pitchFamily="18" charset="0"/>
                <a:ea typeface="宋体" pitchFamily="2" charset="-122"/>
              </a:rPr>
              <a:t>青蓝紫光与紫外线抑制植物茎的生长，使植株矮小</a:t>
            </a:r>
          </a:p>
        </p:txBody>
      </p:sp>
    </p:spTree>
  </p:cSld>
  <p:clrMapOvr>
    <a:masterClrMapping/>
  </p:clrMapOvr>
  <mc:AlternateContent xmlns:mc="http://schemas.openxmlformats.org/markup-compatibility/2006" xmlns:p14="http://schemas.microsoft.com/office/powerpoint/2010/main">
    <mc:Choice Requires="p14">
      <p:transition spd="slow" p14:dur="2000" advTm="94547"/>
    </mc:Choice>
    <mc:Fallback xmlns="">
      <p:transition spd="slow" advTm="94547"/>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CCFFCC"/>
        </a:solidFill>
        <a:effectLst/>
      </p:bgPr>
    </p:bg>
    <p:spTree>
      <p:nvGrpSpPr>
        <p:cNvPr id="1" name=""/>
        <p:cNvGrpSpPr/>
        <p:nvPr/>
      </p:nvGrpSpPr>
      <p:grpSpPr>
        <a:xfrm>
          <a:off x="0" y="0"/>
          <a:ext cx="0" cy="0"/>
          <a:chOff x="0" y="0"/>
          <a:chExt cx="0" cy="0"/>
        </a:xfrm>
      </p:grpSpPr>
      <p:sp>
        <p:nvSpPr>
          <p:cNvPr id="14338" name="Text Box 1026"/>
          <p:cNvSpPr txBox="1">
            <a:spLocks noChangeArrowheads="1"/>
          </p:cNvSpPr>
          <p:nvPr/>
        </p:nvSpPr>
        <p:spPr bwMode="auto">
          <a:xfrm>
            <a:off x="1828800" y="381001"/>
            <a:ext cx="8610600" cy="6342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3200" b="1" dirty="0">
                <a:solidFill>
                  <a:srgbClr val="000000"/>
                </a:solidFill>
                <a:latin typeface="Times New Roman" pitchFamily="18" charset="0"/>
                <a:ea typeface="宋体" pitchFamily="2" charset="-122"/>
              </a:rPr>
              <a:t>三 光照强度的变化及其对生物的影响</a:t>
            </a:r>
          </a:p>
          <a:p>
            <a:pPr algn="just" fontAlgn="base">
              <a:spcBef>
                <a:spcPct val="50000"/>
              </a:spcBef>
              <a:spcAft>
                <a:spcPct val="0"/>
              </a:spcAft>
            </a:pPr>
            <a:r>
              <a:rPr kumimoji="1" lang="zh-CN" altLang="en-US" sz="2800" b="1" dirty="0">
                <a:solidFill>
                  <a:srgbClr val="000000"/>
                </a:solidFill>
                <a:latin typeface="Times New Roman" pitchFamily="18" charset="0"/>
                <a:ea typeface="宋体" pitchFamily="2" charset="-122"/>
              </a:rPr>
              <a:t>地表的光照强度</a:t>
            </a:r>
            <a:r>
              <a:rPr kumimoji="1" lang="zh-CN" altLang="en-US" sz="2800" b="1" dirty="0">
                <a:solidFill>
                  <a:srgbClr val="FF3300"/>
                </a:solidFill>
                <a:latin typeface="Times New Roman" pitchFamily="18" charset="0"/>
                <a:ea typeface="宋体" pitchFamily="2" charset="-122"/>
              </a:rPr>
              <a:t>随时间</a:t>
            </a:r>
            <a:r>
              <a:rPr kumimoji="1" lang="zh-CN" altLang="en-US" sz="2800" b="1" dirty="0">
                <a:solidFill>
                  <a:srgbClr val="000000"/>
                </a:solidFill>
                <a:latin typeface="Times New Roman" pitchFamily="18" charset="0"/>
                <a:ea typeface="宋体" pitchFamily="2" charset="-122"/>
              </a:rPr>
              <a:t>和</a:t>
            </a:r>
            <a:r>
              <a:rPr kumimoji="1" lang="zh-CN" altLang="en-US" sz="2800" b="1" dirty="0">
                <a:solidFill>
                  <a:srgbClr val="FF3300"/>
                </a:solidFill>
                <a:latin typeface="Times New Roman" pitchFamily="18" charset="0"/>
                <a:ea typeface="宋体" pitchFamily="2" charset="-122"/>
              </a:rPr>
              <a:t>空间</a:t>
            </a:r>
            <a:r>
              <a:rPr kumimoji="1" lang="zh-CN" altLang="en-US" sz="2800" b="1" dirty="0">
                <a:solidFill>
                  <a:srgbClr val="000000"/>
                </a:solidFill>
                <a:latin typeface="Times New Roman" pitchFamily="18" charset="0"/>
                <a:ea typeface="宋体" pitchFamily="2" charset="-122"/>
              </a:rPr>
              <a:t>而变化</a:t>
            </a:r>
            <a:r>
              <a:rPr kumimoji="1" lang="zh-CN" altLang="en-US" sz="2800" dirty="0">
                <a:solidFill>
                  <a:srgbClr val="000000"/>
                </a:solidFill>
                <a:latin typeface="Times New Roman" pitchFamily="18" charset="0"/>
                <a:ea typeface="宋体" pitchFamily="2" charset="-122"/>
              </a:rPr>
              <a:t>。</a:t>
            </a:r>
          </a:p>
          <a:p>
            <a:pPr algn="just" fontAlgn="base">
              <a:spcBef>
                <a:spcPct val="50000"/>
              </a:spcBef>
              <a:spcAft>
                <a:spcPct val="0"/>
              </a:spcAft>
            </a:pPr>
            <a:r>
              <a:rPr kumimoji="1" lang="zh-CN" altLang="en-US" sz="2800" b="1" dirty="0">
                <a:solidFill>
                  <a:srgbClr val="000000"/>
                </a:solidFill>
                <a:latin typeface="Times New Roman" pitchFamily="18" charset="0"/>
                <a:ea typeface="宋体" pitchFamily="2" charset="-122"/>
              </a:rPr>
              <a:t>纬度：</a:t>
            </a:r>
            <a:r>
              <a:rPr kumimoji="1" lang="zh-CN" altLang="en-US" sz="2400" b="1" dirty="0">
                <a:solidFill>
                  <a:srgbClr val="000000"/>
                </a:solidFill>
                <a:latin typeface="Times New Roman" pitchFamily="18" charset="0"/>
                <a:ea typeface="宋体" pitchFamily="2" charset="-122"/>
              </a:rPr>
              <a:t>纬度越高，光强越弱；海拔：海拔升高，光强增加。</a:t>
            </a:r>
          </a:p>
          <a:p>
            <a:pPr algn="just" fontAlgn="base">
              <a:spcBef>
                <a:spcPct val="50000"/>
              </a:spcBef>
              <a:spcAft>
                <a:spcPct val="0"/>
              </a:spcAft>
            </a:pPr>
            <a:r>
              <a:rPr kumimoji="1" lang="zh-CN" altLang="en-US" sz="2800" b="1" dirty="0">
                <a:solidFill>
                  <a:srgbClr val="000000"/>
                </a:solidFill>
                <a:latin typeface="Times New Roman" pitchFamily="18" charset="0"/>
                <a:ea typeface="宋体" pitchFamily="2" charset="-122"/>
              </a:rPr>
              <a:t>地形：</a:t>
            </a:r>
            <a:r>
              <a:rPr kumimoji="1" lang="zh-CN" altLang="en-US" sz="2400" b="1" dirty="0">
                <a:solidFill>
                  <a:srgbClr val="000000"/>
                </a:solidFill>
                <a:latin typeface="Times New Roman" pitchFamily="18" charset="0"/>
                <a:ea typeface="宋体" pitchFamily="2" charset="-122"/>
              </a:rPr>
              <a:t>南坡</a:t>
            </a:r>
            <a:r>
              <a:rPr kumimoji="1" lang="en-US" altLang="zh-CN" sz="2400" b="1" dirty="0">
                <a:solidFill>
                  <a:srgbClr val="000000"/>
                </a:solidFill>
                <a:latin typeface="Times New Roman" pitchFamily="18" charset="0"/>
                <a:ea typeface="宋体" pitchFamily="2" charset="-122"/>
              </a:rPr>
              <a:t>〉</a:t>
            </a:r>
            <a:r>
              <a:rPr kumimoji="1" lang="zh-CN" altLang="en-US" sz="2400" b="1" dirty="0">
                <a:solidFill>
                  <a:srgbClr val="000000"/>
                </a:solidFill>
                <a:latin typeface="Times New Roman" pitchFamily="18" charset="0"/>
                <a:ea typeface="宋体" pitchFamily="2" charset="-122"/>
              </a:rPr>
              <a:t>平地</a:t>
            </a:r>
            <a:r>
              <a:rPr kumimoji="1" lang="en-US" altLang="zh-CN" sz="2400" b="1" dirty="0">
                <a:solidFill>
                  <a:srgbClr val="000000"/>
                </a:solidFill>
                <a:latin typeface="Times New Roman" pitchFamily="18" charset="0"/>
                <a:ea typeface="宋体" pitchFamily="2" charset="-122"/>
              </a:rPr>
              <a:t>〉</a:t>
            </a:r>
            <a:r>
              <a:rPr kumimoji="1" lang="zh-CN" altLang="en-US" sz="2400" b="1" dirty="0">
                <a:solidFill>
                  <a:srgbClr val="000000"/>
                </a:solidFill>
                <a:latin typeface="Times New Roman" pitchFamily="18" charset="0"/>
                <a:ea typeface="宋体" pitchFamily="2" charset="-122"/>
              </a:rPr>
              <a:t>北坡。地表上的总辐射量决定于光照强度 	和日照时间</a:t>
            </a:r>
          </a:p>
          <a:p>
            <a:pPr algn="just" fontAlgn="base">
              <a:spcBef>
                <a:spcPct val="50000"/>
              </a:spcBef>
              <a:spcAft>
                <a:spcPct val="0"/>
              </a:spcAft>
            </a:pPr>
            <a:r>
              <a:rPr kumimoji="1" lang="zh-CN" altLang="en-US" sz="2800" b="1" dirty="0">
                <a:solidFill>
                  <a:srgbClr val="000000"/>
                </a:solidFill>
                <a:latin typeface="Times New Roman" pitchFamily="18" charset="0"/>
                <a:ea typeface="宋体" pitchFamily="2" charset="-122"/>
              </a:rPr>
              <a:t>季节、昼夜：</a:t>
            </a:r>
            <a:r>
              <a:rPr kumimoji="1" lang="zh-CN" altLang="en-US" sz="2400" b="1" dirty="0">
                <a:solidFill>
                  <a:srgbClr val="000000"/>
                </a:solidFill>
                <a:latin typeface="Times New Roman" pitchFamily="18" charset="0"/>
                <a:ea typeface="宋体" pitchFamily="2" charset="-122"/>
              </a:rPr>
              <a:t>季节变化与日变化：一年中，夏季最大，冬季	最弱。一天中，中午最大，早晚最弱。</a:t>
            </a:r>
          </a:p>
          <a:p>
            <a:pPr algn="just" fontAlgn="base">
              <a:spcBef>
                <a:spcPct val="50000"/>
              </a:spcBef>
              <a:spcAft>
                <a:spcPct val="0"/>
              </a:spcAft>
            </a:pPr>
            <a:r>
              <a:rPr kumimoji="1" lang="zh-CN" altLang="en-US" sz="2800" b="1" dirty="0">
                <a:solidFill>
                  <a:srgbClr val="000000"/>
                </a:solidFill>
                <a:latin typeface="Times New Roman" pitchFamily="18" charset="0"/>
                <a:ea typeface="宋体" pitchFamily="2" charset="-122"/>
              </a:rPr>
              <a:t>水体深度：</a:t>
            </a:r>
            <a:r>
              <a:rPr kumimoji="1" lang="zh-CN" altLang="en-US" sz="2400" b="1" dirty="0">
                <a:solidFill>
                  <a:srgbClr val="000000"/>
                </a:solidFill>
                <a:latin typeface="Times New Roman" pitchFamily="18" charset="0"/>
                <a:ea typeface="宋体" pitchFamily="2" charset="-122"/>
              </a:rPr>
              <a:t>在完全清澈的水中，</a:t>
            </a:r>
            <a:r>
              <a:rPr kumimoji="1" lang="en-US" altLang="zh-CN" sz="2400" b="1" dirty="0">
                <a:solidFill>
                  <a:srgbClr val="000000"/>
                </a:solidFill>
                <a:latin typeface="Times New Roman" pitchFamily="18" charset="0"/>
                <a:ea typeface="宋体" pitchFamily="2" charset="-122"/>
              </a:rPr>
              <a:t>1 .8 m</a:t>
            </a:r>
            <a:r>
              <a:rPr kumimoji="1" lang="zh-CN" altLang="en-US" sz="2400" b="1" dirty="0">
                <a:solidFill>
                  <a:srgbClr val="000000"/>
                </a:solidFill>
                <a:latin typeface="Times New Roman" pitchFamily="18" charset="0"/>
                <a:ea typeface="宋体" pitchFamily="2" charset="-122"/>
              </a:rPr>
              <a:t>深处的光强度只有表面	的</a:t>
            </a:r>
            <a:r>
              <a:rPr kumimoji="1" lang="en-US" altLang="zh-CN" sz="2400" b="1" dirty="0">
                <a:solidFill>
                  <a:srgbClr val="000000"/>
                </a:solidFill>
                <a:latin typeface="Times New Roman" pitchFamily="18" charset="0"/>
                <a:ea typeface="宋体" pitchFamily="2" charset="-122"/>
              </a:rPr>
              <a:t>50%</a:t>
            </a:r>
            <a:r>
              <a:rPr kumimoji="1" lang="zh-CN" altLang="en-US" sz="2400" b="1" dirty="0">
                <a:solidFill>
                  <a:srgbClr val="000000"/>
                </a:solidFill>
                <a:latin typeface="Times New Roman" pitchFamily="18" charset="0"/>
                <a:ea typeface="宋体" pitchFamily="2" charset="-122"/>
              </a:rPr>
              <a:t>。根据水体中光的强弱或有无，可将水体分为光	亮带，弱光带和无光带，对生物产生不同的影响。</a:t>
            </a:r>
          </a:p>
          <a:p>
            <a:pPr lvl="1" algn="just" fontAlgn="base">
              <a:spcBef>
                <a:spcPct val="50000"/>
              </a:spcBef>
              <a:spcAft>
                <a:spcPct val="0"/>
              </a:spcAft>
            </a:pPr>
            <a:r>
              <a:rPr kumimoji="1" lang="zh-CN" altLang="en-US" sz="2400" dirty="0">
                <a:solidFill>
                  <a:srgbClr val="000000"/>
                </a:solidFill>
                <a:latin typeface="Times New Roman" pitchFamily="18" charset="0"/>
                <a:ea typeface="宋体" pitchFamily="2" charset="-122"/>
              </a:rPr>
              <a:t>  </a:t>
            </a:r>
          </a:p>
          <a:p>
            <a:pPr fontAlgn="base">
              <a:spcBef>
                <a:spcPct val="50000"/>
              </a:spcBef>
              <a:spcAft>
                <a:spcPct val="0"/>
              </a:spcAft>
            </a:pPr>
            <a:endParaRPr kumimoji="1" lang="en-US" altLang="zh-CN" sz="2400" dirty="0">
              <a:solidFill>
                <a:srgbClr val="000000"/>
              </a:solidFill>
              <a:latin typeface="Times New Roman" pitchFamily="18" charset="0"/>
              <a:ea typeface="宋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107685"/>
    </mc:Choice>
    <mc:Fallback xmlns="">
      <p:transition spd="slow" advTm="107685"/>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ext Box 1027"/>
          <p:cNvSpPr txBox="1">
            <a:spLocks noChangeArrowheads="1"/>
          </p:cNvSpPr>
          <p:nvPr/>
        </p:nvSpPr>
        <p:spPr bwMode="auto">
          <a:xfrm>
            <a:off x="1622425" y="14446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endParaRPr kumimoji="1" lang="zh-CN" altLang="zh-CN" sz="2400">
              <a:solidFill>
                <a:srgbClr val="000000"/>
              </a:solidFill>
              <a:latin typeface="Times New Roman" pitchFamily="18" charset="0"/>
              <a:ea typeface="宋体" pitchFamily="2" charset="-122"/>
            </a:endParaRPr>
          </a:p>
        </p:txBody>
      </p:sp>
      <p:sp>
        <p:nvSpPr>
          <p:cNvPr id="15364" name="Text Box 1028"/>
          <p:cNvSpPr txBox="1">
            <a:spLocks noChangeArrowheads="1"/>
          </p:cNvSpPr>
          <p:nvPr/>
        </p:nvSpPr>
        <p:spPr bwMode="auto">
          <a:xfrm>
            <a:off x="1752600" y="304800"/>
            <a:ext cx="8382000" cy="1289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30000"/>
              </a:lnSpc>
              <a:spcBef>
                <a:spcPct val="50000"/>
              </a:spcBef>
              <a:spcAft>
                <a:spcPct val="0"/>
              </a:spcAft>
            </a:pPr>
            <a:r>
              <a:rPr kumimoji="1" lang="zh-CN" altLang="en-US" sz="2800" b="1">
                <a:solidFill>
                  <a:srgbClr val="000000"/>
                </a:solidFill>
                <a:latin typeface="宋体" pitchFamily="2" charset="-122"/>
                <a:ea typeface="宋体" pitchFamily="2" charset="-122"/>
              </a:rPr>
              <a:t>（一）光照强度影响生物的生长发育与形态建成</a:t>
            </a:r>
          </a:p>
          <a:p>
            <a:pPr fontAlgn="base">
              <a:spcBef>
                <a:spcPct val="50000"/>
              </a:spcBef>
              <a:spcAft>
                <a:spcPct val="0"/>
              </a:spcAft>
            </a:pPr>
            <a:endParaRPr kumimoji="1" lang="en-US" altLang="zh-CN" sz="2800">
              <a:solidFill>
                <a:srgbClr val="000000"/>
              </a:solidFill>
              <a:latin typeface="Times New Roman" pitchFamily="18" charset="0"/>
              <a:ea typeface="宋体" pitchFamily="2" charset="-122"/>
            </a:endParaRPr>
          </a:p>
        </p:txBody>
      </p:sp>
      <p:sp>
        <p:nvSpPr>
          <p:cNvPr id="20484" name="Text Box 1028"/>
          <p:cNvSpPr txBox="1">
            <a:spLocks noChangeArrowheads="1"/>
          </p:cNvSpPr>
          <p:nvPr/>
        </p:nvSpPr>
        <p:spPr bwMode="auto">
          <a:xfrm>
            <a:off x="1991544" y="1217374"/>
            <a:ext cx="6624538"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spcAft>
                <a:spcPct val="0"/>
              </a:spcAft>
            </a:pPr>
            <a:r>
              <a:rPr kumimoji="1" lang="en-US" altLang="zh-CN" sz="2400" b="1" dirty="0">
                <a:solidFill>
                  <a:srgbClr val="000000"/>
                </a:solidFill>
                <a:latin typeface="Times New Roman" pitchFamily="18" charset="0"/>
                <a:ea typeface="宋体" pitchFamily="2" charset="-122"/>
              </a:rPr>
              <a:t>1</a:t>
            </a:r>
            <a:r>
              <a:rPr kumimoji="1" lang="zh-CN" altLang="en-US" sz="2400" b="1" dirty="0">
                <a:solidFill>
                  <a:srgbClr val="000000"/>
                </a:solidFill>
                <a:latin typeface="Times New Roman" pitchFamily="18" charset="0"/>
                <a:ea typeface="宋体" pitchFamily="2" charset="-122"/>
              </a:rPr>
              <a:t>光强影响生物生长、发育。</a:t>
            </a:r>
          </a:p>
          <a:p>
            <a:pPr fontAlgn="base">
              <a:spcBef>
                <a:spcPct val="0"/>
              </a:spcBef>
              <a:spcAft>
                <a:spcPct val="0"/>
              </a:spcAft>
            </a:pPr>
            <a:r>
              <a:rPr kumimoji="1" lang="zh-CN" altLang="en-US" sz="2400" b="1" dirty="0">
                <a:solidFill>
                  <a:srgbClr val="000000"/>
                </a:solidFill>
                <a:latin typeface="Times New Roman" pitchFamily="18" charset="0"/>
                <a:ea typeface="宋体" pitchFamily="2" charset="-122"/>
              </a:rPr>
              <a:t> </a:t>
            </a:r>
          </a:p>
          <a:p>
            <a:pPr fontAlgn="base">
              <a:spcBef>
                <a:spcPct val="0"/>
              </a:spcBef>
              <a:spcAft>
                <a:spcPct val="0"/>
              </a:spcAft>
            </a:pPr>
            <a:r>
              <a:rPr kumimoji="1" lang="zh-CN" altLang="en-US" sz="2400" b="1" dirty="0">
                <a:solidFill>
                  <a:srgbClr val="000000"/>
                </a:solidFill>
                <a:latin typeface="Times New Roman" pitchFamily="18" charset="0"/>
                <a:ea typeface="宋体" pitchFamily="2" charset="-122"/>
              </a:rPr>
              <a:t>蛙卵在有光环境下发育更快。鳖在黑暗下生长快</a:t>
            </a:r>
          </a:p>
          <a:p>
            <a:pPr fontAlgn="base">
              <a:spcBef>
                <a:spcPct val="0"/>
              </a:spcBef>
              <a:spcAft>
                <a:spcPct val="0"/>
              </a:spcAft>
            </a:pPr>
            <a:endParaRPr kumimoji="1" lang="en-US" altLang="zh-CN" sz="2400" b="1" dirty="0">
              <a:solidFill>
                <a:srgbClr val="000000"/>
              </a:solidFill>
              <a:latin typeface="Times New Roman" pitchFamily="18" charset="0"/>
              <a:ea typeface="宋体" pitchFamily="2" charset="-122"/>
            </a:endParaRPr>
          </a:p>
        </p:txBody>
      </p:sp>
      <p:pic>
        <p:nvPicPr>
          <p:cNvPr id="3993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7688" y="2564905"/>
            <a:ext cx="4791269" cy="3892673"/>
          </a:xfrm>
          <a:prstGeom prst="rect">
            <a:avLst/>
          </a:prstGeom>
          <a:solidFill>
            <a:schemeClr val="accent2"/>
          </a:solidFill>
          <a:ln>
            <a:noFill/>
          </a:ln>
          <a:effectLst/>
        </p:spPr>
      </p:pic>
      <p:pic>
        <p:nvPicPr>
          <p:cNvPr id="39940"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84232" y="2564904"/>
            <a:ext cx="1714044" cy="1306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2000" advTm="75162"/>
    </mc:Choice>
    <mc:Fallback xmlns="">
      <p:transition spd="slow" advTm="75162"/>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026"/>
          <p:cNvSpPr txBox="1">
            <a:spLocks noChangeArrowheads="1"/>
          </p:cNvSpPr>
          <p:nvPr/>
        </p:nvSpPr>
        <p:spPr bwMode="auto">
          <a:xfrm>
            <a:off x="1847850" y="1124744"/>
            <a:ext cx="8458200" cy="199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30000"/>
              </a:lnSpc>
              <a:spcBef>
                <a:spcPct val="50000"/>
              </a:spcBef>
              <a:spcAft>
                <a:spcPct val="0"/>
              </a:spcAft>
            </a:pPr>
            <a:r>
              <a:rPr kumimoji="1" lang="en-US" altLang="zh-CN" sz="2400" b="1" dirty="0">
                <a:solidFill>
                  <a:srgbClr val="000000"/>
                </a:solidFill>
                <a:latin typeface="宋体" pitchFamily="2" charset="-122"/>
                <a:ea typeface="宋体" pitchFamily="2" charset="-122"/>
              </a:rPr>
              <a:t>2 </a:t>
            </a:r>
            <a:r>
              <a:rPr kumimoji="1" lang="zh-CN" altLang="en-US" sz="2400" b="1" dirty="0">
                <a:solidFill>
                  <a:srgbClr val="000000"/>
                </a:solidFill>
                <a:latin typeface="宋体" pitchFamily="2" charset="-122"/>
                <a:ea typeface="宋体" pitchFamily="2" charset="-122"/>
              </a:rPr>
              <a:t>光强影响植物叶绿素生成和动物体色变化。</a:t>
            </a:r>
          </a:p>
          <a:p>
            <a:pPr fontAlgn="base">
              <a:lnSpc>
                <a:spcPct val="130000"/>
              </a:lnSpc>
              <a:spcBef>
                <a:spcPct val="50000"/>
              </a:spcBef>
              <a:spcAft>
                <a:spcPct val="0"/>
              </a:spcAft>
            </a:pPr>
            <a:endParaRPr kumimoji="1" lang="zh-CN" altLang="en-US" sz="2400" b="1" dirty="0">
              <a:solidFill>
                <a:srgbClr val="000000"/>
              </a:solidFill>
              <a:latin typeface="宋体" pitchFamily="2" charset="-122"/>
              <a:ea typeface="宋体" pitchFamily="2" charset="-122"/>
            </a:endParaRPr>
          </a:p>
          <a:p>
            <a:pPr fontAlgn="base">
              <a:lnSpc>
                <a:spcPct val="130000"/>
              </a:lnSpc>
              <a:spcBef>
                <a:spcPct val="50000"/>
              </a:spcBef>
              <a:spcAft>
                <a:spcPct val="0"/>
              </a:spcAft>
            </a:pPr>
            <a:endParaRPr kumimoji="1" lang="en-US" altLang="zh-CN" sz="2800" b="1" dirty="0">
              <a:solidFill>
                <a:srgbClr val="000000"/>
              </a:solidFill>
              <a:latin typeface="宋体" pitchFamily="2" charset="-122"/>
              <a:ea typeface="宋体" pitchFamily="2" charset="-122"/>
            </a:endParaRPr>
          </a:p>
        </p:txBody>
      </p:sp>
      <p:sp>
        <p:nvSpPr>
          <p:cNvPr id="3" name="Text Box 1027"/>
          <p:cNvSpPr txBox="1">
            <a:spLocks noChangeArrowheads="1"/>
          </p:cNvSpPr>
          <p:nvPr/>
        </p:nvSpPr>
        <p:spPr bwMode="auto">
          <a:xfrm>
            <a:off x="2083114" y="2276873"/>
            <a:ext cx="417671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400" b="1" dirty="0">
                <a:solidFill>
                  <a:srgbClr val="000000"/>
                </a:solidFill>
                <a:latin typeface="Times New Roman" pitchFamily="18" charset="0"/>
                <a:ea typeface="宋体" pitchFamily="2" charset="-122"/>
              </a:rPr>
              <a:t>黄化现象：植物在黑暗中不能合成叶绿素，但能合成胡萝卜素，叶子发黄。</a:t>
            </a:r>
          </a:p>
        </p:txBody>
      </p:sp>
      <p:pic>
        <p:nvPicPr>
          <p:cNvPr id="389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0096" y="2159306"/>
            <a:ext cx="3524250" cy="1255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 Box 1029"/>
          <p:cNvSpPr txBox="1">
            <a:spLocks noChangeArrowheads="1"/>
          </p:cNvSpPr>
          <p:nvPr/>
        </p:nvSpPr>
        <p:spPr bwMode="auto">
          <a:xfrm>
            <a:off x="2189163" y="4061437"/>
            <a:ext cx="777557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en-US" altLang="zh-CN" sz="2400" b="1" dirty="0">
                <a:solidFill>
                  <a:srgbClr val="000000"/>
                </a:solidFill>
                <a:latin typeface="Times New Roman" pitchFamily="18" charset="0"/>
                <a:ea typeface="宋体" pitchFamily="2" charset="-122"/>
              </a:rPr>
              <a:t>3 </a:t>
            </a:r>
            <a:r>
              <a:rPr kumimoji="1" lang="zh-CN" altLang="en-US" sz="2400" b="1" dirty="0">
                <a:solidFill>
                  <a:srgbClr val="000000"/>
                </a:solidFill>
                <a:latin typeface="Times New Roman" pitchFamily="18" charset="0"/>
                <a:ea typeface="宋体" pitchFamily="2" charset="-122"/>
              </a:rPr>
              <a:t>光强影响植物器官、组织的生长发育；果实的产量与品质；且能提高果实花青素含量，色彩好看。</a:t>
            </a:r>
          </a:p>
        </p:txBody>
      </p:sp>
      <p:pic>
        <p:nvPicPr>
          <p:cNvPr id="389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4176" y="4845174"/>
            <a:ext cx="2663825" cy="200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 Box 1030"/>
          <p:cNvSpPr txBox="1">
            <a:spLocks noChangeArrowheads="1"/>
          </p:cNvSpPr>
          <p:nvPr/>
        </p:nvSpPr>
        <p:spPr bwMode="auto">
          <a:xfrm>
            <a:off x="6025108" y="6433066"/>
            <a:ext cx="18699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pPr>
            <a:r>
              <a:rPr kumimoji="1" lang="zh-CN" altLang="en-US" b="1" dirty="0">
                <a:solidFill>
                  <a:srgbClr val="000000"/>
                </a:solidFill>
                <a:latin typeface="Times New Roman" pitchFamily="18" charset="0"/>
                <a:ea typeface="宋体" pitchFamily="2" charset="-122"/>
              </a:rPr>
              <a:t>应用于水果生产</a:t>
            </a:r>
          </a:p>
        </p:txBody>
      </p:sp>
    </p:spTree>
    <p:extLst>
      <p:ext uri="{BB962C8B-B14F-4D97-AF65-F5344CB8AC3E}">
        <p14:creationId xmlns:p14="http://schemas.microsoft.com/office/powerpoint/2010/main" val="705742345"/>
      </p:ext>
    </p:extLst>
  </p:cSld>
  <p:clrMapOvr>
    <a:masterClrMapping/>
  </p:clrMapOvr>
  <mc:AlternateContent xmlns:mc="http://schemas.openxmlformats.org/markup-compatibility/2006" xmlns:p14="http://schemas.microsoft.com/office/powerpoint/2010/main">
    <mc:Choice Requires="p14">
      <p:transition spd="slow" p14:dur="2000" advTm="289942"/>
    </mc:Choice>
    <mc:Fallback xmlns="">
      <p:transition spd="slow" advTm="289942"/>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16386" name="Text Box 1026"/>
          <p:cNvSpPr txBox="1">
            <a:spLocks noChangeArrowheads="1"/>
          </p:cNvSpPr>
          <p:nvPr/>
        </p:nvSpPr>
        <p:spPr bwMode="auto">
          <a:xfrm>
            <a:off x="1905000" y="381000"/>
            <a:ext cx="7696200" cy="1220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itchFamily="18" charset="0"/>
                <a:ea typeface="宋体" pitchFamily="2" charset="-122"/>
              </a:defRPr>
            </a:lvl1pPr>
            <a:lvl2pPr marL="914400" indent="-457200">
              <a:defRPr kumimoji="1" sz="2400">
                <a:solidFill>
                  <a:schemeClr val="tx1"/>
                </a:solidFill>
                <a:latin typeface="Times New Roman" pitchFamily="18" charset="0"/>
                <a:ea typeface="宋体" pitchFamily="2" charset="-122"/>
              </a:defRPr>
            </a:lvl2pPr>
            <a:lvl3pPr marL="1371600" indent="-457200">
              <a:defRPr kumimoji="1" sz="2400">
                <a:solidFill>
                  <a:schemeClr val="tx1"/>
                </a:solidFill>
                <a:latin typeface="Times New Roman" pitchFamily="18" charset="0"/>
                <a:ea typeface="宋体" pitchFamily="2" charset="-122"/>
              </a:defRPr>
            </a:lvl3pPr>
            <a:lvl4pPr marL="1828800" indent="-457200">
              <a:defRPr kumimoji="1" sz="2400">
                <a:solidFill>
                  <a:schemeClr val="tx1"/>
                </a:solidFill>
                <a:latin typeface="Times New Roman" pitchFamily="18" charset="0"/>
                <a:ea typeface="宋体" pitchFamily="2" charset="-122"/>
              </a:defRPr>
            </a:lvl4pPr>
            <a:lvl5pPr marL="2286000" indent="-457200">
              <a:defRPr kumimoji="1" sz="2400">
                <a:solidFill>
                  <a:schemeClr val="tx1"/>
                </a:solidFill>
                <a:latin typeface="Times New Roman" pitchFamily="18" charset="0"/>
                <a:ea typeface="宋体" pitchFamily="2" charset="-122"/>
              </a:defRPr>
            </a:lvl5pPr>
            <a:lvl6pPr marL="2743200" indent="-457200" fontAlgn="base">
              <a:spcBef>
                <a:spcPct val="0"/>
              </a:spcBef>
              <a:spcAft>
                <a:spcPct val="0"/>
              </a:spcAft>
              <a:defRPr kumimoji="1" sz="2400">
                <a:solidFill>
                  <a:schemeClr val="tx1"/>
                </a:solidFill>
                <a:latin typeface="Times New Roman" pitchFamily="18" charset="0"/>
                <a:ea typeface="宋体" pitchFamily="2" charset="-122"/>
              </a:defRPr>
            </a:lvl6pPr>
            <a:lvl7pPr marL="3200400" indent="-457200" fontAlgn="base">
              <a:spcBef>
                <a:spcPct val="0"/>
              </a:spcBef>
              <a:spcAft>
                <a:spcPct val="0"/>
              </a:spcAft>
              <a:defRPr kumimoji="1" sz="2400">
                <a:solidFill>
                  <a:schemeClr val="tx1"/>
                </a:solidFill>
                <a:latin typeface="Times New Roman" pitchFamily="18" charset="0"/>
                <a:ea typeface="宋体" pitchFamily="2" charset="-122"/>
              </a:defRPr>
            </a:lvl7pPr>
            <a:lvl8pPr marL="3657600" indent="-457200" fontAlgn="base">
              <a:spcBef>
                <a:spcPct val="0"/>
              </a:spcBef>
              <a:spcAft>
                <a:spcPct val="0"/>
              </a:spcAft>
              <a:defRPr kumimoji="1" sz="2400">
                <a:solidFill>
                  <a:schemeClr val="tx1"/>
                </a:solidFill>
                <a:latin typeface="Times New Roman" pitchFamily="18" charset="0"/>
                <a:ea typeface="宋体" pitchFamily="2" charset="-122"/>
              </a:defRPr>
            </a:lvl8pPr>
            <a:lvl9pPr marL="4114800" indent="-457200" fontAlgn="base">
              <a:spcBef>
                <a:spcPct val="0"/>
              </a:spcBef>
              <a:spcAft>
                <a:spcPct val="0"/>
              </a:spcAft>
              <a:defRPr kumimoji="1" sz="2400">
                <a:solidFill>
                  <a:schemeClr val="tx1"/>
                </a:solidFill>
                <a:latin typeface="Times New Roman" pitchFamily="18" charset="0"/>
                <a:ea typeface="宋体" pitchFamily="2" charset="-122"/>
              </a:defRPr>
            </a:lvl9pPr>
          </a:lstStyle>
          <a:p>
            <a:pPr algn="just" fontAlgn="base">
              <a:spcBef>
                <a:spcPct val="50000"/>
              </a:spcBef>
              <a:spcAft>
                <a:spcPct val="0"/>
              </a:spcAft>
            </a:pPr>
            <a:r>
              <a:rPr lang="zh-CN" altLang="en-US" sz="3200" b="1">
                <a:solidFill>
                  <a:srgbClr val="FFFF00"/>
                </a:solidFill>
              </a:rPr>
              <a:t>（二）植物对光照强度的适应性</a:t>
            </a:r>
            <a:r>
              <a:rPr lang="zh-CN" altLang="en-US" b="1">
                <a:solidFill>
                  <a:srgbClr val="FFFF00"/>
                </a:solidFill>
              </a:rPr>
              <a:t>   </a:t>
            </a:r>
          </a:p>
          <a:p>
            <a:pPr fontAlgn="base">
              <a:spcBef>
                <a:spcPct val="50000"/>
              </a:spcBef>
              <a:spcAft>
                <a:spcPct val="0"/>
              </a:spcAft>
            </a:pPr>
            <a:endParaRPr lang="en-US" altLang="zh-CN" sz="2800" b="1">
              <a:solidFill>
                <a:srgbClr val="FFFF00"/>
              </a:solidFill>
            </a:endParaRPr>
          </a:p>
        </p:txBody>
      </p:sp>
      <p:sp>
        <p:nvSpPr>
          <p:cNvPr id="16389" name="Text Box 1029"/>
          <p:cNvSpPr txBox="1">
            <a:spLocks noChangeArrowheads="1"/>
          </p:cNvSpPr>
          <p:nvPr/>
        </p:nvSpPr>
        <p:spPr bwMode="auto">
          <a:xfrm>
            <a:off x="6743700" y="4868863"/>
            <a:ext cx="358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fontAlgn="base">
              <a:spcBef>
                <a:spcPct val="50000"/>
              </a:spcBef>
              <a:spcAft>
                <a:spcPct val="0"/>
              </a:spcAft>
            </a:pPr>
            <a:r>
              <a:rPr kumimoji="1" lang="en-US" altLang="zh-CN" sz="2400">
                <a:solidFill>
                  <a:srgbClr val="FFFF66"/>
                </a:solidFill>
                <a:latin typeface="Times New Roman" pitchFamily="18" charset="0"/>
                <a:ea typeface="宋体" pitchFamily="2" charset="-122"/>
                <a:cs typeface="Times New Roman" pitchFamily="18" charset="0"/>
              </a:rPr>
              <a:t>        </a:t>
            </a:r>
            <a:endParaRPr kumimoji="1" lang="en-US" altLang="zh-CN" sz="2400" b="1">
              <a:solidFill>
                <a:srgbClr val="FFFF66"/>
              </a:solidFill>
              <a:latin typeface="Times New Roman" pitchFamily="18" charset="0"/>
              <a:ea typeface="宋体" pitchFamily="2" charset="-122"/>
            </a:endParaRPr>
          </a:p>
        </p:txBody>
      </p:sp>
      <p:sp>
        <p:nvSpPr>
          <p:cNvPr id="16391" name="Text Box 1031"/>
          <p:cNvSpPr txBox="1">
            <a:spLocks noChangeArrowheads="1"/>
          </p:cNvSpPr>
          <p:nvPr/>
        </p:nvSpPr>
        <p:spPr bwMode="auto">
          <a:xfrm>
            <a:off x="2135189" y="1412875"/>
            <a:ext cx="8281987"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itchFamily="18" charset="0"/>
                <a:ea typeface="宋体" pitchFamily="2" charset="-122"/>
              </a:defRPr>
            </a:lvl1pPr>
            <a:lvl2pPr marL="914400" indent="-457200">
              <a:defRPr kumimoji="1" sz="2400">
                <a:solidFill>
                  <a:schemeClr val="tx1"/>
                </a:solidFill>
                <a:latin typeface="Times New Roman" pitchFamily="18" charset="0"/>
                <a:ea typeface="宋体" pitchFamily="2" charset="-122"/>
              </a:defRPr>
            </a:lvl2pPr>
            <a:lvl3pPr marL="1371600" indent="-457200">
              <a:defRPr kumimoji="1" sz="2400">
                <a:solidFill>
                  <a:schemeClr val="tx1"/>
                </a:solidFill>
                <a:latin typeface="Times New Roman" pitchFamily="18" charset="0"/>
                <a:ea typeface="宋体" pitchFamily="2" charset="-122"/>
              </a:defRPr>
            </a:lvl3pPr>
            <a:lvl4pPr marL="1828800" indent="-457200">
              <a:defRPr kumimoji="1" sz="2400">
                <a:solidFill>
                  <a:schemeClr val="tx1"/>
                </a:solidFill>
                <a:latin typeface="Times New Roman" pitchFamily="18" charset="0"/>
                <a:ea typeface="宋体" pitchFamily="2" charset="-122"/>
              </a:defRPr>
            </a:lvl4pPr>
            <a:lvl5pPr marL="2286000" indent="-457200">
              <a:defRPr kumimoji="1" sz="2400">
                <a:solidFill>
                  <a:schemeClr val="tx1"/>
                </a:solidFill>
                <a:latin typeface="Times New Roman" pitchFamily="18" charset="0"/>
                <a:ea typeface="宋体" pitchFamily="2" charset="-122"/>
              </a:defRPr>
            </a:lvl5pPr>
            <a:lvl6pPr marL="2743200" indent="-457200" fontAlgn="base">
              <a:spcBef>
                <a:spcPct val="0"/>
              </a:spcBef>
              <a:spcAft>
                <a:spcPct val="0"/>
              </a:spcAft>
              <a:defRPr kumimoji="1" sz="2400">
                <a:solidFill>
                  <a:schemeClr val="tx1"/>
                </a:solidFill>
                <a:latin typeface="Times New Roman" pitchFamily="18" charset="0"/>
                <a:ea typeface="宋体" pitchFamily="2" charset="-122"/>
              </a:defRPr>
            </a:lvl6pPr>
            <a:lvl7pPr marL="3200400" indent="-457200" fontAlgn="base">
              <a:spcBef>
                <a:spcPct val="0"/>
              </a:spcBef>
              <a:spcAft>
                <a:spcPct val="0"/>
              </a:spcAft>
              <a:defRPr kumimoji="1" sz="2400">
                <a:solidFill>
                  <a:schemeClr val="tx1"/>
                </a:solidFill>
                <a:latin typeface="Times New Roman" pitchFamily="18" charset="0"/>
                <a:ea typeface="宋体" pitchFamily="2" charset="-122"/>
              </a:defRPr>
            </a:lvl7pPr>
            <a:lvl8pPr marL="3657600" indent="-457200" fontAlgn="base">
              <a:spcBef>
                <a:spcPct val="0"/>
              </a:spcBef>
              <a:spcAft>
                <a:spcPct val="0"/>
              </a:spcAft>
              <a:defRPr kumimoji="1" sz="2400">
                <a:solidFill>
                  <a:schemeClr val="tx1"/>
                </a:solidFill>
                <a:latin typeface="Times New Roman" pitchFamily="18" charset="0"/>
                <a:ea typeface="宋体" pitchFamily="2" charset="-122"/>
              </a:defRPr>
            </a:lvl8pPr>
            <a:lvl9pPr marL="4114800" indent="-457200" fontAlgn="base">
              <a:spcBef>
                <a:spcPct val="0"/>
              </a:spcBef>
              <a:spcAft>
                <a:spcPct val="0"/>
              </a:spcAft>
              <a:defRPr kumimoji="1" sz="2400">
                <a:solidFill>
                  <a:schemeClr val="tx1"/>
                </a:solidFill>
                <a:latin typeface="Times New Roman" pitchFamily="18" charset="0"/>
                <a:ea typeface="宋体" pitchFamily="2" charset="-122"/>
              </a:defRPr>
            </a:lvl9pPr>
          </a:lstStyle>
          <a:p>
            <a:pPr fontAlgn="base">
              <a:spcBef>
                <a:spcPct val="0"/>
              </a:spcBef>
              <a:spcAft>
                <a:spcPct val="0"/>
              </a:spcAft>
            </a:pPr>
            <a:r>
              <a:rPr lang="zh-CN" altLang="en-US" sz="2800" b="1">
                <a:solidFill>
                  <a:srgbClr val="FFFF00"/>
                </a:solidFill>
              </a:rPr>
              <a:t>植物叶子的日运动，温带树叶脱落都是对光强度周期性变化的适应现象</a:t>
            </a:r>
            <a:endParaRPr lang="zh-CN" altLang="en-US" sz="2800">
              <a:solidFill>
                <a:srgbClr val="000000"/>
              </a:solidFill>
            </a:endParaRPr>
          </a:p>
        </p:txBody>
      </p:sp>
      <p:sp>
        <p:nvSpPr>
          <p:cNvPr id="16392" name="Text Box 1032"/>
          <p:cNvSpPr txBox="1">
            <a:spLocks noChangeArrowheads="1"/>
          </p:cNvSpPr>
          <p:nvPr/>
        </p:nvSpPr>
        <p:spPr bwMode="auto">
          <a:xfrm>
            <a:off x="1992313" y="2708275"/>
            <a:ext cx="8064500" cy="179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3200" b="1">
                <a:solidFill>
                  <a:srgbClr val="FFFF00"/>
                </a:solidFill>
                <a:latin typeface="Times New Roman" pitchFamily="18" charset="0"/>
                <a:ea typeface="宋体" pitchFamily="2" charset="-122"/>
              </a:rPr>
              <a:t>不同种植物的光合能力对光强度的反应不同，体现了植物对其栖息地光照强度的适应。</a:t>
            </a:r>
          </a:p>
          <a:p>
            <a:pPr fontAlgn="base">
              <a:spcBef>
                <a:spcPct val="50000"/>
              </a:spcBef>
              <a:spcAft>
                <a:spcPct val="0"/>
              </a:spcAft>
            </a:pPr>
            <a:endParaRPr kumimoji="1" lang="en-US" altLang="zh-CN" sz="3200" b="1">
              <a:solidFill>
                <a:srgbClr val="000000"/>
              </a:solidFill>
              <a:latin typeface="Times New Roman" pitchFamily="18" charset="0"/>
              <a:ea typeface="宋体" pitchFamily="2" charset="-122"/>
            </a:endParaRPr>
          </a:p>
        </p:txBody>
      </p:sp>
      <p:pic>
        <p:nvPicPr>
          <p:cNvPr id="16393" name="Picture 1033" descr="光强度"/>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1089" y="4076700"/>
            <a:ext cx="4321175" cy="278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6" name="Text Box 1036"/>
          <p:cNvSpPr txBox="1">
            <a:spLocks noChangeArrowheads="1"/>
          </p:cNvSpPr>
          <p:nvPr/>
        </p:nvSpPr>
        <p:spPr bwMode="auto">
          <a:xfrm>
            <a:off x="6743700" y="4414838"/>
            <a:ext cx="3708400" cy="2443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FFFF00"/>
                </a:solidFill>
                <a:latin typeface="Times New Roman" pitchFamily="18" charset="0"/>
                <a:ea typeface="宋体" pitchFamily="2" charset="-122"/>
              </a:rPr>
              <a:t>阳地植物，阴地植物</a:t>
            </a:r>
          </a:p>
          <a:p>
            <a:pPr fontAlgn="base">
              <a:spcBef>
                <a:spcPct val="50000"/>
              </a:spcBef>
              <a:spcAft>
                <a:spcPct val="0"/>
              </a:spcAft>
            </a:pPr>
            <a:r>
              <a:rPr kumimoji="1" lang="en-US" altLang="zh-CN" sz="2800" b="1">
                <a:solidFill>
                  <a:srgbClr val="FFFF00"/>
                </a:solidFill>
                <a:latin typeface="Times New Roman" pitchFamily="18" charset="0"/>
                <a:ea typeface="宋体" pitchFamily="2" charset="-122"/>
              </a:rPr>
              <a:t>C3</a:t>
            </a:r>
            <a:r>
              <a:rPr kumimoji="1" lang="zh-CN" altLang="en-US" sz="2800" b="1">
                <a:solidFill>
                  <a:srgbClr val="FFFF00"/>
                </a:solidFill>
                <a:latin typeface="Times New Roman" pitchFamily="18" charset="0"/>
                <a:ea typeface="宋体" pitchFamily="2" charset="-122"/>
              </a:rPr>
              <a:t>植物：小麦</a:t>
            </a:r>
          </a:p>
          <a:p>
            <a:pPr fontAlgn="base">
              <a:spcBef>
                <a:spcPct val="50000"/>
              </a:spcBef>
              <a:spcAft>
                <a:spcPct val="0"/>
              </a:spcAft>
            </a:pPr>
            <a:r>
              <a:rPr kumimoji="1" lang="en-US" altLang="zh-CN" sz="2800" b="1">
                <a:solidFill>
                  <a:srgbClr val="FFFF00"/>
                </a:solidFill>
                <a:latin typeface="Times New Roman" pitchFamily="18" charset="0"/>
                <a:ea typeface="宋体" pitchFamily="2" charset="-122"/>
              </a:rPr>
              <a:t>C4</a:t>
            </a:r>
            <a:r>
              <a:rPr kumimoji="1" lang="zh-CN" altLang="en-US" sz="2800" b="1">
                <a:solidFill>
                  <a:srgbClr val="FFFF00"/>
                </a:solidFill>
                <a:latin typeface="Times New Roman" pitchFamily="18" charset="0"/>
                <a:ea typeface="宋体" pitchFamily="2" charset="-122"/>
              </a:rPr>
              <a:t>植物：</a:t>
            </a:r>
            <a:r>
              <a:rPr kumimoji="1" lang="zh-CN" altLang="en-US" sz="2400" b="1">
                <a:solidFill>
                  <a:srgbClr val="FFFF00"/>
                </a:solidFill>
                <a:latin typeface="Times New Roman" pitchFamily="18" charset="0"/>
                <a:ea typeface="宋体" pitchFamily="2" charset="-122"/>
              </a:rPr>
              <a:t>玉米、高梁</a:t>
            </a:r>
          </a:p>
          <a:p>
            <a:pPr fontAlgn="base">
              <a:spcBef>
                <a:spcPct val="50000"/>
              </a:spcBef>
              <a:spcAft>
                <a:spcPct val="0"/>
              </a:spcAft>
            </a:pPr>
            <a:endParaRPr kumimoji="1" lang="en-US" altLang="zh-CN" sz="2800" b="1">
              <a:solidFill>
                <a:srgbClr val="FFFF00"/>
              </a:solidFill>
              <a:latin typeface="Times New Roman" pitchFamily="18" charset="0"/>
              <a:ea typeface="宋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306437"/>
    </mc:Choice>
    <mc:Fallback xmlns="">
      <p:transition spd="slow" advTm="306437"/>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6262" name="Picture 6">
            <a:extLst>
              <a:ext uri="{FF2B5EF4-FFF2-40B4-BE49-F238E27FC236}">
                <a16:creationId xmlns:a16="http://schemas.microsoft.com/office/drawing/2014/main" id="{EE8718BA-ACDF-3DAC-D8D4-AB78C19A29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2313" y="476251"/>
            <a:ext cx="8153400" cy="6067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84229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00" name="Picture 4" descr="4 副本"/>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2314" y="404814"/>
            <a:ext cx="6408737" cy="5794375"/>
          </a:xfrm>
          <a:prstGeom prst="rect">
            <a:avLst/>
          </a:prstGeom>
          <a:noFill/>
          <a:extLst>
            <a:ext uri="{909E8E84-426E-40DD-AFC4-6F175D3DCCD1}">
              <a14:hiddenFill xmlns:a14="http://schemas.microsoft.com/office/drawing/2010/main">
                <a:solidFill>
                  <a:srgbClr val="FFFFFF"/>
                </a:solidFill>
              </a14:hiddenFill>
            </a:ext>
          </a:extLst>
        </p:spPr>
      </p:pic>
      <p:sp>
        <p:nvSpPr>
          <p:cNvPr id="29701" name="Text Box 5"/>
          <p:cNvSpPr txBox="1">
            <a:spLocks noChangeArrowheads="1"/>
          </p:cNvSpPr>
          <p:nvPr/>
        </p:nvSpPr>
        <p:spPr bwMode="auto">
          <a:xfrm>
            <a:off x="8112126" y="981075"/>
            <a:ext cx="2303463"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400" b="1">
                <a:solidFill>
                  <a:srgbClr val="000000"/>
                </a:solidFill>
                <a:latin typeface="Times New Roman" pitchFamily="18" charset="0"/>
                <a:ea typeface="宋体" pitchFamily="2" charset="-122"/>
              </a:rPr>
              <a:t>光饱和点：光和效率不随光强而增加的光照强度。</a:t>
            </a:r>
          </a:p>
        </p:txBody>
      </p:sp>
      <p:sp>
        <p:nvSpPr>
          <p:cNvPr id="29702" name="Rectangle 6"/>
          <p:cNvSpPr>
            <a:spLocks noChangeArrowheads="1"/>
          </p:cNvSpPr>
          <p:nvPr/>
        </p:nvSpPr>
        <p:spPr bwMode="auto">
          <a:xfrm>
            <a:off x="8112126" y="3213100"/>
            <a:ext cx="223202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400" b="1">
                <a:solidFill>
                  <a:srgbClr val="000000"/>
                </a:solidFill>
                <a:latin typeface="Times New Roman" pitchFamily="18" charset="0"/>
                <a:ea typeface="宋体" pitchFamily="2" charset="-122"/>
              </a:rPr>
              <a:t>光补偿点：光和作用固定的能量与呼吸作用消耗的能量相等点的光照强度。</a:t>
            </a:r>
          </a:p>
        </p:txBody>
      </p:sp>
    </p:spTree>
  </p:cSld>
  <p:clrMapOvr>
    <a:masterClrMapping/>
  </p:clrMapOvr>
  <mc:AlternateContent xmlns:mc="http://schemas.openxmlformats.org/markup-compatibility/2006" xmlns:p14="http://schemas.microsoft.com/office/powerpoint/2010/main">
    <mc:Choice Requires="p14">
      <p:transition spd="slow" p14:dur="2000" advTm="92810"/>
    </mc:Choice>
    <mc:Fallback xmlns="">
      <p:transition spd="slow" advTm="9281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a:extLst>
              <a:ext uri="{FF2B5EF4-FFF2-40B4-BE49-F238E27FC236}">
                <a16:creationId xmlns:a16="http://schemas.microsoft.com/office/drawing/2014/main" id="{3CCF7EB4-3EBB-F549-DB9A-5711B2704850}"/>
              </a:ext>
            </a:extLst>
          </p:cNvPr>
          <p:cNvSpPr>
            <a:spLocks noGrp="1"/>
          </p:cNvSpPr>
          <p:nvPr>
            <p:ph type="body" idx="1"/>
          </p:nvPr>
        </p:nvSpPr>
        <p:spPr>
          <a:xfrm>
            <a:off x="1847850" y="908050"/>
            <a:ext cx="8280400" cy="52578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L="0" indent="-342900" fontAlgn="base">
              <a:spcBef>
                <a:spcPct val="20000"/>
              </a:spcBef>
              <a:spcAft>
                <a:spcPct val="0"/>
              </a:spcAft>
            </a:pPr>
            <a:r>
              <a:rPr kumimoji="1" lang="zh-CN" altLang="en-US" b="1" dirty="0">
                <a:latin typeface="黑体" panose="02010609060101010101" pitchFamily="49" charset="-122"/>
              </a:rPr>
              <a:t>绿色植物的光合作用为生态系统提供了绝大部分的能量，对于光合作用，下列叙述正确的有：</a:t>
            </a:r>
          </a:p>
          <a:p>
            <a:pPr marL="0" indent="-342900" fontAlgn="base">
              <a:spcBef>
                <a:spcPct val="20000"/>
              </a:spcBef>
              <a:spcAft>
                <a:spcPct val="0"/>
              </a:spcAft>
            </a:pPr>
            <a:r>
              <a:rPr kumimoji="1" lang="en-US" altLang="zh-CN" b="1" dirty="0">
                <a:latin typeface="黑体" panose="02010609060101010101" pitchFamily="49" charset="-122"/>
              </a:rPr>
              <a:t>A</a:t>
            </a:r>
            <a:r>
              <a:rPr kumimoji="1" lang="zh-CN" altLang="en-US" b="1" dirty="0">
                <a:latin typeface="黑体" panose="02010609060101010101" pitchFamily="49" charset="-122"/>
              </a:rPr>
              <a:t>．不同植物可以有不同的色素，可以吸收光谱中</a:t>
            </a:r>
          </a:p>
          <a:p>
            <a:pPr marL="0" indent="-342900" fontAlgn="base">
              <a:spcBef>
                <a:spcPct val="20000"/>
              </a:spcBef>
              <a:spcAft>
                <a:spcPct val="0"/>
              </a:spcAft>
            </a:pPr>
            <a:r>
              <a:rPr kumimoji="1" lang="zh-CN" altLang="en-US" b="1" dirty="0">
                <a:latin typeface="黑体" panose="02010609060101010101" pitchFamily="49" charset="-122"/>
              </a:rPr>
              <a:t>   不同波段的光，如叶绿素可以吸收红光和蓝紫</a:t>
            </a:r>
          </a:p>
          <a:p>
            <a:pPr marL="0" indent="-342900" fontAlgn="base">
              <a:spcBef>
                <a:spcPct val="20000"/>
              </a:spcBef>
              <a:spcAft>
                <a:spcPct val="0"/>
              </a:spcAft>
            </a:pPr>
            <a:r>
              <a:rPr kumimoji="1" lang="zh-CN" altLang="en-US" b="1" dirty="0">
                <a:latin typeface="黑体" panose="02010609060101010101" pitchFamily="49" charset="-122"/>
              </a:rPr>
              <a:t>   光，类胡萝卜素可以吸收蓝紫光。</a:t>
            </a:r>
          </a:p>
          <a:p>
            <a:pPr marL="0" indent="-342900" fontAlgn="base">
              <a:spcBef>
                <a:spcPct val="20000"/>
              </a:spcBef>
              <a:spcAft>
                <a:spcPct val="0"/>
              </a:spcAft>
            </a:pPr>
            <a:r>
              <a:rPr kumimoji="1" lang="en-US" altLang="zh-CN" b="1" dirty="0">
                <a:latin typeface="黑体" panose="02010609060101010101" pitchFamily="49" charset="-122"/>
              </a:rPr>
              <a:t>B</a:t>
            </a:r>
            <a:r>
              <a:rPr kumimoji="1" lang="zh-CN" altLang="en-US" b="1" dirty="0">
                <a:latin typeface="黑体" panose="02010609060101010101" pitchFamily="49" charset="-122"/>
              </a:rPr>
              <a:t>．在光补偿点以下，植物不能积累干物质；</a:t>
            </a:r>
          </a:p>
          <a:p>
            <a:pPr marL="0" indent="-342900" fontAlgn="base">
              <a:spcBef>
                <a:spcPct val="20000"/>
              </a:spcBef>
              <a:spcAft>
                <a:spcPct val="0"/>
              </a:spcAft>
            </a:pPr>
            <a:r>
              <a:rPr kumimoji="1" lang="en-US" altLang="zh-CN" b="1" dirty="0">
                <a:latin typeface="黑体" panose="02010609060101010101" pitchFamily="49" charset="-122"/>
              </a:rPr>
              <a:t>C</a:t>
            </a:r>
            <a:r>
              <a:rPr kumimoji="1" lang="zh-CN" altLang="en-US" b="1" dirty="0">
                <a:latin typeface="黑体" panose="02010609060101010101" pitchFamily="49" charset="-122"/>
              </a:rPr>
              <a:t>．在光饱和点以上，增加光强，光合产物不再增</a:t>
            </a:r>
          </a:p>
          <a:p>
            <a:pPr marL="0" indent="-342900" fontAlgn="base">
              <a:spcBef>
                <a:spcPct val="20000"/>
              </a:spcBef>
              <a:spcAft>
                <a:spcPct val="0"/>
              </a:spcAft>
            </a:pPr>
            <a:r>
              <a:rPr kumimoji="1" lang="zh-CN" altLang="en-US" b="1" dirty="0">
                <a:latin typeface="黑体" panose="02010609060101010101" pitchFamily="49" charset="-122"/>
              </a:rPr>
              <a:t>   加或增加非常少；</a:t>
            </a:r>
          </a:p>
          <a:p>
            <a:pPr marL="0" indent="-342900" fontAlgn="base">
              <a:spcBef>
                <a:spcPct val="20000"/>
              </a:spcBef>
              <a:spcAft>
                <a:spcPct val="0"/>
              </a:spcAft>
            </a:pPr>
            <a:r>
              <a:rPr kumimoji="1" lang="en-US" altLang="zh-CN" b="1" dirty="0">
                <a:latin typeface="黑体" panose="02010609060101010101" pitchFamily="49" charset="-122"/>
              </a:rPr>
              <a:t>D</a:t>
            </a:r>
            <a:r>
              <a:rPr kumimoji="1" lang="zh-CN" altLang="en-US" b="1" dirty="0">
                <a:latin typeface="黑体" panose="02010609060101010101" pitchFamily="49" charset="-122"/>
              </a:rPr>
              <a:t>．在同一株植物生长的各个阶段，光饱和点保持</a:t>
            </a:r>
          </a:p>
          <a:p>
            <a:pPr marL="0" indent="-342900" fontAlgn="base">
              <a:spcBef>
                <a:spcPct val="20000"/>
              </a:spcBef>
              <a:spcAft>
                <a:spcPct val="0"/>
              </a:spcAft>
            </a:pPr>
            <a:r>
              <a:rPr kumimoji="1" lang="zh-CN" altLang="en-US" b="1" dirty="0">
                <a:latin typeface="黑体" panose="02010609060101010101" pitchFamily="49" charset="-122"/>
              </a:rPr>
              <a:t>   稳定不变。</a:t>
            </a:r>
            <a:endParaRPr kumimoji="1" lang="en-US" altLang="zh-CN" b="1" dirty="0">
              <a:latin typeface="黑体" panose="02010609060101010101" pitchFamily="49" charset="-122"/>
            </a:endParaRPr>
          </a:p>
          <a:p>
            <a:pPr marL="0" indent="-342900" fontAlgn="base">
              <a:spcBef>
                <a:spcPct val="20000"/>
              </a:spcBef>
              <a:spcAft>
                <a:spcPct val="0"/>
              </a:spcAft>
            </a:pPr>
            <a:endParaRPr kumimoji="1" lang="zh-CN" altLang="en-US" b="1" dirty="0">
              <a:latin typeface="黑体" panose="02010609060101010101" pitchFamily="49" charset="-122"/>
            </a:endParaRPr>
          </a:p>
        </p:txBody>
      </p:sp>
      <p:sp>
        <p:nvSpPr>
          <p:cNvPr id="2" name="文本框 1">
            <a:extLst>
              <a:ext uri="{FF2B5EF4-FFF2-40B4-BE49-F238E27FC236}">
                <a16:creationId xmlns:a16="http://schemas.microsoft.com/office/drawing/2014/main" id="{D4158B3E-798A-669C-181B-816085DC9319}"/>
              </a:ext>
            </a:extLst>
          </p:cNvPr>
          <p:cNvSpPr txBox="1"/>
          <p:nvPr/>
        </p:nvSpPr>
        <p:spPr>
          <a:xfrm>
            <a:off x="8779827" y="1288133"/>
            <a:ext cx="939114"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ea typeface="宋体" panose="02010600030101010101" pitchFamily="2" charset="-122"/>
              </a:rPr>
              <a:t>ABC</a:t>
            </a:r>
            <a:endParaRPr lang="zh-CN" altLang="en-US" sz="24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3">
            <a:extLst>
              <a:ext uri="{FF2B5EF4-FFF2-40B4-BE49-F238E27FC236}">
                <a16:creationId xmlns:a16="http://schemas.microsoft.com/office/drawing/2014/main" id="{2079431E-C444-23A8-158A-A4FD20F249E1}"/>
              </a:ext>
            </a:extLst>
          </p:cNvPr>
          <p:cNvSpPr>
            <a:spLocks noGrp="1"/>
          </p:cNvSpPr>
          <p:nvPr>
            <p:ph type="body" idx="1"/>
          </p:nvPr>
        </p:nvSpPr>
        <p:spPr>
          <a:xfrm>
            <a:off x="1981200" y="476251"/>
            <a:ext cx="8229600" cy="5649913"/>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0" indent="-342900" fontAlgn="base">
              <a:spcBef>
                <a:spcPct val="20000"/>
              </a:spcBef>
              <a:spcAft>
                <a:spcPct val="0"/>
              </a:spcAft>
            </a:pPr>
            <a:r>
              <a:rPr kumimoji="1" lang="zh-CN" altLang="en-US" b="1" dirty="0">
                <a:latin typeface="黑体" panose="02010609060101010101" pitchFamily="49" charset="-122"/>
              </a:rPr>
              <a:t> 在黑暗条件下，植物就会出现“黄化现象”，这是：</a:t>
            </a:r>
          </a:p>
          <a:p>
            <a:pPr marL="0" indent="-342900" fontAlgn="base">
              <a:spcBef>
                <a:spcPct val="20000"/>
              </a:spcBef>
              <a:spcAft>
                <a:spcPct val="0"/>
              </a:spcAft>
            </a:pPr>
            <a:r>
              <a:rPr kumimoji="1" lang="en-US" altLang="zh-CN" b="1" dirty="0">
                <a:latin typeface="黑体" panose="02010609060101010101" pitchFamily="49" charset="-122"/>
              </a:rPr>
              <a:t>A.</a:t>
            </a:r>
            <a:r>
              <a:rPr kumimoji="1" lang="zh-CN" altLang="en-US" b="1" dirty="0">
                <a:latin typeface="黑体" panose="02010609060101010101" pitchFamily="49" charset="-122"/>
              </a:rPr>
              <a:t>光质变化对植物的影响； </a:t>
            </a:r>
          </a:p>
          <a:p>
            <a:pPr marL="0" indent="-342900" fontAlgn="base">
              <a:spcBef>
                <a:spcPct val="20000"/>
              </a:spcBef>
              <a:spcAft>
                <a:spcPct val="0"/>
              </a:spcAft>
            </a:pPr>
            <a:r>
              <a:rPr kumimoji="1" lang="en-US" altLang="zh-CN" b="1" dirty="0">
                <a:latin typeface="黑体" panose="02010609060101010101" pitchFamily="49" charset="-122"/>
              </a:rPr>
              <a:t>B.</a:t>
            </a:r>
            <a:r>
              <a:rPr kumimoji="1" lang="zh-CN" altLang="en-US" b="1" dirty="0">
                <a:latin typeface="黑体" panose="02010609060101010101" pitchFamily="49" charset="-122"/>
              </a:rPr>
              <a:t>光照时间长短对植物的影响； </a:t>
            </a:r>
          </a:p>
          <a:p>
            <a:pPr marL="0" indent="-342900" fontAlgn="base">
              <a:spcBef>
                <a:spcPct val="20000"/>
              </a:spcBef>
              <a:spcAft>
                <a:spcPct val="0"/>
              </a:spcAft>
            </a:pPr>
            <a:r>
              <a:rPr kumimoji="1" lang="en-US" altLang="zh-CN" b="1" dirty="0">
                <a:latin typeface="黑体" panose="02010609060101010101" pitchFamily="49" charset="-122"/>
              </a:rPr>
              <a:t>C.</a:t>
            </a:r>
            <a:r>
              <a:rPr kumimoji="1" lang="zh-CN" altLang="en-US" b="1" dirty="0">
                <a:latin typeface="黑体" panose="02010609060101010101" pitchFamily="49" charset="-122"/>
              </a:rPr>
              <a:t>光照强度对植物的影响；</a:t>
            </a:r>
          </a:p>
          <a:p>
            <a:pPr marL="0" indent="-342900" fontAlgn="base">
              <a:spcBef>
                <a:spcPct val="20000"/>
              </a:spcBef>
              <a:spcAft>
                <a:spcPct val="0"/>
              </a:spcAft>
            </a:pPr>
            <a:r>
              <a:rPr kumimoji="1" lang="en-US" altLang="zh-CN" b="1" dirty="0">
                <a:latin typeface="黑体" panose="02010609060101010101" pitchFamily="49" charset="-122"/>
              </a:rPr>
              <a:t>D.</a:t>
            </a:r>
            <a:r>
              <a:rPr kumimoji="1" lang="zh-CN" altLang="en-US" b="1" dirty="0">
                <a:latin typeface="黑体" panose="02010609060101010101" pitchFamily="49" charset="-122"/>
              </a:rPr>
              <a:t>这是光质变化和光照时间长短对植物的</a:t>
            </a:r>
          </a:p>
          <a:p>
            <a:pPr marL="0" indent="-342900" fontAlgn="base">
              <a:spcBef>
                <a:spcPct val="20000"/>
              </a:spcBef>
              <a:spcAft>
                <a:spcPct val="0"/>
              </a:spcAft>
            </a:pPr>
            <a:r>
              <a:rPr kumimoji="1" lang="zh-CN" altLang="en-US" b="1" dirty="0">
                <a:latin typeface="黑体" panose="02010609060101010101" pitchFamily="49" charset="-122"/>
              </a:rPr>
              <a:t>  综合性影响。</a:t>
            </a:r>
          </a:p>
        </p:txBody>
      </p:sp>
      <p:sp>
        <p:nvSpPr>
          <p:cNvPr id="2" name="文本框 1">
            <a:extLst>
              <a:ext uri="{FF2B5EF4-FFF2-40B4-BE49-F238E27FC236}">
                <a16:creationId xmlns:a16="http://schemas.microsoft.com/office/drawing/2014/main" id="{5F7B1853-F2BA-0C2D-97B7-E710E4D02A00}"/>
              </a:ext>
            </a:extLst>
          </p:cNvPr>
          <p:cNvSpPr txBox="1"/>
          <p:nvPr/>
        </p:nvSpPr>
        <p:spPr>
          <a:xfrm>
            <a:off x="10210800" y="501003"/>
            <a:ext cx="939114"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ea typeface="宋体" panose="02010600030101010101" pitchFamily="2" charset="-122"/>
              </a:rPr>
              <a:t>C</a:t>
            </a:r>
            <a:endParaRPr lang="zh-CN" altLang="en-US" sz="24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1" name="Rectangle 3">
            <a:extLst>
              <a:ext uri="{FF2B5EF4-FFF2-40B4-BE49-F238E27FC236}">
                <a16:creationId xmlns:a16="http://schemas.microsoft.com/office/drawing/2014/main" id="{600C013B-6C45-2F8C-9B9A-E90BE63C5C52}"/>
              </a:ext>
            </a:extLst>
          </p:cNvPr>
          <p:cNvSpPr>
            <a:spLocks noGrp="1"/>
          </p:cNvSpPr>
          <p:nvPr>
            <p:ph type="body" idx="1"/>
          </p:nvPr>
        </p:nvSpPr>
        <p:spPr>
          <a:xfrm>
            <a:off x="2063750" y="981076"/>
            <a:ext cx="8229600" cy="500062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0" indent="-342900" fontAlgn="base">
              <a:spcBef>
                <a:spcPct val="20000"/>
              </a:spcBef>
              <a:spcAft>
                <a:spcPct val="0"/>
              </a:spcAft>
            </a:pPr>
            <a:r>
              <a:rPr kumimoji="1" lang="zh-CN" altLang="en-US" b="1" dirty="0">
                <a:latin typeface="黑体" panose="02010609060101010101" pitchFamily="49" charset="-122"/>
              </a:rPr>
              <a:t>生长在高光强环境中的草本植物的光合特点可能是：</a:t>
            </a:r>
          </a:p>
          <a:p>
            <a:pPr marL="0" indent="-342900" fontAlgn="base">
              <a:spcBef>
                <a:spcPct val="20000"/>
              </a:spcBef>
              <a:spcAft>
                <a:spcPct val="0"/>
              </a:spcAft>
            </a:pPr>
            <a:r>
              <a:rPr kumimoji="1" lang="en-US" altLang="zh-CN" b="1" dirty="0">
                <a:latin typeface="黑体" panose="02010609060101010101" pitchFamily="49" charset="-122"/>
              </a:rPr>
              <a:t> A.</a:t>
            </a:r>
            <a:r>
              <a:rPr kumimoji="1" lang="zh-CN" altLang="en-US" b="1" dirty="0">
                <a:latin typeface="黑体" panose="02010609060101010101" pitchFamily="49" charset="-122"/>
              </a:rPr>
              <a:t>光补偿点较高，光饱和点高；</a:t>
            </a:r>
          </a:p>
          <a:p>
            <a:pPr marL="0" indent="-342900" fontAlgn="base">
              <a:spcBef>
                <a:spcPct val="20000"/>
              </a:spcBef>
              <a:spcAft>
                <a:spcPct val="0"/>
              </a:spcAft>
            </a:pPr>
            <a:r>
              <a:rPr kumimoji="1" lang="zh-CN" altLang="en-US" b="1">
                <a:latin typeface="黑体" panose="02010609060101010101" pitchFamily="49" charset="-122"/>
              </a:rPr>
              <a:t> </a:t>
            </a:r>
            <a:r>
              <a:rPr kumimoji="1" lang="en-US" altLang="zh-CN" b="1" dirty="0">
                <a:latin typeface="黑体" panose="02010609060101010101" pitchFamily="49" charset="-122"/>
              </a:rPr>
              <a:t>B.</a:t>
            </a:r>
            <a:r>
              <a:rPr kumimoji="1" lang="zh-CN" altLang="en-US" b="1" dirty="0">
                <a:latin typeface="黑体" panose="02010609060101010101" pitchFamily="49" charset="-122"/>
              </a:rPr>
              <a:t>光补偿点较高，光饱和点低；</a:t>
            </a:r>
          </a:p>
          <a:p>
            <a:pPr marL="0" indent="-342900" fontAlgn="base">
              <a:spcBef>
                <a:spcPct val="20000"/>
              </a:spcBef>
              <a:spcAft>
                <a:spcPct val="0"/>
              </a:spcAft>
            </a:pPr>
            <a:r>
              <a:rPr kumimoji="1" lang="zh-CN" altLang="en-US" b="1">
                <a:latin typeface="黑体" panose="02010609060101010101" pitchFamily="49" charset="-122"/>
              </a:rPr>
              <a:t> </a:t>
            </a:r>
            <a:r>
              <a:rPr kumimoji="1" lang="en-US" altLang="zh-CN" b="1" dirty="0">
                <a:latin typeface="黑体" panose="02010609060101010101" pitchFamily="49" charset="-122"/>
              </a:rPr>
              <a:t>C.</a:t>
            </a:r>
            <a:r>
              <a:rPr kumimoji="1" lang="zh-CN" altLang="en-US" b="1" dirty="0">
                <a:latin typeface="黑体" panose="02010609060101010101" pitchFamily="49" charset="-122"/>
              </a:rPr>
              <a:t>光补偿点较低，光饱和点低；</a:t>
            </a:r>
          </a:p>
          <a:p>
            <a:pPr marL="0" indent="-342900" fontAlgn="base">
              <a:spcBef>
                <a:spcPct val="20000"/>
              </a:spcBef>
              <a:spcAft>
                <a:spcPct val="0"/>
              </a:spcAft>
            </a:pPr>
            <a:r>
              <a:rPr kumimoji="1" lang="zh-CN" altLang="en-US" b="1">
                <a:latin typeface="黑体" panose="02010609060101010101" pitchFamily="49" charset="-122"/>
              </a:rPr>
              <a:t> </a:t>
            </a:r>
            <a:r>
              <a:rPr kumimoji="1" lang="en-US" altLang="zh-CN" b="1" dirty="0">
                <a:latin typeface="黑体" panose="02010609060101010101" pitchFamily="49" charset="-122"/>
              </a:rPr>
              <a:t>D.</a:t>
            </a:r>
            <a:r>
              <a:rPr kumimoji="1" lang="zh-CN" altLang="en-US" b="1" dirty="0">
                <a:latin typeface="黑体" panose="02010609060101010101" pitchFamily="49" charset="-122"/>
              </a:rPr>
              <a:t>光补偿点较低，光饱和点高。</a:t>
            </a:r>
          </a:p>
          <a:p>
            <a:pPr marL="0" indent="-342900" fontAlgn="base">
              <a:spcBef>
                <a:spcPct val="20000"/>
              </a:spcBef>
              <a:spcAft>
                <a:spcPct val="0"/>
              </a:spcAft>
            </a:pPr>
            <a:endParaRPr kumimoji="1" lang="zh-CN" altLang="en-US" b="1" dirty="0">
              <a:latin typeface="黑体" panose="02010609060101010101" pitchFamily="49" charset="-122"/>
            </a:endParaRPr>
          </a:p>
        </p:txBody>
      </p:sp>
      <p:sp>
        <p:nvSpPr>
          <p:cNvPr id="2" name="文本框 1">
            <a:extLst>
              <a:ext uri="{FF2B5EF4-FFF2-40B4-BE49-F238E27FC236}">
                <a16:creationId xmlns:a16="http://schemas.microsoft.com/office/drawing/2014/main" id="{09DD6B28-6489-DE34-E908-69C222C2551C}"/>
              </a:ext>
            </a:extLst>
          </p:cNvPr>
          <p:cNvSpPr txBox="1"/>
          <p:nvPr/>
        </p:nvSpPr>
        <p:spPr>
          <a:xfrm>
            <a:off x="7692899" y="1495167"/>
            <a:ext cx="939114"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ea typeface="宋体" panose="02010600030101010101" pitchFamily="2" charset="-122"/>
              </a:rPr>
              <a:t>A</a:t>
            </a:r>
            <a:endParaRPr lang="zh-CN" altLang="en-US" sz="24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CCFFCC"/>
        </a:solidFill>
        <a:effectLst/>
      </p:bgPr>
    </p:bg>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1703388" y="620713"/>
            <a:ext cx="8208962" cy="411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itchFamily="18" charset="0"/>
                <a:ea typeface="宋体" pitchFamily="2" charset="-122"/>
              </a:defRPr>
            </a:lvl1pPr>
            <a:lvl2pPr marL="914400" indent="-457200">
              <a:defRPr kumimoji="1" sz="2400">
                <a:solidFill>
                  <a:schemeClr val="tx1"/>
                </a:solidFill>
                <a:latin typeface="Times New Roman" pitchFamily="18" charset="0"/>
                <a:ea typeface="宋体" pitchFamily="2" charset="-122"/>
              </a:defRPr>
            </a:lvl2pPr>
            <a:lvl3pPr marL="1371600" indent="-457200">
              <a:defRPr kumimoji="1" sz="2400">
                <a:solidFill>
                  <a:schemeClr val="tx1"/>
                </a:solidFill>
                <a:latin typeface="Times New Roman" pitchFamily="18" charset="0"/>
                <a:ea typeface="宋体" pitchFamily="2" charset="-122"/>
              </a:defRPr>
            </a:lvl3pPr>
            <a:lvl4pPr marL="1828800" indent="-457200">
              <a:defRPr kumimoji="1" sz="2400">
                <a:solidFill>
                  <a:schemeClr val="tx1"/>
                </a:solidFill>
                <a:latin typeface="Times New Roman" pitchFamily="18" charset="0"/>
                <a:ea typeface="宋体" pitchFamily="2" charset="-122"/>
              </a:defRPr>
            </a:lvl4pPr>
            <a:lvl5pPr marL="2286000" indent="-457200">
              <a:defRPr kumimoji="1" sz="2400">
                <a:solidFill>
                  <a:schemeClr val="tx1"/>
                </a:solidFill>
                <a:latin typeface="Times New Roman" pitchFamily="18" charset="0"/>
                <a:ea typeface="宋体" pitchFamily="2" charset="-122"/>
              </a:defRPr>
            </a:lvl5pPr>
            <a:lvl6pPr marL="2743200" indent="-457200" fontAlgn="base">
              <a:spcBef>
                <a:spcPct val="0"/>
              </a:spcBef>
              <a:spcAft>
                <a:spcPct val="0"/>
              </a:spcAft>
              <a:defRPr kumimoji="1" sz="2400">
                <a:solidFill>
                  <a:schemeClr val="tx1"/>
                </a:solidFill>
                <a:latin typeface="Times New Roman" pitchFamily="18" charset="0"/>
                <a:ea typeface="宋体" pitchFamily="2" charset="-122"/>
              </a:defRPr>
            </a:lvl6pPr>
            <a:lvl7pPr marL="3200400" indent="-457200" fontAlgn="base">
              <a:spcBef>
                <a:spcPct val="0"/>
              </a:spcBef>
              <a:spcAft>
                <a:spcPct val="0"/>
              </a:spcAft>
              <a:defRPr kumimoji="1" sz="2400">
                <a:solidFill>
                  <a:schemeClr val="tx1"/>
                </a:solidFill>
                <a:latin typeface="Times New Roman" pitchFamily="18" charset="0"/>
                <a:ea typeface="宋体" pitchFamily="2" charset="-122"/>
              </a:defRPr>
            </a:lvl7pPr>
            <a:lvl8pPr marL="3657600" indent="-457200" fontAlgn="base">
              <a:spcBef>
                <a:spcPct val="0"/>
              </a:spcBef>
              <a:spcAft>
                <a:spcPct val="0"/>
              </a:spcAft>
              <a:defRPr kumimoji="1" sz="2400">
                <a:solidFill>
                  <a:schemeClr val="tx1"/>
                </a:solidFill>
                <a:latin typeface="Times New Roman" pitchFamily="18" charset="0"/>
                <a:ea typeface="宋体" pitchFamily="2" charset="-122"/>
              </a:defRPr>
            </a:lvl8pPr>
            <a:lvl9pPr marL="4114800" indent="-457200" fontAlgn="base">
              <a:spcBef>
                <a:spcPct val="0"/>
              </a:spcBef>
              <a:spcAft>
                <a:spcPct val="0"/>
              </a:spcAft>
              <a:defRPr kumimoji="1" sz="2400">
                <a:solidFill>
                  <a:schemeClr val="tx1"/>
                </a:solidFill>
                <a:latin typeface="Times New Roman" pitchFamily="18" charset="0"/>
                <a:ea typeface="宋体" pitchFamily="2" charset="-122"/>
              </a:defRPr>
            </a:lvl9pPr>
          </a:lstStyle>
          <a:p>
            <a:pPr algn="just" fontAlgn="base">
              <a:spcBef>
                <a:spcPct val="50000"/>
              </a:spcBef>
              <a:spcAft>
                <a:spcPct val="0"/>
              </a:spcAft>
            </a:pPr>
            <a:r>
              <a:rPr lang="zh-CN" altLang="en-US" sz="3200" b="1">
                <a:solidFill>
                  <a:srgbClr val="000000"/>
                </a:solidFill>
              </a:rPr>
              <a:t>（三）    动物对光照强度的适应</a:t>
            </a:r>
          </a:p>
          <a:p>
            <a:pPr fontAlgn="base">
              <a:spcBef>
                <a:spcPct val="50000"/>
              </a:spcBef>
              <a:spcAft>
                <a:spcPct val="0"/>
              </a:spcAft>
              <a:buFontTx/>
              <a:buAutoNum type="arabicPlain"/>
            </a:pPr>
            <a:r>
              <a:rPr lang="zh-CN" altLang="en-US" sz="2800" b="1">
                <a:solidFill>
                  <a:srgbClr val="000000"/>
                </a:solidFill>
              </a:rPr>
              <a:t>光照强度影响动物的视觉器官</a:t>
            </a:r>
          </a:p>
          <a:p>
            <a:pPr fontAlgn="base">
              <a:spcBef>
                <a:spcPct val="50000"/>
              </a:spcBef>
              <a:spcAft>
                <a:spcPct val="0"/>
              </a:spcAft>
            </a:pPr>
            <a:r>
              <a:rPr lang="zh-CN" altLang="en-US" sz="2800">
                <a:solidFill>
                  <a:srgbClr val="000000"/>
                </a:solidFill>
              </a:rPr>
              <a:t>   </a:t>
            </a:r>
            <a:r>
              <a:rPr lang="zh-CN" altLang="en-US" sz="2800" b="1">
                <a:solidFill>
                  <a:srgbClr val="000000"/>
                </a:solidFill>
              </a:rPr>
              <a:t>夜行性动物眼大</a:t>
            </a:r>
          </a:p>
          <a:p>
            <a:pPr fontAlgn="base">
              <a:spcBef>
                <a:spcPct val="50000"/>
              </a:spcBef>
              <a:spcAft>
                <a:spcPct val="0"/>
              </a:spcAft>
            </a:pPr>
            <a:r>
              <a:rPr lang="zh-CN" altLang="en-US" sz="2800" b="1">
                <a:solidFill>
                  <a:srgbClr val="000000"/>
                </a:solidFill>
              </a:rPr>
              <a:t>  终生营地下生活的兽类，眼睛一般退化</a:t>
            </a:r>
          </a:p>
          <a:p>
            <a:pPr fontAlgn="base">
              <a:spcBef>
                <a:spcPct val="50000"/>
              </a:spcBef>
              <a:spcAft>
                <a:spcPct val="0"/>
              </a:spcAft>
            </a:pPr>
            <a:r>
              <a:rPr lang="zh-CN" altLang="en-US" sz="2800" b="1">
                <a:solidFill>
                  <a:srgbClr val="000000"/>
                </a:solidFill>
              </a:rPr>
              <a:t>  深海鱼或者具有发达的视觉器官，或者是本身具有发光器官</a:t>
            </a:r>
            <a:r>
              <a:rPr lang="zh-CN" altLang="en-US" b="1">
                <a:solidFill>
                  <a:srgbClr val="000000"/>
                </a:solidFill>
              </a:rPr>
              <a:t>。</a:t>
            </a:r>
          </a:p>
          <a:p>
            <a:pPr fontAlgn="base">
              <a:spcBef>
                <a:spcPct val="50000"/>
              </a:spcBef>
              <a:spcAft>
                <a:spcPct val="0"/>
              </a:spcAft>
            </a:pPr>
            <a:endParaRPr lang="en-US" altLang="zh-CN" b="1">
              <a:solidFill>
                <a:srgbClr val="000000"/>
              </a:solidFill>
            </a:endParaRPr>
          </a:p>
        </p:txBody>
      </p:sp>
      <p:pic>
        <p:nvPicPr>
          <p:cNvPr id="17412" name="Picture 4">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51764" y="476251"/>
            <a:ext cx="2916237" cy="1960563"/>
          </a:xfrm>
          <a:prstGeom prst="rect">
            <a:avLst/>
          </a:prstGeom>
          <a:noFill/>
          <a:extLst>
            <a:ext uri="{909E8E84-426E-40DD-AFC4-6F175D3DCCD1}">
              <a14:hiddenFill xmlns:a14="http://schemas.microsoft.com/office/drawing/2010/main">
                <a:solidFill>
                  <a:srgbClr val="FFFFFF"/>
                </a:solidFill>
              </a14:hiddenFill>
            </a:ext>
          </a:extLst>
        </p:spPr>
      </p:pic>
      <p:pic>
        <p:nvPicPr>
          <p:cNvPr id="17415" name="Picture 7">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3751" y="4652964"/>
            <a:ext cx="2663825" cy="1900237"/>
          </a:xfrm>
          <a:prstGeom prst="rect">
            <a:avLst/>
          </a:prstGeom>
          <a:noFill/>
          <a:extLst>
            <a:ext uri="{909E8E84-426E-40DD-AFC4-6F175D3DCCD1}">
              <a14:hiddenFill xmlns:a14="http://schemas.microsoft.com/office/drawing/2010/main">
                <a:solidFill>
                  <a:srgbClr val="FFFFFF"/>
                </a:solidFill>
              </a14:hiddenFill>
            </a:ext>
          </a:extLst>
        </p:spPr>
      </p:pic>
      <p:pic>
        <p:nvPicPr>
          <p:cNvPr id="17417" name="Picture 9">
            <a:hlinkClick r:id="rId6"/>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11901" y="4508500"/>
            <a:ext cx="2735263" cy="2063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77230"/>
    </mc:Choice>
    <mc:Fallback xmlns="">
      <p:transition spd="slow" advTm="7723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CCFFCC"/>
        </a:solidFill>
        <a:effectLst/>
      </p:bgPr>
    </p:bg>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2209800" y="1"/>
            <a:ext cx="7848600" cy="295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fontAlgn="base">
              <a:spcBef>
                <a:spcPct val="50000"/>
              </a:spcBef>
              <a:spcAft>
                <a:spcPct val="0"/>
              </a:spcAft>
            </a:pPr>
            <a:r>
              <a:rPr kumimoji="1" lang="en-US" altLang="zh-CN" sz="3200" b="1">
                <a:solidFill>
                  <a:srgbClr val="000000"/>
                </a:solidFill>
                <a:latin typeface="Times New Roman" pitchFamily="18" charset="0"/>
                <a:ea typeface="宋体" pitchFamily="2" charset="-122"/>
              </a:rPr>
              <a:t>2 </a:t>
            </a:r>
            <a:r>
              <a:rPr kumimoji="1" lang="zh-CN" altLang="en-US" sz="3200" b="1">
                <a:solidFill>
                  <a:srgbClr val="000000"/>
                </a:solidFill>
                <a:latin typeface="Times New Roman" pitchFamily="18" charset="0"/>
                <a:ea typeface="宋体" pitchFamily="2" charset="-122"/>
              </a:rPr>
              <a:t>光照强度影响动物的行为：</a:t>
            </a:r>
          </a:p>
          <a:p>
            <a:pPr algn="just" fontAlgn="base">
              <a:spcBef>
                <a:spcPct val="50000"/>
              </a:spcBef>
              <a:spcAft>
                <a:spcPct val="0"/>
              </a:spcAft>
            </a:pPr>
            <a:r>
              <a:rPr kumimoji="1" lang="zh-CN" altLang="en-US" sz="2800" b="1">
                <a:solidFill>
                  <a:srgbClr val="000000"/>
                </a:solidFill>
                <a:latin typeface="Times New Roman" pitchFamily="18" charset="0"/>
                <a:ea typeface="宋体" pitchFamily="2" charset="-122"/>
              </a:rPr>
              <a:t>昼行性动物，夜行性动物</a:t>
            </a:r>
          </a:p>
          <a:p>
            <a:pPr algn="just" fontAlgn="base">
              <a:spcBef>
                <a:spcPct val="50000"/>
              </a:spcBef>
              <a:spcAft>
                <a:spcPct val="0"/>
              </a:spcAft>
            </a:pPr>
            <a:r>
              <a:rPr kumimoji="1" lang="zh-CN" altLang="en-US" sz="2800" b="1">
                <a:solidFill>
                  <a:srgbClr val="000000"/>
                </a:solidFill>
                <a:latin typeface="Times New Roman" pitchFamily="18" charset="0"/>
                <a:ea typeface="宋体" pitchFamily="2" charset="-122"/>
              </a:rPr>
              <a:t>动物每天开始活动的时间是由光照强度决定的。</a:t>
            </a:r>
          </a:p>
          <a:p>
            <a:pPr algn="just" fontAlgn="base">
              <a:spcBef>
                <a:spcPct val="50000"/>
              </a:spcBef>
              <a:spcAft>
                <a:spcPct val="0"/>
              </a:spcAft>
            </a:pPr>
            <a:r>
              <a:rPr kumimoji="1" lang="zh-CN" altLang="en-US" sz="2400">
                <a:solidFill>
                  <a:srgbClr val="000000"/>
                </a:solidFill>
                <a:latin typeface="Times New Roman" pitchFamily="18" charset="0"/>
                <a:ea typeface="宋体" pitchFamily="2" charset="-122"/>
              </a:rPr>
              <a:t> </a:t>
            </a:r>
          </a:p>
          <a:p>
            <a:pPr fontAlgn="base">
              <a:spcBef>
                <a:spcPct val="50000"/>
              </a:spcBef>
              <a:spcAft>
                <a:spcPct val="0"/>
              </a:spcAft>
            </a:pPr>
            <a:endParaRPr kumimoji="1" lang="en-US" altLang="zh-CN" sz="2400">
              <a:solidFill>
                <a:srgbClr val="000000"/>
              </a:solidFill>
              <a:latin typeface="Times New Roman" pitchFamily="18" charset="0"/>
              <a:ea typeface="宋体" pitchFamily="2" charset="-122"/>
            </a:endParaRPr>
          </a:p>
        </p:txBody>
      </p:sp>
      <p:pic>
        <p:nvPicPr>
          <p:cNvPr id="1843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2209801"/>
            <a:ext cx="4876800" cy="330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Text Box 4"/>
          <p:cNvSpPr txBox="1">
            <a:spLocks noChangeArrowheads="1"/>
          </p:cNvSpPr>
          <p:nvPr/>
        </p:nvSpPr>
        <p:spPr bwMode="auto">
          <a:xfrm>
            <a:off x="2362200" y="5715001"/>
            <a:ext cx="7924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a:solidFill>
                  <a:srgbClr val="000000"/>
                </a:solidFill>
                <a:latin typeface="Times New Roman" pitchFamily="18" charset="0"/>
                <a:ea typeface="宋体" pitchFamily="2" charset="-122"/>
              </a:rPr>
              <a:t>图</a:t>
            </a:r>
            <a:r>
              <a:rPr kumimoji="1" lang="en-US" altLang="zh-CN">
                <a:solidFill>
                  <a:srgbClr val="000000"/>
                </a:solidFill>
                <a:latin typeface="Times New Roman" pitchFamily="18" charset="0"/>
                <a:ea typeface="宋体" pitchFamily="2" charset="-122"/>
              </a:rPr>
              <a:t>2-11 </a:t>
            </a:r>
            <a:r>
              <a:rPr kumimoji="1" lang="zh-CN" altLang="en-US">
                <a:solidFill>
                  <a:srgbClr val="000000"/>
                </a:solidFill>
                <a:latin typeface="Times New Roman" pitchFamily="18" charset="0"/>
                <a:ea typeface="宋体" pitchFamily="2" charset="-122"/>
              </a:rPr>
              <a:t>美洲飞鼠活动开始的日时间季节变化</a:t>
            </a:r>
            <a:r>
              <a:rPr kumimoji="1" lang="en-US" altLang="zh-CN">
                <a:solidFill>
                  <a:srgbClr val="000000"/>
                </a:solidFill>
                <a:latin typeface="Times New Roman" pitchFamily="18" charset="0"/>
                <a:ea typeface="宋体" pitchFamily="2" charset="-122"/>
              </a:rPr>
              <a:t>(</a:t>
            </a:r>
            <a:r>
              <a:rPr kumimoji="1" lang="zh-CN" altLang="en-US">
                <a:solidFill>
                  <a:srgbClr val="000000"/>
                </a:solidFill>
                <a:latin typeface="Times New Roman" pitchFamily="18" charset="0"/>
                <a:ea typeface="宋体" pitchFamily="2" charset="-122"/>
              </a:rPr>
              <a:t>引自</a:t>
            </a:r>
            <a:r>
              <a:rPr kumimoji="1" lang="en-US" altLang="zh-CN">
                <a:solidFill>
                  <a:srgbClr val="000000"/>
                </a:solidFill>
                <a:latin typeface="Times New Roman" pitchFamily="18" charset="0"/>
                <a:ea typeface="宋体" pitchFamily="2" charset="-122"/>
              </a:rPr>
              <a:t>Mackengine </a:t>
            </a:r>
            <a:r>
              <a:rPr kumimoji="1" lang="en-US" altLang="zh-CN" i="1">
                <a:solidFill>
                  <a:srgbClr val="000000"/>
                </a:solidFill>
                <a:latin typeface="Times New Roman" pitchFamily="18" charset="0"/>
                <a:ea typeface="宋体" pitchFamily="2" charset="-122"/>
              </a:rPr>
              <a:t>et al</a:t>
            </a:r>
            <a:r>
              <a:rPr kumimoji="1" lang="en-US" altLang="zh-CN">
                <a:solidFill>
                  <a:srgbClr val="000000"/>
                </a:solidFill>
                <a:latin typeface="Times New Roman" pitchFamily="18" charset="0"/>
                <a:ea typeface="宋体" pitchFamily="2" charset="-122"/>
              </a:rPr>
              <a:t>., 1998) </a:t>
            </a:r>
          </a:p>
        </p:txBody>
      </p:sp>
    </p:spTree>
  </p:cSld>
  <p:clrMapOvr>
    <a:masterClrMapping/>
  </p:clrMapOvr>
  <mc:AlternateContent xmlns:mc="http://schemas.openxmlformats.org/markup-compatibility/2006" xmlns:p14="http://schemas.microsoft.com/office/powerpoint/2010/main">
    <mc:Choice Requires="p14">
      <p:transition spd="slow" p14:dur="2000" advTm="92337"/>
    </mc:Choice>
    <mc:Fallback xmlns="">
      <p:transition spd="slow" advTm="92337"/>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1847850" y="404814"/>
            <a:ext cx="8458200" cy="1692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fontAlgn="base">
              <a:spcBef>
                <a:spcPct val="50000"/>
              </a:spcBef>
              <a:spcAft>
                <a:spcPct val="0"/>
              </a:spcAft>
            </a:pPr>
            <a:r>
              <a:rPr kumimoji="1" lang="en-US" altLang="zh-CN" sz="2400" b="1">
                <a:solidFill>
                  <a:srgbClr val="000000"/>
                </a:solidFill>
                <a:latin typeface="Times New Roman" pitchFamily="18" charset="0"/>
                <a:ea typeface="宋体" pitchFamily="2" charset="-122"/>
              </a:rPr>
              <a:t> </a:t>
            </a:r>
            <a:r>
              <a:rPr kumimoji="1" lang="zh-CN" altLang="en-US" sz="3200" b="1">
                <a:solidFill>
                  <a:srgbClr val="000000"/>
                </a:solidFill>
                <a:latin typeface="Times New Roman" pitchFamily="18" charset="0"/>
                <a:ea typeface="宋体" pitchFamily="2" charset="-122"/>
              </a:rPr>
              <a:t>四 日照长度的变化与生物的光周期现象</a:t>
            </a:r>
            <a:endParaRPr kumimoji="1" lang="zh-CN" altLang="en-US" sz="3200">
              <a:solidFill>
                <a:srgbClr val="000000"/>
              </a:solidFill>
              <a:latin typeface="Times New Roman" pitchFamily="18" charset="0"/>
              <a:ea typeface="宋体" pitchFamily="2" charset="-122"/>
            </a:endParaRPr>
          </a:p>
          <a:p>
            <a:pPr algn="just" fontAlgn="base">
              <a:spcBef>
                <a:spcPct val="50000"/>
              </a:spcBef>
              <a:spcAft>
                <a:spcPct val="0"/>
              </a:spcAft>
            </a:pPr>
            <a:endParaRPr kumimoji="1" lang="zh-CN" altLang="en-US" sz="2400" b="1">
              <a:solidFill>
                <a:srgbClr val="000000"/>
              </a:solidFill>
              <a:latin typeface="Times New Roman" pitchFamily="18" charset="0"/>
              <a:ea typeface="宋体" pitchFamily="2" charset="-122"/>
            </a:endParaRPr>
          </a:p>
          <a:p>
            <a:pPr fontAlgn="base">
              <a:spcBef>
                <a:spcPct val="50000"/>
              </a:spcBef>
              <a:spcAft>
                <a:spcPct val="0"/>
              </a:spcAft>
            </a:pPr>
            <a:endParaRPr kumimoji="1" lang="en-US" altLang="zh-CN" sz="2400">
              <a:solidFill>
                <a:srgbClr val="000000"/>
              </a:solidFill>
              <a:latin typeface="Times New Roman" pitchFamily="18" charset="0"/>
              <a:ea typeface="宋体" pitchFamily="2" charset="-122"/>
            </a:endParaRPr>
          </a:p>
        </p:txBody>
      </p:sp>
      <p:sp>
        <p:nvSpPr>
          <p:cNvPr id="37895" name="Text Box 7"/>
          <p:cNvSpPr txBox="1">
            <a:spLocks noChangeArrowheads="1"/>
          </p:cNvSpPr>
          <p:nvPr/>
        </p:nvSpPr>
        <p:spPr bwMode="auto">
          <a:xfrm>
            <a:off x="1774826" y="1341438"/>
            <a:ext cx="8569325" cy="1160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a:solidFill>
                  <a:srgbClr val="000000"/>
                </a:solidFill>
                <a:latin typeface="Times New Roman" pitchFamily="18" charset="0"/>
                <a:ea typeface="宋体" pitchFamily="2" charset="-122"/>
              </a:rPr>
              <a:t>光周期：日照长度的变化。光周期受地理纬度的影响。</a:t>
            </a:r>
          </a:p>
          <a:p>
            <a:pPr fontAlgn="base">
              <a:spcBef>
                <a:spcPct val="50000"/>
              </a:spcBef>
              <a:spcAft>
                <a:spcPct val="0"/>
              </a:spcAft>
            </a:pPr>
            <a:endParaRPr kumimoji="1" lang="en-US" altLang="zh-CN" sz="2800" b="1">
              <a:solidFill>
                <a:srgbClr val="000000"/>
              </a:solidFill>
              <a:latin typeface="Times New Roman" pitchFamily="18" charset="0"/>
              <a:ea typeface="宋体" pitchFamily="2" charset="-122"/>
            </a:endParaRPr>
          </a:p>
        </p:txBody>
      </p:sp>
      <p:sp>
        <p:nvSpPr>
          <p:cNvPr id="37896" name="Text Box 8"/>
          <p:cNvSpPr txBox="1">
            <a:spLocks noChangeArrowheads="1"/>
          </p:cNvSpPr>
          <p:nvPr/>
        </p:nvSpPr>
        <p:spPr bwMode="auto">
          <a:xfrm>
            <a:off x="1774825" y="2492375"/>
            <a:ext cx="3995738"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400" b="1">
                <a:solidFill>
                  <a:srgbClr val="000000"/>
                </a:solidFill>
                <a:latin typeface="Times New Roman" pitchFamily="18" charset="0"/>
                <a:ea typeface="宋体" pitchFamily="2" charset="-122"/>
              </a:rPr>
              <a:t>北半球，</a:t>
            </a:r>
            <a:r>
              <a:rPr kumimoji="1" lang="zh-CN" altLang="en-US" sz="2400" b="1">
                <a:solidFill>
                  <a:srgbClr val="00CC99"/>
                </a:solidFill>
                <a:latin typeface="Times New Roman" pitchFamily="18" charset="0"/>
                <a:ea typeface="宋体" pitchFamily="2" charset="-122"/>
              </a:rPr>
              <a:t>春分</a:t>
            </a:r>
            <a:r>
              <a:rPr kumimoji="1" lang="en-US" altLang="zh-CN" sz="2400" b="1">
                <a:solidFill>
                  <a:srgbClr val="00CC99"/>
                </a:solidFill>
                <a:latin typeface="Times New Roman" pitchFamily="18" charset="0"/>
                <a:ea typeface="宋体" pitchFamily="2" charset="-122"/>
              </a:rPr>
              <a:t>—-</a:t>
            </a:r>
            <a:r>
              <a:rPr kumimoji="1" lang="zh-CN" altLang="en-US" sz="2400" b="1">
                <a:solidFill>
                  <a:srgbClr val="00CC99"/>
                </a:solidFill>
                <a:latin typeface="Times New Roman" pitchFamily="18" charset="0"/>
                <a:ea typeface="宋体" pitchFamily="2" charset="-122"/>
              </a:rPr>
              <a:t>秋分昼长夜短</a:t>
            </a:r>
            <a:r>
              <a:rPr kumimoji="1" lang="zh-CN" altLang="en-US" sz="2400" b="1">
                <a:solidFill>
                  <a:srgbClr val="000000"/>
                </a:solidFill>
                <a:latin typeface="Times New Roman" pitchFamily="18" charset="0"/>
                <a:ea typeface="宋体" pitchFamily="2" charset="-122"/>
              </a:rPr>
              <a:t>，</a:t>
            </a:r>
            <a:r>
              <a:rPr kumimoji="1" lang="zh-CN" altLang="en-US" sz="2400" b="1">
                <a:solidFill>
                  <a:srgbClr val="00CC99"/>
                </a:solidFill>
                <a:latin typeface="Times New Roman" pitchFamily="18" charset="0"/>
                <a:ea typeface="宋体" pitchFamily="2" charset="-122"/>
              </a:rPr>
              <a:t>夏至昼最长，并随纬度的升高昼长增加</a:t>
            </a:r>
            <a:r>
              <a:rPr kumimoji="1" lang="zh-CN" altLang="en-US" sz="2400" b="1">
                <a:solidFill>
                  <a:srgbClr val="000000"/>
                </a:solidFill>
                <a:latin typeface="Times New Roman" pitchFamily="18" charset="0"/>
                <a:ea typeface="宋体" pitchFamily="2" charset="-122"/>
              </a:rPr>
              <a:t>；春分、秋分全球都昼夜相等；</a:t>
            </a:r>
            <a:r>
              <a:rPr kumimoji="1" lang="zh-CN" altLang="en-US" sz="2400" b="1">
                <a:solidFill>
                  <a:srgbClr val="3333CC"/>
                </a:solidFill>
                <a:latin typeface="Times New Roman" pitchFamily="18" charset="0"/>
                <a:ea typeface="宋体" pitchFamily="2" charset="-122"/>
              </a:rPr>
              <a:t>从秋分</a:t>
            </a:r>
            <a:r>
              <a:rPr kumimoji="1" lang="en-US" altLang="zh-CN" sz="2400" b="1">
                <a:solidFill>
                  <a:srgbClr val="3333CC"/>
                </a:solidFill>
                <a:latin typeface="Times New Roman" pitchFamily="18" charset="0"/>
                <a:ea typeface="宋体" pitchFamily="2" charset="-122"/>
              </a:rPr>
              <a:t>—</a:t>
            </a:r>
            <a:r>
              <a:rPr kumimoji="1" lang="zh-CN" altLang="en-US" sz="2400" b="1">
                <a:solidFill>
                  <a:srgbClr val="3333CC"/>
                </a:solidFill>
                <a:latin typeface="Times New Roman" pitchFamily="18" charset="0"/>
                <a:ea typeface="宋体" pitchFamily="2" charset="-122"/>
              </a:rPr>
              <a:t>春分昼短夜长，冬至昼最短，并随纬度升高昼长变短。</a:t>
            </a:r>
            <a:r>
              <a:rPr kumimoji="1" lang="zh-CN" altLang="en-US" sz="2400" b="1">
                <a:solidFill>
                  <a:srgbClr val="000000"/>
                </a:solidFill>
                <a:latin typeface="Times New Roman" pitchFamily="18" charset="0"/>
                <a:ea typeface="宋体" pitchFamily="2" charset="-122"/>
              </a:rPr>
              <a:t>北极夏半年全为白天，冬半年全为黑夜。赤道附近终年昼夜相等。</a:t>
            </a:r>
          </a:p>
          <a:p>
            <a:pPr fontAlgn="base">
              <a:spcBef>
                <a:spcPct val="50000"/>
              </a:spcBef>
              <a:spcAft>
                <a:spcPct val="0"/>
              </a:spcAft>
            </a:pPr>
            <a:r>
              <a:rPr kumimoji="1" lang="zh-CN" altLang="en-US" sz="2400" b="1">
                <a:solidFill>
                  <a:srgbClr val="000000"/>
                </a:solidFill>
                <a:latin typeface="Times New Roman" pitchFamily="18" charset="0"/>
                <a:ea typeface="宋体" pitchFamily="2" charset="-122"/>
              </a:rPr>
              <a:t>南半球相反。</a:t>
            </a:r>
          </a:p>
        </p:txBody>
      </p:sp>
      <p:graphicFrame>
        <p:nvGraphicFramePr>
          <p:cNvPr id="37897" name="Object 9"/>
          <p:cNvGraphicFramePr>
            <a:graphicFrameLocks noChangeAspect="1"/>
          </p:cNvGraphicFramePr>
          <p:nvPr/>
        </p:nvGraphicFramePr>
        <p:xfrm>
          <a:off x="5664200" y="2420938"/>
          <a:ext cx="4787900" cy="3771900"/>
        </p:xfrm>
        <a:graphic>
          <a:graphicData uri="http://schemas.openxmlformats.org/presentationml/2006/ole">
            <mc:AlternateContent xmlns:mc="http://schemas.openxmlformats.org/markup-compatibility/2006">
              <mc:Choice xmlns:v="urn:schemas-microsoft-com:vml" Requires="v">
                <p:oleObj name="Image" r:id="rId2" imgW="19034921" imgH="21841270" progId="Photoshop.Image.7">
                  <p:embed/>
                </p:oleObj>
              </mc:Choice>
              <mc:Fallback>
                <p:oleObj name="Image" r:id="rId2" imgW="19034921" imgH="21841270" progId="Photoshop.Image.7">
                  <p:embed/>
                  <p:pic>
                    <p:nvPicPr>
                      <p:cNvPr id="37897"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4200" y="2420938"/>
                        <a:ext cx="47879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160503"/>
    </mc:Choice>
    <mc:Fallback xmlns="">
      <p:transition spd="slow" advTm="160503"/>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4" name="Picture 4" descr="Image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1089" y="3213101"/>
            <a:ext cx="5329237" cy="3489325"/>
          </a:xfrm>
          <a:prstGeom prst="rect">
            <a:avLst/>
          </a:prstGeom>
          <a:noFill/>
          <a:extLst>
            <a:ext uri="{909E8E84-426E-40DD-AFC4-6F175D3DCCD1}">
              <a14:hiddenFill xmlns:a14="http://schemas.microsoft.com/office/drawing/2010/main">
                <a:solidFill>
                  <a:srgbClr val="FFFFFF"/>
                </a:solidFill>
              </a14:hiddenFill>
            </a:ext>
          </a:extLst>
        </p:spPr>
      </p:pic>
      <p:sp>
        <p:nvSpPr>
          <p:cNvPr id="40965" name="Text Box 5"/>
          <p:cNvSpPr txBox="1">
            <a:spLocks noChangeArrowheads="1"/>
          </p:cNvSpPr>
          <p:nvPr/>
        </p:nvSpPr>
        <p:spPr bwMode="auto">
          <a:xfrm>
            <a:off x="7896226" y="4437064"/>
            <a:ext cx="223202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400" b="1">
                <a:solidFill>
                  <a:srgbClr val="000000"/>
                </a:solidFill>
                <a:latin typeface="Times New Roman" pitchFamily="18" charset="0"/>
                <a:ea typeface="宋体" pitchFamily="2" charset="-122"/>
              </a:rPr>
              <a:t>人类血压的日节律</a:t>
            </a:r>
          </a:p>
        </p:txBody>
      </p:sp>
      <p:sp>
        <p:nvSpPr>
          <p:cNvPr id="40966" name="Text Box 6"/>
          <p:cNvSpPr txBox="1">
            <a:spLocks noChangeArrowheads="1"/>
          </p:cNvSpPr>
          <p:nvPr/>
        </p:nvSpPr>
        <p:spPr bwMode="auto">
          <a:xfrm>
            <a:off x="2208214" y="260351"/>
            <a:ext cx="8135937"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3200" b="1">
                <a:solidFill>
                  <a:srgbClr val="000000"/>
                </a:solidFill>
                <a:latin typeface="Times New Roman" pitchFamily="18" charset="0"/>
                <a:ea typeface="宋体" pitchFamily="2" charset="-122"/>
              </a:rPr>
              <a:t>生物对光照周期的适应</a:t>
            </a:r>
          </a:p>
          <a:p>
            <a:pPr fontAlgn="base">
              <a:spcBef>
                <a:spcPct val="50000"/>
              </a:spcBef>
              <a:spcAft>
                <a:spcPct val="0"/>
              </a:spcAft>
            </a:pPr>
            <a:endParaRPr kumimoji="1" lang="en-US" altLang="zh-CN" sz="2400">
              <a:solidFill>
                <a:srgbClr val="000000"/>
              </a:solidFill>
              <a:latin typeface="Times New Roman" pitchFamily="18" charset="0"/>
              <a:ea typeface="宋体" pitchFamily="2" charset="-122"/>
            </a:endParaRPr>
          </a:p>
        </p:txBody>
      </p:sp>
      <p:sp>
        <p:nvSpPr>
          <p:cNvPr id="40967" name="Text Box 7"/>
          <p:cNvSpPr txBox="1">
            <a:spLocks noChangeArrowheads="1"/>
          </p:cNvSpPr>
          <p:nvPr/>
        </p:nvSpPr>
        <p:spPr bwMode="auto">
          <a:xfrm>
            <a:off x="1774825" y="981075"/>
            <a:ext cx="8497888"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400" b="1">
                <a:solidFill>
                  <a:srgbClr val="000000"/>
                </a:solidFill>
                <a:latin typeface="Times New Roman" pitchFamily="18" charset="0"/>
                <a:ea typeface="宋体" pitchFamily="2" charset="-122"/>
              </a:rPr>
              <a:t>（一） 昼夜节律：生物的生理活动具有昼夜周期性变化，称为昼夜节律。</a:t>
            </a:r>
          </a:p>
          <a:p>
            <a:pPr fontAlgn="base">
              <a:spcBef>
                <a:spcPct val="0"/>
              </a:spcBef>
              <a:spcAft>
                <a:spcPct val="0"/>
              </a:spcAft>
            </a:pPr>
            <a:endParaRPr kumimoji="1" lang="zh-CN" altLang="en-US" sz="2400" b="1">
              <a:solidFill>
                <a:srgbClr val="000000"/>
              </a:solidFill>
              <a:latin typeface="Times New Roman" pitchFamily="18" charset="0"/>
              <a:ea typeface="宋体" pitchFamily="2" charset="-122"/>
            </a:endParaRPr>
          </a:p>
          <a:p>
            <a:pPr fontAlgn="base">
              <a:spcBef>
                <a:spcPct val="0"/>
              </a:spcBef>
              <a:spcAft>
                <a:spcPct val="0"/>
              </a:spcAft>
            </a:pPr>
            <a:r>
              <a:rPr kumimoji="1" lang="zh-CN" altLang="en-US" sz="2400" b="1">
                <a:solidFill>
                  <a:srgbClr val="000000"/>
                </a:solidFill>
                <a:latin typeface="Times New Roman" pitchFamily="18" charset="0"/>
                <a:ea typeface="宋体" pitchFamily="2" charset="-122"/>
              </a:rPr>
              <a:t>如 动物的活动行为、体温变化、能量代谢、激素变化等；</a:t>
            </a:r>
          </a:p>
          <a:p>
            <a:pPr fontAlgn="base">
              <a:spcBef>
                <a:spcPct val="0"/>
              </a:spcBef>
              <a:spcAft>
                <a:spcPct val="0"/>
              </a:spcAft>
            </a:pPr>
            <a:r>
              <a:rPr kumimoji="1" lang="zh-CN" altLang="en-US" sz="2400" b="1">
                <a:solidFill>
                  <a:srgbClr val="000000"/>
                </a:solidFill>
                <a:latin typeface="Times New Roman" pitchFamily="18" charset="0"/>
                <a:ea typeface="宋体" pitchFamily="2" charset="-122"/>
              </a:rPr>
              <a:t>植物的光合作用、蒸腾作用、积累与消耗等。</a:t>
            </a:r>
          </a:p>
          <a:p>
            <a:pPr fontAlgn="base">
              <a:spcBef>
                <a:spcPct val="50000"/>
              </a:spcBef>
              <a:spcAft>
                <a:spcPct val="0"/>
              </a:spcAft>
            </a:pPr>
            <a:endParaRPr kumimoji="1" lang="en-US" altLang="zh-CN" sz="2400">
              <a:solidFill>
                <a:srgbClr val="000000"/>
              </a:solidFill>
              <a:latin typeface="Times New Roman" pitchFamily="18" charset="0"/>
              <a:ea typeface="宋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164623"/>
    </mc:Choice>
    <mc:Fallback xmlns="">
      <p:transition spd="slow" advTm="164623"/>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2208213" y="4005264"/>
            <a:ext cx="8001000" cy="244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fontAlgn="base">
              <a:spcBef>
                <a:spcPct val="50000"/>
              </a:spcBef>
              <a:spcAft>
                <a:spcPct val="0"/>
              </a:spcAft>
            </a:pPr>
            <a:r>
              <a:rPr kumimoji="1" lang="zh-CN" altLang="en-US" sz="2800" b="1">
                <a:solidFill>
                  <a:srgbClr val="000000"/>
                </a:solidFill>
                <a:latin typeface="Times New Roman" pitchFamily="18" charset="0"/>
                <a:ea typeface="宋体" pitchFamily="2" charset="-122"/>
                <a:cs typeface="Times New Roman" pitchFamily="18" charset="0"/>
              </a:rPr>
              <a:t>（二 ）  </a:t>
            </a:r>
            <a:r>
              <a:rPr kumimoji="1" lang="zh-CN" altLang="en-US" sz="2800" b="1">
                <a:solidFill>
                  <a:srgbClr val="000000"/>
                </a:solidFill>
                <a:latin typeface="Times New Roman" pitchFamily="18" charset="0"/>
                <a:ea typeface="宋体" pitchFamily="2" charset="-122"/>
              </a:rPr>
              <a:t>生物的光周期现象 </a:t>
            </a:r>
          </a:p>
          <a:p>
            <a:pPr algn="just" fontAlgn="base">
              <a:spcBef>
                <a:spcPct val="50000"/>
              </a:spcBef>
              <a:spcAft>
                <a:spcPct val="0"/>
              </a:spcAft>
            </a:pPr>
            <a:r>
              <a:rPr kumimoji="1" lang="zh-CN" altLang="en-US" sz="2800" b="1">
                <a:solidFill>
                  <a:srgbClr val="000000"/>
                </a:solidFill>
                <a:latin typeface="Times New Roman" pitchFamily="18" charset="0"/>
                <a:ea typeface="宋体" pitchFamily="2" charset="-122"/>
              </a:rPr>
              <a:t>生物借助于自然选择和进化而形成的对日照长短的规律性变化的反应方式，称为光周期现象（</a:t>
            </a:r>
            <a:r>
              <a:rPr kumimoji="1" lang="en-US" altLang="zh-CN" sz="2800" b="1">
                <a:solidFill>
                  <a:srgbClr val="000000"/>
                </a:solidFill>
                <a:latin typeface="Times New Roman" pitchFamily="18" charset="0"/>
                <a:ea typeface="宋体" pitchFamily="2" charset="-122"/>
              </a:rPr>
              <a:t>photoperiodism). </a:t>
            </a:r>
            <a:r>
              <a:rPr kumimoji="1" lang="zh-CN" altLang="en-US" sz="2800" b="1">
                <a:solidFill>
                  <a:srgbClr val="000000"/>
                </a:solidFill>
                <a:latin typeface="Times New Roman" pitchFamily="18" charset="0"/>
                <a:ea typeface="宋体" pitchFamily="2" charset="-122"/>
              </a:rPr>
              <a:t>如植物开花、休眠，动物繁殖、换毛、迁徙等</a:t>
            </a:r>
          </a:p>
        </p:txBody>
      </p:sp>
      <p:sp>
        <p:nvSpPr>
          <p:cNvPr id="36866" name="Rectangle 2"/>
          <p:cNvSpPr>
            <a:spLocks noChangeArrowheads="1"/>
          </p:cNvSpPr>
          <p:nvPr/>
        </p:nvSpPr>
        <p:spPr bwMode="auto">
          <a:xfrm>
            <a:off x="2063751" y="549276"/>
            <a:ext cx="7129463"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0000"/>
                </a:solidFill>
                <a:latin typeface="Times New Roman" pitchFamily="18" charset="0"/>
                <a:ea typeface="宋体" pitchFamily="2" charset="-122"/>
              </a:rPr>
              <a:t>动物有内源性的似昼夜节律：</a:t>
            </a:r>
          </a:p>
          <a:p>
            <a:pPr fontAlgn="base">
              <a:spcBef>
                <a:spcPct val="0"/>
              </a:spcBef>
              <a:spcAft>
                <a:spcPct val="0"/>
              </a:spcAft>
            </a:pPr>
            <a:endParaRPr kumimoji="1" lang="zh-CN" altLang="en-US" sz="2800">
              <a:solidFill>
                <a:srgbClr val="000000"/>
              </a:solidFill>
              <a:latin typeface="Times New Roman" pitchFamily="18" charset="0"/>
              <a:ea typeface="宋体" pitchFamily="2" charset="-122"/>
            </a:endParaRPr>
          </a:p>
          <a:p>
            <a:pPr fontAlgn="base">
              <a:spcBef>
                <a:spcPct val="0"/>
              </a:spcBef>
              <a:spcAft>
                <a:spcPct val="0"/>
              </a:spcAft>
            </a:pPr>
            <a:r>
              <a:rPr kumimoji="1" lang="zh-CN" altLang="en-US" sz="2400">
                <a:solidFill>
                  <a:srgbClr val="000000"/>
                </a:solidFill>
                <a:latin typeface="Times New Roman" pitchFamily="18" charset="0"/>
                <a:ea typeface="宋体" pitchFamily="2" charset="-122"/>
              </a:rPr>
              <a:t>一般认为，生物的昼夜节律受两个周期的影响，即外源性周期（除光周期外，还有温度、湿度、磁场等的昼夜变化）和内源性周期（内部生物钟）。只有光周期使动植物的似昼夜节律与外界环境的昼夜变化同步起来。</a:t>
            </a:r>
          </a:p>
        </p:txBody>
      </p:sp>
    </p:spTree>
  </p:cSld>
  <p:clrMapOvr>
    <a:masterClrMapping/>
  </p:clrMapOvr>
  <mc:AlternateContent xmlns:mc="http://schemas.openxmlformats.org/markup-compatibility/2006" xmlns:p14="http://schemas.microsoft.com/office/powerpoint/2010/main">
    <mc:Choice Requires="p14">
      <p:transition spd="slow" p14:dur="2000" advTm="230782"/>
    </mc:Choice>
    <mc:Fallback xmlns="">
      <p:transition spd="slow" advTm="230782"/>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CCFFCC"/>
        </a:solidFill>
        <a:effectLst/>
      </p:bgPr>
    </p:bg>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1828800" y="228601"/>
            <a:ext cx="8839200" cy="3357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fontAlgn="base">
              <a:spcBef>
                <a:spcPct val="50000"/>
              </a:spcBef>
              <a:spcAft>
                <a:spcPct val="0"/>
              </a:spcAft>
            </a:pPr>
            <a:r>
              <a:rPr kumimoji="1" lang="en-US" altLang="zh-CN" sz="3200" b="1">
                <a:solidFill>
                  <a:srgbClr val="000000"/>
                </a:solidFill>
                <a:latin typeface="Times New Roman" pitchFamily="18" charset="0"/>
                <a:ea typeface="宋体" pitchFamily="2" charset="-122"/>
              </a:rPr>
              <a:t>1</a:t>
            </a:r>
            <a:r>
              <a:rPr kumimoji="1" lang="en-US" altLang="zh-CN" sz="3200">
                <a:solidFill>
                  <a:srgbClr val="000000"/>
                </a:solidFill>
                <a:latin typeface="Times New Roman" pitchFamily="18" charset="0"/>
                <a:ea typeface="宋体" pitchFamily="2" charset="-122"/>
                <a:cs typeface="Times New Roman" pitchFamily="18" charset="0"/>
              </a:rPr>
              <a:t> </a:t>
            </a:r>
            <a:r>
              <a:rPr kumimoji="1" lang="en-US" altLang="zh-CN" sz="3200" b="1">
                <a:solidFill>
                  <a:srgbClr val="000000"/>
                </a:solidFill>
                <a:latin typeface="Times New Roman" pitchFamily="18" charset="0"/>
                <a:ea typeface="宋体" pitchFamily="2" charset="-122"/>
                <a:cs typeface="Times New Roman" pitchFamily="18" charset="0"/>
              </a:rPr>
              <a:t>  </a:t>
            </a:r>
            <a:r>
              <a:rPr kumimoji="1" lang="zh-CN" altLang="en-US" sz="3200" b="1">
                <a:solidFill>
                  <a:srgbClr val="000000"/>
                </a:solidFill>
                <a:latin typeface="Times New Roman" pitchFamily="18" charset="0"/>
                <a:ea typeface="宋体" pitchFamily="2" charset="-122"/>
              </a:rPr>
              <a:t>植物的光周期现象</a:t>
            </a:r>
          </a:p>
          <a:p>
            <a:pPr algn="just" fontAlgn="base">
              <a:spcBef>
                <a:spcPct val="50000"/>
              </a:spcBef>
              <a:spcAft>
                <a:spcPct val="0"/>
              </a:spcAft>
            </a:pPr>
            <a:r>
              <a:rPr kumimoji="1" lang="zh-CN" altLang="en-US" sz="2800" b="1">
                <a:solidFill>
                  <a:srgbClr val="000000"/>
                </a:solidFill>
                <a:latin typeface="Times New Roman" pitchFamily="18" charset="0"/>
                <a:ea typeface="宋体" pitchFamily="2" charset="-122"/>
              </a:rPr>
              <a:t>根据植物开花对日照长度的反应，可把植物分成四类：</a:t>
            </a:r>
          </a:p>
          <a:p>
            <a:pPr algn="just" fontAlgn="base">
              <a:spcBef>
                <a:spcPct val="50000"/>
              </a:spcBef>
              <a:spcAft>
                <a:spcPct val="0"/>
              </a:spcAft>
            </a:pPr>
            <a:r>
              <a:rPr kumimoji="1" lang="zh-CN" altLang="en-US" sz="2800" b="1">
                <a:solidFill>
                  <a:srgbClr val="000000"/>
                </a:solidFill>
                <a:latin typeface="Times New Roman" pitchFamily="18" charset="0"/>
                <a:ea typeface="宋体" pitchFamily="2" charset="-122"/>
              </a:rPr>
              <a:t>长日照植物：   日照</a:t>
            </a:r>
            <a:r>
              <a:rPr kumimoji="1" lang="zh-CN" altLang="en-US" sz="2800" b="1">
                <a:solidFill>
                  <a:srgbClr val="FF3300"/>
                </a:solidFill>
                <a:latin typeface="Times New Roman" pitchFamily="18" charset="0"/>
                <a:ea typeface="宋体" pitchFamily="2" charset="-122"/>
              </a:rPr>
              <a:t>超过</a:t>
            </a:r>
            <a:r>
              <a:rPr kumimoji="1" lang="zh-CN" altLang="en-US" sz="2800" b="1">
                <a:solidFill>
                  <a:srgbClr val="000000"/>
                </a:solidFill>
                <a:latin typeface="Times New Roman" pitchFamily="18" charset="0"/>
                <a:ea typeface="宋体" pitchFamily="2" charset="-122"/>
              </a:rPr>
              <a:t>某一数值或黑夜</a:t>
            </a:r>
            <a:r>
              <a:rPr kumimoji="1" lang="zh-CN" altLang="en-US" sz="2800" b="1">
                <a:solidFill>
                  <a:srgbClr val="FF3300"/>
                </a:solidFill>
                <a:latin typeface="Times New Roman" pitchFamily="18" charset="0"/>
                <a:ea typeface="宋体" pitchFamily="2" charset="-122"/>
              </a:rPr>
              <a:t>小于</a:t>
            </a:r>
            <a:r>
              <a:rPr kumimoji="1" lang="zh-CN" altLang="en-US" sz="2800" b="1">
                <a:solidFill>
                  <a:srgbClr val="000000"/>
                </a:solidFill>
                <a:latin typeface="Times New Roman" pitchFamily="18" charset="0"/>
                <a:ea typeface="宋体" pitchFamily="2" charset="-122"/>
              </a:rPr>
              <a:t>某一数值时才能开花的植物，如萝卜、菠菜、小麦等。</a:t>
            </a:r>
          </a:p>
          <a:p>
            <a:pPr algn="just" fontAlgn="base">
              <a:spcBef>
                <a:spcPct val="50000"/>
              </a:spcBef>
              <a:spcAft>
                <a:spcPct val="0"/>
              </a:spcAft>
            </a:pPr>
            <a:r>
              <a:rPr kumimoji="1" lang="zh-CN" altLang="en-US" sz="2800" b="1">
                <a:solidFill>
                  <a:srgbClr val="000000"/>
                </a:solidFill>
                <a:latin typeface="Times New Roman" pitchFamily="18" charset="0"/>
                <a:ea typeface="宋体" pitchFamily="2" charset="-122"/>
              </a:rPr>
              <a:t>短日照植物：   日照</a:t>
            </a:r>
            <a:r>
              <a:rPr kumimoji="1" lang="zh-CN" altLang="en-US" sz="2800" b="1">
                <a:solidFill>
                  <a:srgbClr val="FF3300"/>
                </a:solidFill>
                <a:latin typeface="Times New Roman" pitchFamily="18" charset="0"/>
                <a:ea typeface="宋体" pitchFamily="2" charset="-122"/>
              </a:rPr>
              <a:t>小于</a:t>
            </a:r>
            <a:r>
              <a:rPr kumimoji="1" lang="zh-CN" altLang="en-US" sz="2800" b="1">
                <a:solidFill>
                  <a:srgbClr val="000000"/>
                </a:solidFill>
                <a:latin typeface="Times New Roman" pitchFamily="18" charset="0"/>
                <a:ea typeface="宋体" pitchFamily="2" charset="-122"/>
              </a:rPr>
              <a:t>某一数值或黑夜</a:t>
            </a:r>
            <a:r>
              <a:rPr kumimoji="1" lang="zh-CN" altLang="en-US" sz="2800" b="1">
                <a:solidFill>
                  <a:srgbClr val="FF3300"/>
                </a:solidFill>
                <a:latin typeface="Times New Roman" pitchFamily="18" charset="0"/>
                <a:ea typeface="宋体" pitchFamily="2" charset="-122"/>
              </a:rPr>
              <a:t>长于</a:t>
            </a:r>
            <a:r>
              <a:rPr kumimoji="1" lang="zh-CN" altLang="en-US" sz="2800" b="1">
                <a:solidFill>
                  <a:srgbClr val="000000"/>
                </a:solidFill>
                <a:latin typeface="Times New Roman" pitchFamily="18" charset="0"/>
                <a:ea typeface="宋体" pitchFamily="2" charset="-122"/>
              </a:rPr>
              <a:t>某一数值时才能开花的植物</a:t>
            </a:r>
            <a:r>
              <a:rPr kumimoji="1" lang="en-US" altLang="zh-CN" sz="2800" b="1">
                <a:solidFill>
                  <a:srgbClr val="000000"/>
                </a:solidFill>
                <a:latin typeface="Times New Roman" pitchFamily="18" charset="0"/>
                <a:ea typeface="宋体" pitchFamily="2" charset="-122"/>
              </a:rPr>
              <a:t>, </a:t>
            </a:r>
            <a:r>
              <a:rPr kumimoji="1" lang="zh-CN" altLang="en-US" sz="2800" b="1">
                <a:solidFill>
                  <a:srgbClr val="000000"/>
                </a:solidFill>
                <a:latin typeface="Times New Roman" pitchFamily="18" charset="0"/>
                <a:ea typeface="宋体" pitchFamily="2" charset="-122"/>
              </a:rPr>
              <a:t>如玉米、高粱、水稻、棉花等。</a:t>
            </a:r>
          </a:p>
        </p:txBody>
      </p:sp>
      <p:pic>
        <p:nvPicPr>
          <p:cNvPr id="35842" name="Picture 2" descr="迎春花"/>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651" y="3860800"/>
            <a:ext cx="3311525" cy="2490788"/>
          </a:xfrm>
          <a:prstGeom prst="rect">
            <a:avLst/>
          </a:prstGeom>
          <a:noFill/>
          <a:extLst>
            <a:ext uri="{909E8E84-426E-40DD-AFC4-6F175D3DCCD1}">
              <a14:hiddenFill xmlns:a14="http://schemas.microsoft.com/office/drawing/2010/main">
                <a:solidFill>
                  <a:srgbClr val="FFFFFF"/>
                </a:solidFill>
              </a14:hiddenFill>
            </a:ext>
          </a:extLst>
        </p:spPr>
      </p:pic>
      <p:pic>
        <p:nvPicPr>
          <p:cNvPr id="35843" name="Picture 3" descr="菊花"/>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3338" y="3860801"/>
            <a:ext cx="3384550" cy="25431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131685"/>
    </mc:Choice>
    <mc:Fallback xmlns="">
      <p:transition spd="slow" advTm="131685"/>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4"/>
          <p:cNvSpPr>
            <a:spLocks noChangeArrowheads="1"/>
          </p:cNvSpPr>
          <p:nvPr/>
        </p:nvSpPr>
        <p:spPr bwMode="auto">
          <a:xfrm>
            <a:off x="1847851" y="4149726"/>
            <a:ext cx="8569325" cy="244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0000"/>
                </a:solidFill>
                <a:latin typeface="Times New Roman" pitchFamily="18" charset="0"/>
                <a:ea typeface="宋体" pitchFamily="2" charset="-122"/>
              </a:rPr>
              <a:t>植物光周期现象的应用：使花期不同的植物同时开花，以杂交育种；采用短日照处理使树木提早休眠，增强越冬能力；使植物延迟开花，促进营养生长；园艺上控制开花时间，便于观赏等等。</a:t>
            </a:r>
          </a:p>
          <a:p>
            <a:pPr fontAlgn="base">
              <a:spcBef>
                <a:spcPct val="50000"/>
              </a:spcBef>
              <a:spcAft>
                <a:spcPct val="0"/>
              </a:spcAft>
            </a:pPr>
            <a:endParaRPr kumimoji="1" lang="en-US" altLang="zh-CN" sz="2800" b="1">
              <a:solidFill>
                <a:srgbClr val="000000"/>
              </a:solidFill>
              <a:latin typeface="Times New Roman" pitchFamily="18" charset="0"/>
              <a:ea typeface="宋体" pitchFamily="2" charset="-122"/>
            </a:endParaRPr>
          </a:p>
        </p:txBody>
      </p:sp>
      <p:sp>
        <p:nvSpPr>
          <p:cNvPr id="39941" name="Text Box 5"/>
          <p:cNvSpPr txBox="1">
            <a:spLocks noChangeArrowheads="1"/>
          </p:cNvSpPr>
          <p:nvPr/>
        </p:nvSpPr>
        <p:spPr bwMode="auto">
          <a:xfrm>
            <a:off x="2135189" y="333375"/>
            <a:ext cx="7273925" cy="2014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0000"/>
                </a:solidFill>
                <a:latin typeface="Times New Roman" pitchFamily="18" charset="0"/>
                <a:ea typeface="宋体" pitchFamily="2" charset="-122"/>
              </a:rPr>
              <a:t>中日照植物： 昼夜长度接近相等时才开花的植物，如甘蔗只在</a:t>
            </a:r>
            <a:r>
              <a:rPr kumimoji="1" lang="en-US" altLang="zh-CN" sz="2800" b="1">
                <a:solidFill>
                  <a:srgbClr val="000000"/>
                </a:solidFill>
                <a:latin typeface="Times New Roman" pitchFamily="18" charset="0"/>
                <a:ea typeface="宋体" pitchFamily="2" charset="-122"/>
              </a:rPr>
              <a:t>12.5</a:t>
            </a:r>
            <a:r>
              <a:rPr kumimoji="1" lang="zh-CN" altLang="en-US" sz="2800" b="1">
                <a:solidFill>
                  <a:srgbClr val="000000"/>
                </a:solidFill>
                <a:latin typeface="Times New Roman" pitchFamily="18" charset="0"/>
                <a:ea typeface="宋体" pitchFamily="2" charset="-122"/>
              </a:rPr>
              <a:t>小时的光照下才开花。 仅见少数热带植物。</a:t>
            </a:r>
          </a:p>
          <a:p>
            <a:pPr fontAlgn="base">
              <a:spcBef>
                <a:spcPct val="50000"/>
              </a:spcBef>
              <a:spcAft>
                <a:spcPct val="0"/>
              </a:spcAft>
            </a:pPr>
            <a:endParaRPr kumimoji="1" lang="en-US" altLang="zh-CN" sz="2800">
              <a:solidFill>
                <a:srgbClr val="000000"/>
              </a:solidFill>
              <a:latin typeface="Times New Roman" pitchFamily="18" charset="0"/>
              <a:ea typeface="宋体" pitchFamily="2" charset="-122"/>
            </a:endParaRPr>
          </a:p>
        </p:txBody>
      </p:sp>
      <p:sp>
        <p:nvSpPr>
          <p:cNvPr id="39942" name="Text Box 6"/>
          <p:cNvSpPr txBox="1">
            <a:spLocks noChangeArrowheads="1"/>
          </p:cNvSpPr>
          <p:nvPr/>
        </p:nvSpPr>
        <p:spPr bwMode="auto">
          <a:xfrm>
            <a:off x="2063751" y="2205039"/>
            <a:ext cx="5688013" cy="2014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a:solidFill>
                  <a:srgbClr val="000000"/>
                </a:solidFill>
                <a:latin typeface="Times New Roman" pitchFamily="18" charset="0"/>
                <a:ea typeface="宋体" pitchFamily="2" charset="-122"/>
              </a:rPr>
              <a:t>日中性植物： 开花不受日照长度影响的植物，如蒲公英、四季豆、黄瓜、番茄及番薯等。</a:t>
            </a:r>
          </a:p>
          <a:p>
            <a:pPr fontAlgn="base">
              <a:spcBef>
                <a:spcPct val="50000"/>
              </a:spcBef>
              <a:spcAft>
                <a:spcPct val="0"/>
              </a:spcAft>
            </a:pPr>
            <a:endParaRPr kumimoji="1" lang="en-US" altLang="zh-CN" sz="2800">
              <a:solidFill>
                <a:srgbClr val="000000"/>
              </a:solidFill>
              <a:latin typeface="Times New Roman" pitchFamily="18" charset="0"/>
              <a:ea typeface="宋体" pitchFamily="2" charset="-122"/>
            </a:endParaRPr>
          </a:p>
        </p:txBody>
      </p:sp>
      <p:pic>
        <p:nvPicPr>
          <p:cNvPr id="39943" name="Picture 7" descr="pugongy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4788" y="1844676"/>
            <a:ext cx="2627312" cy="17891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195324"/>
    </mc:Choice>
    <mc:Fallback xmlns="">
      <p:transition spd="slow" advTm="195324"/>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4">
            <a:extLst>
              <a:ext uri="{FF2B5EF4-FFF2-40B4-BE49-F238E27FC236}">
                <a16:creationId xmlns:a16="http://schemas.microsoft.com/office/drawing/2014/main" id="{F487802C-3BB4-FF43-3A39-142587DC802F}"/>
              </a:ext>
            </a:extLst>
          </p:cNvPr>
          <p:cNvSpPr>
            <a:spLocks noChangeArrowheads="1"/>
          </p:cNvSpPr>
          <p:nvPr/>
        </p:nvSpPr>
        <p:spPr bwMode="auto">
          <a:xfrm>
            <a:off x="1703389" y="812150"/>
            <a:ext cx="8713787" cy="1938992"/>
          </a:xfrm>
          <a:prstGeom prst="rect">
            <a:avLst/>
          </a:prstGeom>
          <a:noFill/>
          <a:ln w="19050">
            <a:solidFill>
              <a:srgbClr val="FF0066"/>
            </a:solidFill>
            <a:miter lim="800000"/>
            <a:headEnd/>
            <a:tailEnd/>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dirty="0">
                <a:solidFill>
                  <a:srgbClr val="0000FF"/>
                </a:solidFill>
                <a:ea typeface="黑体" panose="02010609060101010101" pitchFamily="49" charset="-122"/>
              </a:rPr>
              <a:t>北半球的日照变化规律是：夏半年（春分到秋分）越往北日照越长，冬半年（秋分到第二年春分）越往北日照越短。</a:t>
            </a:r>
            <a:endParaRPr lang="en-US" altLang="zh-CN" sz="2400" b="1" dirty="0">
              <a:solidFill>
                <a:srgbClr val="0000FF"/>
              </a:solidFill>
              <a:ea typeface="黑体" panose="02010609060101010101" pitchFamily="49" charset="-122"/>
            </a:endParaRPr>
          </a:p>
          <a:p>
            <a:r>
              <a:rPr lang="zh-CN" altLang="en-US" sz="2400" b="1" dirty="0">
                <a:solidFill>
                  <a:srgbClr val="0000FF"/>
                </a:solidFill>
                <a:ea typeface="黑体" panose="02010609060101010101" pitchFamily="49" charset="-122"/>
              </a:rPr>
              <a:t>由于绝大多数作物都是在夏半年孕蕾的，所以一般长日照植物南种北引时会提早开花，要引种迟熟品种；短日照植物南种北移时会推迟开花，要引种早熟品种。北种南移与此相反。</a:t>
            </a:r>
            <a:endParaRPr lang="en-US" altLang="zh-CN" sz="2400" b="1" dirty="0">
              <a:solidFill>
                <a:srgbClr val="0000FF"/>
              </a:solidFill>
              <a:ea typeface="黑体" panose="02010609060101010101" pitchFamily="49" charset="-122"/>
            </a:endParaRPr>
          </a:p>
        </p:txBody>
      </p:sp>
      <p:sp>
        <p:nvSpPr>
          <p:cNvPr id="53253" name="Rectangle 5">
            <a:extLst>
              <a:ext uri="{FF2B5EF4-FFF2-40B4-BE49-F238E27FC236}">
                <a16:creationId xmlns:a16="http://schemas.microsoft.com/office/drawing/2014/main" id="{A8B7D20E-D5B5-1C81-8DB7-67D0DAD1DC93}"/>
              </a:ext>
            </a:extLst>
          </p:cNvPr>
          <p:cNvSpPr>
            <a:spLocks noChangeArrowheads="1"/>
          </p:cNvSpPr>
          <p:nvPr/>
        </p:nvSpPr>
        <p:spPr bwMode="auto">
          <a:xfrm>
            <a:off x="1703388" y="2826127"/>
            <a:ext cx="8640762" cy="4031873"/>
          </a:xfrm>
          <a:prstGeom prst="rect">
            <a:avLst/>
          </a:prstGeom>
          <a:noFill/>
          <a:ln w="19050">
            <a:solidFill>
              <a:srgbClr val="0000FF"/>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3200" b="1" dirty="0">
                <a:solidFill>
                  <a:srgbClr val="CC0000"/>
                </a:solidFill>
                <a:ea typeface="黑体" panose="02010609060101010101" pitchFamily="49" charset="-122"/>
              </a:rPr>
              <a:t>长日照植物→南种北引：生长期缩短→开花期提早→引迟熟种</a:t>
            </a:r>
            <a:endParaRPr lang="en-US" altLang="zh-CN" sz="3200" b="1" dirty="0">
              <a:solidFill>
                <a:srgbClr val="CC0000"/>
              </a:solidFill>
              <a:ea typeface="黑体" panose="02010609060101010101" pitchFamily="49" charset="-122"/>
            </a:endParaRPr>
          </a:p>
          <a:p>
            <a:pPr algn="ctr"/>
            <a:r>
              <a:rPr lang="zh-CN" altLang="en-US" sz="3200" b="1" dirty="0">
                <a:solidFill>
                  <a:srgbClr val="CC0000"/>
                </a:solidFill>
                <a:ea typeface="黑体" panose="02010609060101010101" pitchFamily="49" charset="-122"/>
              </a:rPr>
              <a:t>长日照植物→北种南引：生长期延长→开花期推迟→引早熟种</a:t>
            </a:r>
            <a:endParaRPr lang="en-US" altLang="zh-CN" sz="3200" b="1" dirty="0">
              <a:solidFill>
                <a:srgbClr val="CC0000"/>
              </a:solidFill>
              <a:ea typeface="黑体" panose="02010609060101010101" pitchFamily="49" charset="-122"/>
            </a:endParaRPr>
          </a:p>
          <a:p>
            <a:pPr algn="ctr"/>
            <a:r>
              <a:rPr lang="zh-CN" altLang="en-US" sz="3200" b="1" dirty="0">
                <a:solidFill>
                  <a:srgbClr val="CC0000"/>
                </a:solidFill>
                <a:ea typeface="黑体" panose="02010609060101010101" pitchFamily="49" charset="-122"/>
              </a:rPr>
              <a:t>短日照植物→南种北引：生长期延长→开花期推迟→引早熟种</a:t>
            </a:r>
            <a:endParaRPr lang="en-US" altLang="zh-CN" sz="3200" b="1" dirty="0">
              <a:solidFill>
                <a:srgbClr val="CC0000"/>
              </a:solidFill>
              <a:ea typeface="黑体" panose="02010609060101010101" pitchFamily="49" charset="-122"/>
            </a:endParaRPr>
          </a:p>
          <a:p>
            <a:pPr algn="ctr"/>
            <a:r>
              <a:rPr lang="zh-CN" altLang="en-US" sz="3200" b="1" dirty="0">
                <a:solidFill>
                  <a:srgbClr val="CC0000"/>
                </a:solidFill>
                <a:ea typeface="黑体" panose="02010609060101010101" pitchFamily="49" charset="-122"/>
              </a:rPr>
              <a:t>短日照植物→北种南引：生长期缩短→开花期提早→引迟熟种</a:t>
            </a:r>
            <a:endParaRPr lang="en-US" altLang="zh-CN" sz="3200" b="1" dirty="0">
              <a:solidFill>
                <a:srgbClr val="CC0000"/>
              </a:solidFill>
              <a:ea typeface="黑体" panose="02010609060101010101" pitchFamily="49" charset="-122"/>
            </a:endParaRPr>
          </a:p>
        </p:txBody>
      </p:sp>
      <p:sp>
        <p:nvSpPr>
          <p:cNvPr id="53255" name="Rectangle 7">
            <a:extLst>
              <a:ext uri="{FF2B5EF4-FFF2-40B4-BE49-F238E27FC236}">
                <a16:creationId xmlns:a16="http://schemas.microsoft.com/office/drawing/2014/main" id="{6E4460C1-4EE3-7512-0635-0908359F45F2}"/>
              </a:ext>
            </a:extLst>
          </p:cNvPr>
          <p:cNvSpPr>
            <a:spLocks noChangeArrowheads="1"/>
          </p:cNvSpPr>
          <p:nvPr/>
        </p:nvSpPr>
        <p:spPr bwMode="auto">
          <a:xfrm>
            <a:off x="3702556" y="136525"/>
            <a:ext cx="47868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3200" b="1" dirty="0">
                <a:solidFill>
                  <a:srgbClr val="CC3300"/>
                </a:solidFill>
                <a:ea typeface="黑体" panose="02010609060101010101" pitchFamily="49" charset="-122"/>
              </a:rPr>
              <a:t>光照时间和植物引种问题</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CCFFCC"/>
        </a:solidFill>
        <a:effectLst/>
      </p:bgPr>
    </p:bg>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1752600" y="381001"/>
            <a:ext cx="838200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fontAlgn="base">
              <a:spcBef>
                <a:spcPct val="50000"/>
              </a:spcBef>
              <a:spcAft>
                <a:spcPct val="0"/>
              </a:spcAft>
            </a:pPr>
            <a:r>
              <a:rPr kumimoji="1" lang="en-US" altLang="zh-CN" sz="3200" b="1">
                <a:solidFill>
                  <a:srgbClr val="000000"/>
                </a:solidFill>
                <a:latin typeface="Times New Roman" pitchFamily="18" charset="0"/>
                <a:ea typeface="宋体" pitchFamily="2" charset="-122"/>
              </a:rPr>
              <a:t>2 </a:t>
            </a:r>
            <a:r>
              <a:rPr kumimoji="1" lang="en-US" altLang="zh-CN" sz="3200" b="1">
                <a:solidFill>
                  <a:srgbClr val="000000"/>
                </a:solidFill>
                <a:latin typeface="Times New Roman" pitchFamily="18" charset="0"/>
                <a:ea typeface="宋体" pitchFamily="2" charset="-122"/>
                <a:cs typeface="Times New Roman" pitchFamily="18" charset="0"/>
              </a:rPr>
              <a:t>  </a:t>
            </a:r>
            <a:r>
              <a:rPr kumimoji="1" lang="zh-CN" altLang="en-US" sz="3200" b="1">
                <a:solidFill>
                  <a:srgbClr val="000000"/>
                </a:solidFill>
                <a:latin typeface="Times New Roman" pitchFamily="18" charset="0"/>
                <a:ea typeface="宋体" pitchFamily="2" charset="-122"/>
              </a:rPr>
              <a:t>动物的光周期现象</a:t>
            </a:r>
          </a:p>
          <a:p>
            <a:pPr algn="just" fontAlgn="base">
              <a:spcBef>
                <a:spcPct val="50000"/>
              </a:spcBef>
              <a:spcAft>
                <a:spcPct val="0"/>
              </a:spcAft>
            </a:pPr>
            <a:r>
              <a:rPr kumimoji="1" lang="zh-CN" altLang="en-US" sz="2800">
                <a:solidFill>
                  <a:srgbClr val="000000"/>
                </a:solidFill>
                <a:latin typeface="Times New Roman" pitchFamily="18" charset="0"/>
                <a:ea typeface="宋体" pitchFamily="2" charset="-122"/>
              </a:rPr>
              <a:t>    （</a:t>
            </a:r>
            <a:r>
              <a:rPr kumimoji="1" lang="en-US" altLang="zh-CN" sz="2800" b="1">
                <a:solidFill>
                  <a:srgbClr val="000000"/>
                </a:solidFill>
                <a:latin typeface="Times New Roman" pitchFamily="18" charset="0"/>
                <a:ea typeface="宋体" pitchFamily="2" charset="-122"/>
              </a:rPr>
              <a:t>1</a:t>
            </a:r>
            <a:r>
              <a:rPr kumimoji="1" lang="zh-CN" altLang="en-US" sz="2800" b="1">
                <a:solidFill>
                  <a:srgbClr val="000000"/>
                </a:solidFill>
                <a:latin typeface="Times New Roman" pitchFamily="18" charset="0"/>
                <a:ea typeface="宋体" pitchFamily="2" charset="-122"/>
              </a:rPr>
              <a:t>）繁殖：   根据动物繁殖与日照长短的关系，也可将动物分成长日照动物和短日照动物。</a:t>
            </a:r>
          </a:p>
        </p:txBody>
      </p:sp>
      <p:pic>
        <p:nvPicPr>
          <p:cNvPr id="22531" name="Picture 3" descr="昆虫滞育sm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1175" y="4327526"/>
            <a:ext cx="3816350"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5">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59600" y="2276475"/>
            <a:ext cx="2520950" cy="1841500"/>
          </a:xfrm>
          <a:prstGeom prst="rect">
            <a:avLst/>
          </a:prstGeom>
          <a:noFill/>
          <a:extLst>
            <a:ext uri="{909E8E84-426E-40DD-AFC4-6F175D3DCCD1}">
              <a14:hiddenFill xmlns:a14="http://schemas.microsoft.com/office/drawing/2010/main">
                <a:solidFill>
                  <a:srgbClr val="FFFFFF"/>
                </a:solidFill>
              </a14:hiddenFill>
            </a:ext>
          </a:extLst>
        </p:spPr>
      </p:pic>
      <p:sp>
        <p:nvSpPr>
          <p:cNvPr id="22534" name="Text Box 6"/>
          <p:cNvSpPr txBox="1">
            <a:spLocks noChangeArrowheads="1"/>
          </p:cNvSpPr>
          <p:nvPr/>
        </p:nvSpPr>
        <p:spPr bwMode="auto">
          <a:xfrm>
            <a:off x="2135189" y="4868864"/>
            <a:ext cx="244792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fontAlgn="base">
              <a:spcBef>
                <a:spcPct val="50000"/>
              </a:spcBef>
              <a:spcAft>
                <a:spcPct val="0"/>
              </a:spcAft>
            </a:pPr>
            <a:r>
              <a:rPr kumimoji="1" lang="en-US" altLang="zh-CN" sz="2400">
                <a:solidFill>
                  <a:srgbClr val="000000"/>
                </a:solidFill>
                <a:latin typeface="Times New Roman" pitchFamily="18" charset="0"/>
                <a:ea typeface="宋体" pitchFamily="2" charset="-122"/>
              </a:rPr>
              <a:t> </a:t>
            </a:r>
            <a:r>
              <a:rPr kumimoji="1" lang="en-US" altLang="zh-CN" sz="2400" b="1">
                <a:solidFill>
                  <a:srgbClr val="000000"/>
                </a:solidFill>
                <a:latin typeface="Times New Roman" pitchFamily="18" charset="0"/>
                <a:ea typeface="宋体" pitchFamily="2" charset="-122"/>
              </a:rPr>
              <a:t>(2)</a:t>
            </a:r>
            <a:r>
              <a:rPr kumimoji="1" lang="zh-CN" altLang="en-US" sz="2400" b="1">
                <a:solidFill>
                  <a:srgbClr val="000000"/>
                </a:solidFill>
                <a:latin typeface="Times New Roman" pitchFamily="18" charset="0"/>
                <a:ea typeface="宋体" pitchFamily="2" charset="-122"/>
              </a:rPr>
              <a:t>昆虫滞育</a:t>
            </a:r>
            <a:r>
              <a:rPr kumimoji="1" lang="en-US" altLang="zh-CN" sz="2400" b="1">
                <a:solidFill>
                  <a:srgbClr val="000000"/>
                </a:solidFill>
                <a:latin typeface="Times New Roman" pitchFamily="18" charset="0"/>
                <a:ea typeface="宋体" pitchFamily="2" charset="-122"/>
              </a:rPr>
              <a:t>: </a:t>
            </a:r>
          </a:p>
          <a:p>
            <a:pPr fontAlgn="base">
              <a:spcBef>
                <a:spcPct val="50000"/>
              </a:spcBef>
              <a:spcAft>
                <a:spcPct val="0"/>
              </a:spcAft>
            </a:pPr>
            <a:endParaRPr kumimoji="1" lang="en-US" altLang="zh-CN" sz="2400">
              <a:solidFill>
                <a:srgbClr val="000000"/>
              </a:solidFill>
              <a:latin typeface="Times New Roman" pitchFamily="18" charset="0"/>
              <a:ea typeface="宋体" pitchFamily="2" charset="-122"/>
            </a:endParaRPr>
          </a:p>
        </p:txBody>
      </p:sp>
      <p:pic>
        <p:nvPicPr>
          <p:cNvPr id="22536" name="Picture 8">
            <a:hlinkClick r:id="rId5"/>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66988" y="2420939"/>
            <a:ext cx="2089150" cy="14827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176777"/>
    </mc:Choice>
    <mc:Fallback xmlns="">
      <p:transition spd="slow" advTm="176777"/>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CCFFCC"/>
        </a:solidFill>
        <a:effectLst/>
      </p:bgPr>
    </p:bg>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1919288" y="3357563"/>
            <a:ext cx="8305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fontAlgn="base">
              <a:spcBef>
                <a:spcPct val="50000"/>
              </a:spcBef>
              <a:spcAft>
                <a:spcPct val="0"/>
              </a:spcAft>
            </a:pPr>
            <a:r>
              <a:rPr kumimoji="1" lang="en-US" altLang="zh-CN" sz="2800" b="1">
                <a:solidFill>
                  <a:srgbClr val="000000"/>
                </a:solidFill>
                <a:latin typeface="Times New Roman" pitchFamily="18" charset="0"/>
                <a:ea typeface="宋体" pitchFamily="2" charset="-122"/>
              </a:rPr>
              <a:t>(4)    </a:t>
            </a:r>
            <a:r>
              <a:rPr kumimoji="1" lang="zh-CN" altLang="en-US" sz="2800" b="1">
                <a:solidFill>
                  <a:srgbClr val="000000"/>
                </a:solidFill>
                <a:latin typeface="Times New Roman" pitchFamily="18" charset="0"/>
                <a:ea typeface="宋体" pitchFamily="2" charset="-122"/>
              </a:rPr>
              <a:t>动物迁徙：   鸟类的长距离迁徙都由日照长短的变化引起的。</a:t>
            </a:r>
          </a:p>
        </p:txBody>
      </p:sp>
      <p:sp>
        <p:nvSpPr>
          <p:cNvPr id="34818" name="Text Box 2"/>
          <p:cNvSpPr txBox="1">
            <a:spLocks noChangeArrowheads="1"/>
          </p:cNvSpPr>
          <p:nvPr/>
        </p:nvSpPr>
        <p:spPr bwMode="auto">
          <a:xfrm>
            <a:off x="2279650" y="549275"/>
            <a:ext cx="7488238" cy="2014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en-US" altLang="zh-CN" sz="2800" b="1">
                <a:solidFill>
                  <a:srgbClr val="000000"/>
                </a:solidFill>
                <a:latin typeface="Times New Roman" pitchFamily="18" charset="0"/>
                <a:ea typeface="宋体" pitchFamily="2" charset="-122"/>
              </a:rPr>
              <a:t>(3) </a:t>
            </a:r>
            <a:r>
              <a:rPr kumimoji="1" lang="zh-CN" altLang="en-US" sz="2800" b="1">
                <a:solidFill>
                  <a:srgbClr val="000000"/>
                </a:solidFill>
                <a:latin typeface="Times New Roman" pitchFamily="18" charset="0"/>
                <a:ea typeface="宋体" pitchFamily="2" charset="-122"/>
              </a:rPr>
              <a:t>换毛与换羽</a:t>
            </a:r>
            <a:r>
              <a:rPr kumimoji="1" lang="en-US" altLang="zh-CN" sz="2800" b="1">
                <a:solidFill>
                  <a:srgbClr val="000000"/>
                </a:solidFill>
                <a:latin typeface="Times New Roman" pitchFamily="18" charset="0"/>
                <a:ea typeface="宋体" pitchFamily="2" charset="-122"/>
              </a:rPr>
              <a:t>:    </a:t>
            </a:r>
            <a:r>
              <a:rPr kumimoji="1" lang="zh-CN" altLang="en-US" sz="2800" b="1">
                <a:solidFill>
                  <a:srgbClr val="000000"/>
                </a:solidFill>
                <a:latin typeface="Times New Roman" pitchFamily="18" charset="0"/>
                <a:ea typeface="宋体" pitchFamily="2" charset="-122"/>
              </a:rPr>
              <a:t>温带和寒带地区，大部分兽于春秋两季换毛，许多鸟每年换羽一次。</a:t>
            </a:r>
          </a:p>
          <a:p>
            <a:pPr fontAlgn="base">
              <a:spcBef>
                <a:spcPct val="0"/>
              </a:spcBef>
              <a:spcAft>
                <a:spcPct val="0"/>
              </a:spcAft>
            </a:pPr>
            <a:endParaRPr kumimoji="1" lang="zh-CN" altLang="en-US" sz="2800" b="1">
              <a:solidFill>
                <a:srgbClr val="000000"/>
              </a:solidFill>
              <a:latin typeface="Times New Roman" pitchFamily="18" charset="0"/>
              <a:ea typeface="宋体" pitchFamily="2" charset="-122"/>
            </a:endParaRPr>
          </a:p>
          <a:p>
            <a:pPr fontAlgn="base">
              <a:spcBef>
                <a:spcPct val="50000"/>
              </a:spcBef>
              <a:spcAft>
                <a:spcPct val="0"/>
              </a:spcAft>
            </a:pPr>
            <a:endParaRPr kumimoji="1" lang="en-US" altLang="zh-CN" sz="2800">
              <a:solidFill>
                <a:srgbClr val="000000"/>
              </a:solidFill>
              <a:latin typeface="Times New Roman" pitchFamily="18" charset="0"/>
              <a:ea typeface="宋体" pitchFamily="2" charset="-122"/>
            </a:endParaRPr>
          </a:p>
        </p:txBody>
      </p:sp>
      <p:pic>
        <p:nvPicPr>
          <p:cNvPr id="34821" name="Picture 5" descr="大雁"/>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1313" y="4292601"/>
            <a:ext cx="3744912" cy="2276475"/>
          </a:xfrm>
          <a:prstGeom prst="rect">
            <a:avLst/>
          </a:prstGeom>
          <a:noFill/>
          <a:extLst>
            <a:ext uri="{909E8E84-426E-40DD-AFC4-6F175D3DCCD1}">
              <a14:hiddenFill xmlns:a14="http://schemas.microsoft.com/office/drawing/2010/main">
                <a:solidFill>
                  <a:srgbClr val="FFFFFF"/>
                </a:solidFill>
              </a14:hiddenFill>
            </a:ext>
          </a:extLst>
        </p:spPr>
      </p:pic>
      <p:pic>
        <p:nvPicPr>
          <p:cNvPr id="34823" name="Picture 7">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2889" y="1700214"/>
            <a:ext cx="2160587" cy="1462087"/>
          </a:xfrm>
          <a:prstGeom prst="rect">
            <a:avLst/>
          </a:prstGeom>
          <a:noFill/>
          <a:extLst>
            <a:ext uri="{909E8E84-426E-40DD-AFC4-6F175D3DCCD1}">
              <a14:hiddenFill xmlns:a14="http://schemas.microsoft.com/office/drawing/2010/main">
                <a:solidFill>
                  <a:srgbClr val="FFFFFF"/>
                </a:solidFill>
              </a14:hiddenFill>
            </a:ext>
          </a:extLst>
        </p:spPr>
      </p:pic>
      <p:pic>
        <p:nvPicPr>
          <p:cNvPr id="34825" name="Picture 9">
            <a:hlinkClick r:id="rId5"/>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11900" y="1557338"/>
            <a:ext cx="1944688" cy="1701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303237"/>
    </mc:Choice>
    <mc:Fallback xmlns="">
      <p:transition spd="slow" advTm="303237"/>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a:extLst>
              <a:ext uri="{FF2B5EF4-FFF2-40B4-BE49-F238E27FC236}">
                <a16:creationId xmlns:a16="http://schemas.microsoft.com/office/drawing/2014/main" id="{B124B29E-ABFA-C8E4-EC2D-0D91A4BBD818}"/>
              </a:ext>
            </a:extLst>
          </p:cNvPr>
          <p:cNvSpPr>
            <a:spLocks noGrp="1"/>
          </p:cNvSpPr>
          <p:nvPr>
            <p:ph type="body" idx="1"/>
          </p:nvPr>
        </p:nvSpPr>
        <p:spPr>
          <a:xfrm>
            <a:off x="1774825" y="881064"/>
            <a:ext cx="8229600" cy="5976937"/>
          </a:xfrm>
        </p:spPr>
        <p:txBody>
          <a:bodyPr vert="horz" lIns="91440" tIns="45720" rIns="91440" bIns="45720" rtlCol="0">
            <a:normAutofit/>
          </a:bodyPr>
          <a:lstStyle/>
          <a:p>
            <a:pPr marL="228600" indent="-228600">
              <a:lnSpc>
                <a:spcPct val="90000"/>
              </a:lnSpc>
              <a:spcBef>
                <a:spcPts val="1000"/>
              </a:spcBef>
              <a:buFont typeface="Arial" panose="020B0604020202020204" pitchFamily="34" charset="0"/>
            </a:pPr>
            <a:r>
              <a:rPr lang="zh-CN" altLang="en-US" sz="2800" b="1" kern="1200" dirty="0">
                <a:latin typeface="黑体" panose="02010609060101010101" pitchFamily="49" charset="-122"/>
              </a:rPr>
              <a:t>鸟的换羽是为了能更好地适应于环境的温度变化，调控鸟类换羽的是：</a:t>
            </a:r>
          </a:p>
          <a:p>
            <a:pPr marL="228600" indent="-228600">
              <a:lnSpc>
                <a:spcPct val="90000"/>
              </a:lnSpc>
              <a:spcBef>
                <a:spcPts val="1000"/>
              </a:spcBef>
              <a:buFont typeface="Arial" panose="020B0604020202020204" pitchFamily="34" charset="0"/>
            </a:pPr>
            <a:r>
              <a:rPr lang="en-US" altLang="zh-CN" sz="2800" b="1" kern="1200" dirty="0">
                <a:latin typeface="黑体" panose="02010609060101010101" pitchFamily="49" charset="-122"/>
              </a:rPr>
              <a:t> A.</a:t>
            </a:r>
            <a:r>
              <a:rPr lang="zh-CN" altLang="en-US" sz="2800" b="1" kern="1200" dirty="0">
                <a:latin typeface="黑体" panose="02010609060101010101" pitchFamily="49" charset="-122"/>
              </a:rPr>
              <a:t>光周期；   </a:t>
            </a:r>
            <a:r>
              <a:rPr lang="en-US" altLang="zh-CN" sz="2800" b="1" kern="1200" dirty="0">
                <a:latin typeface="黑体" panose="02010609060101010101" pitchFamily="49" charset="-122"/>
              </a:rPr>
              <a:t>B.</a:t>
            </a:r>
            <a:r>
              <a:rPr lang="zh-CN" altLang="en-US" sz="2800" b="1" kern="1200" dirty="0">
                <a:latin typeface="黑体" panose="02010609060101010101" pitchFamily="49" charset="-122"/>
              </a:rPr>
              <a:t>光照强度； </a:t>
            </a:r>
          </a:p>
          <a:p>
            <a:pPr marL="228600" indent="-228600">
              <a:lnSpc>
                <a:spcPct val="90000"/>
              </a:lnSpc>
              <a:spcBef>
                <a:spcPts val="1000"/>
              </a:spcBef>
              <a:buFont typeface="Arial" panose="020B0604020202020204" pitchFamily="34" charset="0"/>
            </a:pPr>
            <a:r>
              <a:rPr lang="en-US" altLang="zh-CN" sz="2800" b="1" kern="1200" dirty="0">
                <a:latin typeface="黑体" panose="02010609060101010101" pitchFamily="49" charset="-122"/>
              </a:rPr>
              <a:t> C.</a:t>
            </a:r>
            <a:r>
              <a:rPr lang="zh-CN" altLang="en-US" sz="2800" b="1" kern="1200" dirty="0">
                <a:latin typeface="黑体" panose="02010609060101010101" pitchFamily="49" charset="-122"/>
              </a:rPr>
              <a:t>环境湿度； </a:t>
            </a:r>
            <a:r>
              <a:rPr lang="en-US" altLang="zh-CN" sz="2800" b="1" kern="1200" dirty="0">
                <a:latin typeface="黑体" panose="02010609060101010101" pitchFamily="49" charset="-122"/>
              </a:rPr>
              <a:t>D.</a:t>
            </a:r>
            <a:r>
              <a:rPr lang="zh-CN" altLang="en-US" sz="2800" b="1" kern="1200" dirty="0">
                <a:latin typeface="黑体" panose="02010609060101010101" pitchFamily="49" charset="-122"/>
              </a:rPr>
              <a:t>动物个体大小。</a:t>
            </a:r>
          </a:p>
          <a:p>
            <a:pPr marL="228600" indent="-228600">
              <a:lnSpc>
                <a:spcPct val="90000"/>
              </a:lnSpc>
              <a:spcBef>
                <a:spcPts val="1000"/>
              </a:spcBef>
              <a:buFont typeface="Arial" panose="020B0604020202020204" pitchFamily="34" charset="0"/>
            </a:pPr>
            <a:r>
              <a:rPr lang="zh-CN" altLang="en-US" sz="2800" b="1" kern="1200" dirty="0">
                <a:latin typeface="黑体" panose="02010609060101010101" pitchFamily="49" charset="-122"/>
              </a:rPr>
              <a:t>（</a:t>
            </a:r>
            <a:r>
              <a:rPr lang="en-US" altLang="zh-CN" sz="2800" b="1" kern="1200" dirty="0">
                <a:latin typeface="黑体" panose="02010609060101010101" pitchFamily="49" charset="-122"/>
              </a:rPr>
              <a:t>2015</a:t>
            </a:r>
            <a:r>
              <a:rPr lang="zh-CN" altLang="en-US" sz="2800" b="1" kern="1200" dirty="0">
                <a:latin typeface="黑体" panose="02010609060101010101" pitchFamily="49" charset="-122"/>
              </a:rPr>
              <a:t>年全国联赛试题）　</a:t>
            </a:r>
          </a:p>
          <a:p>
            <a:pPr marL="228600" indent="-228600">
              <a:lnSpc>
                <a:spcPct val="90000"/>
              </a:lnSpc>
              <a:spcBef>
                <a:spcPts val="1000"/>
              </a:spcBef>
              <a:buFont typeface="Arial" panose="020B0604020202020204" pitchFamily="34" charset="0"/>
            </a:pPr>
            <a:endParaRPr lang="zh-CN" altLang="en-US" sz="2800" b="1" kern="1200" dirty="0">
              <a:latin typeface="黑体" panose="02010609060101010101" pitchFamily="49" charset="-122"/>
            </a:endParaRPr>
          </a:p>
          <a:p>
            <a:pPr marL="228600" indent="-228600">
              <a:lnSpc>
                <a:spcPct val="90000"/>
              </a:lnSpc>
              <a:spcBef>
                <a:spcPts val="1000"/>
              </a:spcBef>
              <a:buFont typeface="Arial" panose="020B0604020202020204" pitchFamily="34" charset="0"/>
            </a:pPr>
            <a:r>
              <a:rPr lang="zh-CN" altLang="en-US" sz="2800" b="1" kern="1200" dirty="0">
                <a:latin typeface="黑体" panose="02010609060101010101" pitchFamily="49" charset="-122"/>
              </a:rPr>
              <a:t>　</a:t>
            </a:r>
          </a:p>
          <a:p>
            <a:pPr marL="228600" indent="-228600">
              <a:lnSpc>
                <a:spcPct val="90000"/>
              </a:lnSpc>
              <a:spcBef>
                <a:spcPts val="1000"/>
              </a:spcBef>
              <a:buFont typeface="Arial" panose="020B0604020202020204" pitchFamily="34" charset="0"/>
            </a:pPr>
            <a:endParaRPr lang="zh-CN" altLang="en-US" sz="2800" b="1" kern="1200" dirty="0">
              <a:latin typeface="黑体" panose="02010609060101010101" pitchFamily="49" charset="-122"/>
            </a:endParaRPr>
          </a:p>
          <a:p>
            <a:pPr marL="228600" indent="-228600">
              <a:lnSpc>
                <a:spcPct val="90000"/>
              </a:lnSpc>
              <a:spcBef>
                <a:spcPts val="1000"/>
              </a:spcBef>
              <a:buFont typeface="Arial" panose="020B0604020202020204" pitchFamily="34" charset="0"/>
            </a:pPr>
            <a:endParaRPr lang="zh-CN" altLang="en-US" sz="2800" b="1" kern="1200" dirty="0">
              <a:latin typeface="黑体" panose="02010609060101010101" pitchFamily="49" charset="-122"/>
            </a:endParaRPr>
          </a:p>
        </p:txBody>
      </p:sp>
      <p:sp>
        <p:nvSpPr>
          <p:cNvPr id="2" name="文本框 1">
            <a:extLst>
              <a:ext uri="{FF2B5EF4-FFF2-40B4-BE49-F238E27FC236}">
                <a16:creationId xmlns:a16="http://schemas.microsoft.com/office/drawing/2014/main" id="{07612B22-F385-2E50-B1BB-CC4C58326AB3}"/>
              </a:ext>
            </a:extLst>
          </p:cNvPr>
          <p:cNvSpPr txBox="1"/>
          <p:nvPr/>
        </p:nvSpPr>
        <p:spPr>
          <a:xfrm>
            <a:off x="7692899" y="1495167"/>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A</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5763" name="Rectangle 3">
            <a:extLst>
              <a:ext uri="{FF2B5EF4-FFF2-40B4-BE49-F238E27FC236}">
                <a16:creationId xmlns:a16="http://schemas.microsoft.com/office/drawing/2014/main" id="{60B1A754-B9F0-4DED-B82C-6B08FAC3EE81}"/>
              </a:ext>
            </a:extLst>
          </p:cNvPr>
          <p:cNvSpPr>
            <a:spLocks noGrp="1"/>
          </p:cNvSpPr>
          <p:nvPr>
            <p:ph type="body" idx="1"/>
          </p:nvPr>
        </p:nvSpPr>
        <p:spPr>
          <a:xfrm>
            <a:off x="1847850" y="476251"/>
            <a:ext cx="8229600" cy="6481763"/>
          </a:xfrm>
        </p:spPr>
        <p:txBody>
          <a:bodyPr/>
          <a:lstStyle/>
          <a:p>
            <a:r>
              <a:rPr lang="zh-CN" altLang="en-US" sz="2800" b="1" dirty="0">
                <a:latin typeface="黑体" panose="02010609060101010101" pitchFamily="49" charset="-122"/>
              </a:rPr>
              <a:t>行为生态学家把引起动物行为周期性变化的环境因素分为近因（直接原因）和远因（最终原因）。那么，启动鸟类迁徙的近因最可能是：（单选，</a:t>
            </a:r>
            <a:r>
              <a:rPr lang="en-US" altLang="zh-CN" sz="2800" b="1" dirty="0">
                <a:latin typeface="黑体" panose="02010609060101010101" pitchFamily="49" charset="-122"/>
              </a:rPr>
              <a:t>1 </a:t>
            </a:r>
            <a:r>
              <a:rPr lang="zh-CN" altLang="en-US" sz="2800" b="1" dirty="0">
                <a:latin typeface="黑体" panose="02010609060101010101" pitchFamily="49" charset="-122"/>
              </a:rPr>
              <a:t>分）</a:t>
            </a:r>
          </a:p>
          <a:p>
            <a:r>
              <a:rPr lang="en-US" altLang="zh-CN" sz="2800" b="1" dirty="0">
                <a:latin typeface="黑体" panose="02010609060101010101" pitchFamily="49" charset="-122"/>
              </a:rPr>
              <a:t>A.</a:t>
            </a:r>
            <a:r>
              <a:rPr lang="zh-CN" altLang="en-US" sz="2800" b="1" dirty="0">
                <a:latin typeface="黑体" panose="02010609060101010101" pitchFamily="49" charset="-122"/>
              </a:rPr>
              <a:t>食物和水 </a:t>
            </a:r>
            <a:r>
              <a:rPr lang="en-US" altLang="zh-CN" sz="2800" b="1" dirty="0">
                <a:latin typeface="黑体" panose="02010609060101010101" pitchFamily="49" charset="-122"/>
              </a:rPr>
              <a:t>B. </a:t>
            </a:r>
            <a:r>
              <a:rPr lang="zh-CN" altLang="en-US" sz="2800" b="1" dirty="0">
                <a:latin typeface="黑体" panose="02010609060101010101" pitchFamily="49" charset="-122"/>
              </a:rPr>
              <a:t>光周期 </a:t>
            </a:r>
          </a:p>
          <a:p>
            <a:r>
              <a:rPr lang="en-US" altLang="zh-CN" sz="2800" b="1" dirty="0">
                <a:latin typeface="黑体" panose="02010609060101010101" pitchFamily="49" charset="-122"/>
              </a:rPr>
              <a:t>C.</a:t>
            </a:r>
            <a:r>
              <a:rPr lang="zh-CN" altLang="en-US" sz="2800" b="1" dirty="0">
                <a:latin typeface="黑体" panose="02010609060101010101" pitchFamily="49" charset="-122"/>
              </a:rPr>
              <a:t>温湿度   </a:t>
            </a:r>
            <a:r>
              <a:rPr lang="en-US" altLang="zh-CN" sz="2800" b="1" dirty="0">
                <a:latin typeface="黑体" panose="02010609060101010101" pitchFamily="49" charset="-122"/>
              </a:rPr>
              <a:t>D. </a:t>
            </a:r>
            <a:r>
              <a:rPr lang="zh-CN" altLang="en-US" sz="2800" b="1" dirty="0">
                <a:latin typeface="黑体" panose="02010609060101010101" pitchFamily="49" charset="-122"/>
              </a:rPr>
              <a:t>以上都不是</a:t>
            </a:r>
          </a:p>
          <a:p>
            <a:r>
              <a:rPr lang="zh-CN" altLang="en-US" sz="2800" b="1" dirty="0">
                <a:solidFill>
                  <a:srgbClr val="CC0000"/>
                </a:solidFill>
                <a:latin typeface="黑体" panose="02010609060101010101" pitchFamily="49" charset="-122"/>
              </a:rPr>
              <a:t>（</a:t>
            </a:r>
            <a:r>
              <a:rPr lang="en-US" altLang="zh-CN" sz="2800" b="1" dirty="0">
                <a:solidFill>
                  <a:srgbClr val="CC0000"/>
                </a:solidFill>
                <a:latin typeface="黑体" panose="02010609060101010101" pitchFamily="49" charset="-122"/>
              </a:rPr>
              <a:t>2017</a:t>
            </a:r>
            <a:r>
              <a:rPr lang="zh-CN" altLang="en-US" sz="2800" b="1" dirty="0">
                <a:solidFill>
                  <a:srgbClr val="CC0000"/>
                </a:solidFill>
                <a:latin typeface="黑体" panose="02010609060101010101" pitchFamily="49" charset="-122"/>
              </a:rPr>
              <a:t>年全国联赛试题）</a:t>
            </a:r>
          </a:p>
          <a:p>
            <a:endParaRPr lang="zh-CN" altLang="en-US" sz="2800" b="1" dirty="0">
              <a:solidFill>
                <a:srgbClr val="CC0000"/>
              </a:solidFill>
              <a:latin typeface="黑体" panose="02010609060101010101" pitchFamily="49" charset="-122"/>
            </a:endParaRPr>
          </a:p>
          <a:p>
            <a:endParaRPr lang="zh-CN" altLang="en-US" sz="2800" dirty="0"/>
          </a:p>
        </p:txBody>
      </p:sp>
      <p:sp>
        <p:nvSpPr>
          <p:cNvPr id="4" name="文本框 3">
            <a:extLst>
              <a:ext uri="{FF2B5EF4-FFF2-40B4-BE49-F238E27FC236}">
                <a16:creationId xmlns:a16="http://schemas.microsoft.com/office/drawing/2014/main" id="{F13CBCD0-6C11-A26B-D99E-E63E2742DB07}"/>
              </a:ext>
            </a:extLst>
          </p:cNvPr>
          <p:cNvSpPr txBox="1"/>
          <p:nvPr/>
        </p:nvSpPr>
        <p:spPr>
          <a:xfrm>
            <a:off x="7399601" y="1960994"/>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B</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395" name="Rectangle 3">
            <a:extLst>
              <a:ext uri="{FF2B5EF4-FFF2-40B4-BE49-F238E27FC236}">
                <a16:creationId xmlns:a16="http://schemas.microsoft.com/office/drawing/2014/main" id="{B58801D9-46D4-1CBD-6B3D-504B6F0C22E5}"/>
              </a:ext>
            </a:extLst>
          </p:cNvPr>
          <p:cNvSpPr>
            <a:spLocks noGrp="1"/>
          </p:cNvSpPr>
          <p:nvPr>
            <p:ph type="body" idx="1"/>
          </p:nvPr>
        </p:nvSpPr>
        <p:spPr>
          <a:xfrm>
            <a:off x="1847851" y="836614"/>
            <a:ext cx="8424863" cy="2838239"/>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L="0">
              <a:lnSpc>
                <a:spcPct val="90000"/>
              </a:lnSpc>
            </a:pPr>
            <a:r>
              <a:rPr lang="zh-CN" altLang="en-US" sz="2800" b="1" dirty="0">
                <a:latin typeface="黑体" panose="02010609060101010101" pitchFamily="49" charset="-122"/>
                <a:cs typeface="Microsoft JhengHei"/>
              </a:rPr>
              <a:t>在下面的实例中，属于光谱成分效应的例子是：      </a:t>
            </a:r>
          </a:p>
          <a:p>
            <a:pPr marL="0">
              <a:lnSpc>
                <a:spcPct val="90000"/>
              </a:lnSpc>
            </a:pPr>
            <a:r>
              <a:rPr lang="en-US" altLang="zh-CN" sz="2800" b="1" dirty="0">
                <a:latin typeface="黑体" panose="02010609060101010101" pitchFamily="49" charset="-122"/>
                <a:cs typeface="Microsoft JhengHei"/>
              </a:rPr>
              <a:t>A  </a:t>
            </a:r>
            <a:r>
              <a:rPr lang="zh-CN" altLang="en-US" sz="2800" b="1" dirty="0">
                <a:latin typeface="黑体" panose="02010609060101010101" pitchFamily="49" charset="-122"/>
                <a:cs typeface="Microsoft JhengHei"/>
              </a:rPr>
              <a:t>天竺葵在充足阳光下生长健壮；    </a:t>
            </a:r>
          </a:p>
          <a:p>
            <a:pPr marL="0">
              <a:lnSpc>
                <a:spcPct val="90000"/>
              </a:lnSpc>
            </a:pPr>
            <a:r>
              <a:rPr lang="en-US" altLang="zh-CN" sz="2800" b="1" dirty="0">
                <a:latin typeface="黑体" panose="02010609060101010101" pitchFamily="49" charset="-122"/>
                <a:cs typeface="Microsoft JhengHei"/>
              </a:rPr>
              <a:t>B  </a:t>
            </a:r>
            <a:r>
              <a:rPr lang="zh-CN" altLang="en-US" sz="2800" b="1" dirty="0">
                <a:latin typeface="黑体" panose="02010609060101010101" pitchFamily="49" charset="-122"/>
                <a:cs typeface="Microsoft JhengHei"/>
              </a:rPr>
              <a:t>温带鸟类的生殖腺在夏季成熟；</a:t>
            </a:r>
          </a:p>
          <a:p>
            <a:pPr marL="0">
              <a:lnSpc>
                <a:spcPct val="90000"/>
              </a:lnSpc>
            </a:pPr>
            <a:r>
              <a:rPr lang="en-US" altLang="zh-CN" sz="2800" b="1" dirty="0">
                <a:latin typeface="黑体" panose="02010609060101010101" pitchFamily="49" charset="-122"/>
                <a:cs typeface="Microsoft JhengHei"/>
              </a:rPr>
              <a:t>C  </a:t>
            </a:r>
            <a:r>
              <a:rPr lang="zh-CN" altLang="en-US" sz="2800" b="1" dirty="0">
                <a:latin typeface="黑体" panose="02010609060101010101" pitchFamily="49" charset="-122"/>
                <a:cs typeface="Microsoft JhengHei"/>
              </a:rPr>
              <a:t>夜间活动的蛾类昆虫趋向黑光灯；    </a:t>
            </a:r>
          </a:p>
          <a:p>
            <a:pPr marL="0">
              <a:lnSpc>
                <a:spcPct val="90000"/>
              </a:lnSpc>
            </a:pPr>
            <a:r>
              <a:rPr lang="en-US" altLang="zh-CN" sz="2800" b="1" dirty="0">
                <a:latin typeface="黑体" panose="02010609060101010101" pitchFamily="49" charset="-122"/>
                <a:cs typeface="Microsoft JhengHei"/>
              </a:rPr>
              <a:t>D  </a:t>
            </a:r>
            <a:r>
              <a:rPr lang="zh-CN" altLang="en-US" sz="2800" b="1" dirty="0">
                <a:latin typeface="黑体" panose="02010609060101010101" pitchFamily="49" charset="-122"/>
                <a:cs typeface="Microsoft JhengHei"/>
              </a:rPr>
              <a:t>动物换毛或换羽的特性。 </a:t>
            </a:r>
          </a:p>
          <a:p>
            <a:pPr marL="0">
              <a:lnSpc>
                <a:spcPct val="90000"/>
              </a:lnSpc>
            </a:pPr>
            <a:endParaRPr lang="zh-CN" altLang="en-US" sz="2800" b="1" dirty="0">
              <a:latin typeface="黑体" panose="02010609060101010101" pitchFamily="49" charset="-122"/>
              <a:cs typeface="Microsoft JhengHei"/>
            </a:endParaRPr>
          </a:p>
        </p:txBody>
      </p:sp>
      <p:sp>
        <p:nvSpPr>
          <p:cNvPr id="2" name="文本框 1">
            <a:extLst>
              <a:ext uri="{FF2B5EF4-FFF2-40B4-BE49-F238E27FC236}">
                <a16:creationId xmlns:a16="http://schemas.microsoft.com/office/drawing/2014/main" id="{36D974BC-3B53-40F8-0E86-012EAD6BAE2F}"/>
              </a:ext>
            </a:extLst>
          </p:cNvPr>
          <p:cNvSpPr txBox="1"/>
          <p:nvPr/>
        </p:nvSpPr>
        <p:spPr>
          <a:xfrm>
            <a:off x="8365760" y="1322639"/>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C</a:t>
            </a:r>
            <a:endParaRPr lang="zh-CN" altLang="en-US" sz="2800" b="1" dirty="0">
              <a:solidFill>
                <a:srgbClr val="FF0000"/>
              </a:solidFill>
              <a:latin typeface="Times New Roman" panose="02020603050405020304" pitchFamily="18" charset="0"/>
              <a:ea typeface="宋体" panose="02010600030101010101" pitchFamily="2" charset="-122"/>
            </a:endParaRPr>
          </a:p>
        </p:txBody>
      </p:sp>
      <p:sp>
        <p:nvSpPr>
          <p:cNvPr id="886787" name="Rectangle 3">
            <a:extLst>
              <a:ext uri="{FF2B5EF4-FFF2-40B4-BE49-F238E27FC236}">
                <a16:creationId xmlns:a16="http://schemas.microsoft.com/office/drawing/2014/main" id="{C9AB7443-6769-E06C-89CF-38E4F2CF80AC}"/>
              </a:ext>
            </a:extLst>
          </p:cNvPr>
          <p:cNvSpPr txBox="1">
            <a:spLocks/>
          </p:cNvSpPr>
          <p:nvPr/>
        </p:nvSpPr>
        <p:spPr bwMode="auto">
          <a:xfrm>
            <a:off x="1847851" y="3758405"/>
            <a:ext cx="8229600" cy="2283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indent="-342900" fontAlgn="base">
              <a:lnSpc>
                <a:spcPct val="90000"/>
              </a:lnSpc>
              <a:spcBef>
                <a:spcPct val="20000"/>
              </a:spcBef>
              <a:spcAft>
                <a:spcPct val="0"/>
              </a:spcAft>
              <a:buChar char="•"/>
              <a:defRPr kumimoji="1" sz="2800" b="1">
                <a:latin typeface="黑体" panose="02010609060101010101" pitchFamily="49" charset="-122"/>
                <a:cs typeface="Microsoft JhengHei"/>
              </a:defRPr>
            </a:lvl1pPr>
            <a:lvl2pPr marL="742950" indent="-285750" fontAlgn="base">
              <a:spcBef>
                <a:spcPct val="20000"/>
              </a:spcBef>
              <a:spcAft>
                <a:spcPct val="0"/>
              </a:spcAft>
              <a:buChar char="–"/>
              <a:defRPr kumimoji="1" sz="2800"/>
            </a:lvl2pPr>
            <a:lvl3pPr marL="1143000" indent="-228600" fontAlgn="base">
              <a:spcBef>
                <a:spcPct val="20000"/>
              </a:spcBef>
              <a:spcAft>
                <a:spcPct val="0"/>
              </a:spcAft>
              <a:buChar char="•"/>
              <a:defRPr kumimoji="1" sz="2400"/>
            </a:lvl3pPr>
            <a:lvl4pPr marL="1600200" indent="-228600" fontAlgn="base">
              <a:spcBef>
                <a:spcPct val="20000"/>
              </a:spcBef>
              <a:spcAft>
                <a:spcPct val="0"/>
              </a:spcAft>
              <a:buChar char="–"/>
              <a:defRPr kumimoji="1" sz="2000"/>
            </a:lvl4pPr>
            <a:lvl5pPr marL="2057400" indent="-228600" fontAlgn="base">
              <a:spcBef>
                <a:spcPct val="20000"/>
              </a:spcBef>
              <a:spcAft>
                <a:spcPct val="0"/>
              </a:spcAft>
              <a:buChar char="»"/>
              <a:defRPr kumimoji="1" sz="2000"/>
            </a:lvl5pPr>
            <a:lvl6pPr marL="2514600" indent="-228600" fontAlgn="base">
              <a:spcBef>
                <a:spcPct val="20000"/>
              </a:spcBef>
              <a:spcAft>
                <a:spcPct val="0"/>
              </a:spcAft>
              <a:buChar char="»"/>
              <a:defRPr kumimoji="1" sz="2000"/>
            </a:lvl6pPr>
            <a:lvl7pPr marL="2971800" indent="-228600" fontAlgn="base">
              <a:spcBef>
                <a:spcPct val="20000"/>
              </a:spcBef>
              <a:spcAft>
                <a:spcPct val="0"/>
              </a:spcAft>
              <a:buChar char="»"/>
              <a:defRPr kumimoji="1" sz="2000"/>
            </a:lvl7pPr>
            <a:lvl8pPr marL="3429000" indent="-228600" fontAlgn="base">
              <a:spcBef>
                <a:spcPct val="20000"/>
              </a:spcBef>
              <a:spcAft>
                <a:spcPct val="0"/>
              </a:spcAft>
              <a:buChar char="»"/>
              <a:defRPr kumimoji="1" sz="2000"/>
            </a:lvl8pPr>
            <a:lvl9pPr marL="3886200" indent="-228600" fontAlgn="base">
              <a:spcBef>
                <a:spcPct val="20000"/>
              </a:spcBef>
              <a:spcAft>
                <a:spcPct val="0"/>
              </a:spcAft>
              <a:buChar char="»"/>
              <a:defRPr kumimoji="1" sz="2000"/>
            </a:lvl9pPr>
          </a:lstStyle>
          <a:p>
            <a:r>
              <a:rPr lang="zh-CN" altLang="en-US" dirty="0"/>
              <a:t>下面哪种现象不受光周期的影响：</a:t>
            </a:r>
          </a:p>
          <a:p>
            <a:r>
              <a:rPr lang="en-US" altLang="zh-CN" dirty="0"/>
              <a:t>A. </a:t>
            </a:r>
            <a:r>
              <a:rPr lang="zh-CN" altLang="en-US" dirty="0"/>
              <a:t>动物的群聚；     </a:t>
            </a:r>
            <a:r>
              <a:rPr lang="en-US" altLang="zh-CN" dirty="0"/>
              <a:t>B. </a:t>
            </a:r>
            <a:r>
              <a:rPr lang="zh-CN" altLang="en-US" dirty="0"/>
              <a:t>鸟类的迁飞；</a:t>
            </a:r>
          </a:p>
          <a:p>
            <a:r>
              <a:rPr lang="en-US" altLang="zh-CN" dirty="0"/>
              <a:t>C. </a:t>
            </a:r>
            <a:r>
              <a:rPr lang="zh-CN" altLang="en-US" dirty="0"/>
              <a:t>牵牛花的开花；   </a:t>
            </a:r>
            <a:r>
              <a:rPr lang="en-US" altLang="zh-CN" dirty="0"/>
              <a:t>D. </a:t>
            </a:r>
            <a:r>
              <a:rPr lang="zh-CN" altLang="en-US" dirty="0"/>
              <a:t>田鼠的生殖。</a:t>
            </a:r>
          </a:p>
          <a:p>
            <a:endParaRPr lang="zh-CN" altLang="en-US" dirty="0"/>
          </a:p>
          <a:p>
            <a:endParaRPr lang="zh-CN" altLang="en-US" dirty="0"/>
          </a:p>
        </p:txBody>
      </p:sp>
      <p:sp>
        <p:nvSpPr>
          <p:cNvPr id="4" name="文本框 3">
            <a:extLst>
              <a:ext uri="{FF2B5EF4-FFF2-40B4-BE49-F238E27FC236}">
                <a16:creationId xmlns:a16="http://schemas.microsoft.com/office/drawing/2014/main" id="{247DBAAD-689F-0717-A320-8CE7963D7D4D}"/>
              </a:ext>
            </a:extLst>
          </p:cNvPr>
          <p:cNvSpPr txBox="1"/>
          <p:nvPr/>
        </p:nvSpPr>
        <p:spPr>
          <a:xfrm>
            <a:off x="8365760" y="3804520"/>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A</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5" name="Rectangle 3">
            <a:extLst>
              <a:ext uri="{FF2B5EF4-FFF2-40B4-BE49-F238E27FC236}">
                <a16:creationId xmlns:a16="http://schemas.microsoft.com/office/drawing/2014/main" id="{F8266F8C-C5FF-3950-2251-52B83F791809}"/>
              </a:ext>
            </a:extLst>
          </p:cNvPr>
          <p:cNvSpPr>
            <a:spLocks noGrp="1"/>
          </p:cNvSpPr>
          <p:nvPr>
            <p:ph type="body" idx="1"/>
          </p:nvPr>
        </p:nvSpPr>
        <p:spPr>
          <a:xfrm>
            <a:off x="1524001" y="476250"/>
            <a:ext cx="8856663" cy="353327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L="0">
              <a:lnSpc>
                <a:spcPct val="90000"/>
              </a:lnSpc>
            </a:pPr>
            <a:r>
              <a:rPr lang="zh-CN" altLang="en-US" sz="2800" b="1" dirty="0">
                <a:latin typeface="黑体" panose="02010609060101010101" pitchFamily="49" charset="-122"/>
                <a:cs typeface="Microsoft JhengHei"/>
              </a:rPr>
              <a:t>对海洋岩礁上的藻类植物调查时发现，一般在浅水处生长着绿藻，稍深处是褐藻，再深一些的水域中则以红藻为主。直接影响海洋中藻类植物分布的主要因素是：</a:t>
            </a:r>
          </a:p>
          <a:p>
            <a:pPr marL="0">
              <a:lnSpc>
                <a:spcPct val="90000"/>
              </a:lnSpc>
            </a:pPr>
            <a:r>
              <a:rPr lang="en-US" altLang="zh-CN" sz="2800" b="1" dirty="0">
                <a:latin typeface="黑体" panose="02010609060101010101" pitchFamily="49" charset="-122"/>
                <a:cs typeface="Microsoft JhengHei"/>
              </a:rPr>
              <a:t>A</a:t>
            </a:r>
            <a:r>
              <a:rPr lang="zh-CN" altLang="en-US" sz="2800" b="1" dirty="0">
                <a:latin typeface="黑体" panose="02010609060101010101" pitchFamily="49" charset="-122"/>
                <a:cs typeface="Microsoft JhengHei"/>
              </a:rPr>
              <a:t>．阳光；　　  　</a:t>
            </a:r>
            <a:r>
              <a:rPr lang="en-US" altLang="zh-CN" sz="2800" b="1" dirty="0">
                <a:latin typeface="黑体" panose="02010609060101010101" pitchFamily="49" charset="-122"/>
                <a:cs typeface="Microsoft JhengHei"/>
              </a:rPr>
              <a:t>B</a:t>
            </a:r>
            <a:r>
              <a:rPr lang="zh-CN" altLang="en-US" sz="2800" b="1" dirty="0">
                <a:latin typeface="黑体" panose="02010609060101010101" pitchFamily="49" charset="-122"/>
                <a:cs typeface="Microsoft JhengHei"/>
              </a:rPr>
              <a:t>．温度；  </a:t>
            </a:r>
          </a:p>
          <a:p>
            <a:pPr marL="0">
              <a:lnSpc>
                <a:spcPct val="90000"/>
              </a:lnSpc>
            </a:pPr>
            <a:r>
              <a:rPr lang="en-US" altLang="zh-CN" sz="2800" b="1" dirty="0">
                <a:latin typeface="黑体" panose="02010609060101010101" pitchFamily="49" charset="-122"/>
                <a:cs typeface="Microsoft JhengHei"/>
              </a:rPr>
              <a:t>C</a:t>
            </a:r>
            <a:r>
              <a:rPr lang="zh-CN" altLang="en-US" sz="2800" b="1" dirty="0">
                <a:latin typeface="黑体" panose="02010609060101010101" pitchFamily="49" charset="-122"/>
                <a:cs typeface="Microsoft JhengHei"/>
              </a:rPr>
              <a:t>．海水含盐量；  </a:t>
            </a:r>
            <a:r>
              <a:rPr lang="en-US" altLang="zh-CN" sz="2800" b="1" dirty="0">
                <a:latin typeface="黑体" panose="02010609060101010101" pitchFamily="49" charset="-122"/>
                <a:cs typeface="Microsoft JhengHei"/>
              </a:rPr>
              <a:t>D</a:t>
            </a:r>
            <a:r>
              <a:rPr lang="zh-CN" altLang="en-US" sz="2800" b="1" dirty="0">
                <a:latin typeface="黑体" panose="02010609060101010101" pitchFamily="49" charset="-122"/>
                <a:cs typeface="Microsoft JhengHei"/>
              </a:rPr>
              <a:t>．海水含氧量。</a:t>
            </a:r>
          </a:p>
          <a:p>
            <a:pPr marL="0">
              <a:lnSpc>
                <a:spcPct val="90000"/>
              </a:lnSpc>
            </a:pPr>
            <a:endParaRPr lang="zh-CN" altLang="en-US" sz="2800" b="1" dirty="0">
              <a:latin typeface="黑体" panose="02010609060101010101" pitchFamily="49" charset="-122"/>
              <a:cs typeface="Microsoft JhengHei"/>
            </a:endParaRPr>
          </a:p>
          <a:p>
            <a:pPr marL="0">
              <a:lnSpc>
                <a:spcPct val="90000"/>
              </a:lnSpc>
            </a:pPr>
            <a:r>
              <a:rPr lang="zh-CN" altLang="en-US" sz="2800" b="1" dirty="0">
                <a:latin typeface="黑体" panose="02010609060101010101" pitchFamily="49" charset="-122"/>
                <a:cs typeface="Microsoft JhengHei"/>
              </a:rPr>
              <a:t> </a:t>
            </a:r>
          </a:p>
          <a:p>
            <a:pPr marL="0">
              <a:lnSpc>
                <a:spcPct val="90000"/>
              </a:lnSpc>
            </a:pPr>
            <a:endParaRPr lang="zh-CN" altLang="en-US" sz="2800" b="1" dirty="0">
              <a:latin typeface="黑体" panose="02010609060101010101" pitchFamily="49" charset="-122"/>
              <a:cs typeface="Microsoft JhengHei"/>
            </a:endParaRPr>
          </a:p>
        </p:txBody>
      </p:sp>
      <p:sp>
        <p:nvSpPr>
          <p:cNvPr id="2" name="文本框 1">
            <a:extLst>
              <a:ext uri="{FF2B5EF4-FFF2-40B4-BE49-F238E27FC236}">
                <a16:creationId xmlns:a16="http://schemas.microsoft.com/office/drawing/2014/main" id="{63715718-E546-D7B0-7F5C-D473CACB629C}"/>
              </a:ext>
            </a:extLst>
          </p:cNvPr>
          <p:cNvSpPr txBox="1"/>
          <p:nvPr/>
        </p:nvSpPr>
        <p:spPr>
          <a:xfrm>
            <a:off x="8365760" y="2113742"/>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A</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7811" name="Rectangle 3">
            <a:extLst>
              <a:ext uri="{FF2B5EF4-FFF2-40B4-BE49-F238E27FC236}">
                <a16:creationId xmlns:a16="http://schemas.microsoft.com/office/drawing/2014/main" id="{AB6F1A0B-9020-1363-7D4C-F0D43197A491}"/>
              </a:ext>
            </a:extLst>
          </p:cNvPr>
          <p:cNvSpPr>
            <a:spLocks noGrp="1"/>
          </p:cNvSpPr>
          <p:nvPr>
            <p:ph type="body" idx="1"/>
          </p:nvPr>
        </p:nvSpPr>
        <p:spPr>
          <a:xfrm>
            <a:off x="1919288" y="981076"/>
            <a:ext cx="8229600" cy="3231654"/>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L="0">
              <a:lnSpc>
                <a:spcPct val="90000"/>
              </a:lnSpc>
            </a:pPr>
            <a:r>
              <a:rPr lang="zh-CN" altLang="en-US" sz="2800" b="1" dirty="0">
                <a:latin typeface="黑体" panose="02010609060101010101" pitchFamily="49" charset="-122"/>
                <a:cs typeface="Microsoft JhengHei"/>
              </a:rPr>
              <a:t>下列何种处理不会改变动物的光周期：</a:t>
            </a:r>
          </a:p>
          <a:p>
            <a:pPr marL="0">
              <a:lnSpc>
                <a:spcPct val="90000"/>
              </a:lnSpc>
            </a:pPr>
            <a:r>
              <a:rPr lang="en-US" altLang="zh-CN" sz="2800" b="1" dirty="0">
                <a:latin typeface="黑体" panose="02010609060101010101" pitchFamily="49" charset="-122"/>
                <a:cs typeface="Microsoft JhengHei"/>
              </a:rPr>
              <a:t>A.</a:t>
            </a:r>
            <a:r>
              <a:rPr lang="zh-CN" altLang="en-US" sz="2800" b="1" dirty="0">
                <a:latin typeface="黑体" panose="02010609060101010101" pitchFamily="49" charset="-122"/>
                <a:cs typeface="Microsoft JhengHei"/>
              </a:rPr>
              <a:t>长期处于黑暗中；</a:t>
            </a:r>
          </a:p>
          <a:p>
            <a:pPr marL="0">
              <a:lnSpc>
                <a:spcPct val="90000"/>
              </a:lnSpc>
            </a:pPr>
            <a:r>
              <a:rPr lang="en-US" altLang="zh-CN" sz="2800" b="1" dirty="0">
                <a:latin typeface="黑体" panose="02010609060101010101" pitchFamily="49" charset="-122"/>
                <a:cs typeface="Microsoft JhengHei"/>
              </a:rPr>
              <a:t>B.</a:t>
            </a:r>
            <a:r>
              <a:rPr lang="zh-CN" altLang="en-US" sz="2800" b="1" dirty="0">
                <a:latin typeface="黑体" panose="02010609060101010101" pitchFamily="49" charset="-122"/>
                <a:cs typeface="Microsoft JhengHei"/>
              </a:rPr>
              <a:t>长期提供充足的食物；</a:t>
            </a:r>
          </a:p>
          <a:p>
            <a:pPr marL="0">
              <a:lnSpc>
                <a:spcPct val="90000"/>
              </a:lnSpc>
            </a:pPr>
            <a:r>
              <a:rPr lang="en-US" altLang="zh-CN" sz="2800" b="1" dirty="0">
                <a:latin typeface="黑体" panose="02010609060101010101" pitchFamily="49" charset="-122"/>
                <a:cs typeface="Microsoft JhengHei"/>
              </a:rPr>
              <a:t>C.</a:t>
            </a:r>
            <a:r>
              <a:rPr lang="zh-CN" altLang="en-US" sz="2800" b="1" dirty="0">
                <a:latin typeface="黑体" panose="02010609060101010101" pitchFamily="49" charset="-122"/>
                <a:cs typeface="Microsoft JhengHei"/>
              </a:rPr>
              <a:t>改变动物生活环境的温度；</a:t>
            </a:r>
          </a:p>
          <a:p>
            <a:pPr marL="0">
              <a:lnSpc>
                <a:spcPct val="90000"/>
              </a:lnSpc>
            </a:pPr>
            <a:r>
              <a:rPr lang="en-US" altLang="zh-CN" sz="2800" b="1" dirty="0">
                <a:latin typeface="黑体" panose="02010609060101010101" pitchFamily="49" charset="-122"/>
                <a:cs typeface="Microsoft JhengHei"/>
              </a:rPr>
              <a:t>D.</a:t>
            </a:r>
            <a:r>
              <a:rPr lang="zh-CN" altLang="en-US" sz="2800" b="1" dirty="0">
                <a:latin typeface="黑体" panose="02010609060101010101" pitchFamily="49" charset="-122"/>
                <a:cs typeface="Microsoft JhengHei"/>
              </a:rPr>
              <a:t>在每天的不同时间给予同样一小时的光照。</a:t>
            </a:r>
          </a:p>
          <a:p>
            <a:pPr marL="0">
              <a:lnSpc>
                <a:spcPct val="90000"/>
              </a:lnSpc>
            </a:pPr>
            <a:endParaRPr lang="zh-CN" altLang="en-US" sz="2800" b="1" dirty="0">
              <a:latin typeface="黑体" panose="02010609060101010101" pitchFamily="49" charset="-122"/>
              <a:cs typeface="Microsoft JhengHei"/>
            </a:endParaRPr>
          </a:p>
          <a:p>
            <a:pPr marL="0">
              <a:lnSpc>
                <a:spcPct val="90000"/>
              </a:lnSpc>
            </a:pPr>
            <a:endParaRPr lang="zh-CN" altLang="en-US" sz="2800" b="1" dirty="0">
              <a:latin typeface="黑体" panose="02010609060101010101" pitchFamily="49" charset="-122"/>
              <a:cs typeface="Microsoft JhengHei"/>
            </a:endParaRPr>
          </a:p>
        </p:txBody>
      </p:sp>
      <p:sp>
        <p:nvSpPr>
          <p:cNvPr id="2" name="文本框 1">
            <a:extLst>
              <a:ext uri="{FF2B5EF4-FFF2-40B4-BE49-F238E27FC236}">
                <a16:creationId xmlns:a16="http://schemas.microsoft.com/office/drawing/2014/main" id="{BF73AE6A-A88C-8E8F-FAE4-3FEA1D8B4DBC}"/>
              </a:ext>
            </a:extLst>
          </p:cNvPr>
          <p:cNvSpPr txBox="1"/>
          <p:nvPr/>
        </p:nvSpPr>
        <p:spPr>
          <a:xfrm>
            <a:off x="9209774" y="1089351"/>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ABC</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4259" name="Rectangle 3">
            <a:extLst>
              <a:ext uri="{FF2B5EF4-FFF2-40B4-BE49-F238E27FC236}">
                <a16:creationId xmlns:a16="http://schemas.microsoft.com/office/drawing/2014/main" id="{DBEFF23E-8E56-4221-6883-7DEB5F42376B}"/>
              </a:ext>
            </a:extLst>
          </p:cNvPr>
          <p:cNvSpPr>
            <a:spLocks noGrp="1"/>
          </p:cNvSpPr>
          <p:nvPr>
            <p:ph type="body" idx="1"/>
          </p:nvPr>
        </p:nvSpPr>
        <p:spPr>
          <a:xfrm>
            <a:off x="1631951" y="1125538"/>
            <a:ext cx="8856663" cy="2757678"/>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L="0">
              <a:lnSpc>
                <a:spcPct val="90000"/>
              </a:lnSpc>
            </a:pPr>
            <a:r>
              <a:rPr lang="zh-CN" altLang="en-US" sz="2800" b="1" dirty="0">
                <a:latin typeface="黑体" panose="02010609060101010101" pitchFamily="49" charset="-122"/>
                <a:cs typeface="Microsoft JhengHei"/>
              </a:rPr>
              <a:t>以下几种植物对光的反应中，属于光周期现象的有：</a:t>
            </a:r>
          </a:p>
          <a:p>
            <a:pPr marL="0">
              <a:lnSpc>
                <a:spcPct val="90000"/>
              </a:lnSpc>
            </a:pPr>
            <a:r>
              <a:rPr lang="en-US" altLang="zh-CN" sz="2800" b="1" dirty="0">
                <a:latin typeface="黑体" panose="02010609060101010101" pitchFamily="49" charset="-122"/>
                <a:cs typeface="Microsoft JhengHei"/>
              </a:rPr>
              <a:t>A.</a:t>
            </a:r>
            <a:r>
              <a:rPr lang="zh-CN" altLang="en-US" sz="2800" b="1" dirty="0">
                <a:latin typeface="黑体" panose="02010609060101010101" pitchFamily="49" charset="-122"/>
                <a:cs typeface="Microsoft JhengHei"/>
              </a:rPr>
              <a:t>菜豆等植物叶片昼开夜合；</a:t>
            </a:r>
            <a:endParaRPr lang="en-US" altLang="zh-CN" sz="2800" b="1" dirty="0">
              <a:latin typeface="黑体" panose="02010609060101010101" pitchFamily="49" charset="-122"/>
              <a:cs typeface="Microsoft JhengHei"/>
            </a:endParaRPr>
          </a:p>
          <a:p>
            <a:pPr marL="0">
              <a:lnSpc>
                <a:spcPct val="90000"/>
              </a:lnSpc>
            </a:pPr>
            <a:r>
              <a:rPr lang="en-US" altLang="zh-CN" sz="2800" b="1" dirty="0">
                <a:latin typeface="黑体" panose="02010609060101010101" pitchFamily="49" charset="-122"/>
                <a:cs typeface="Microsoft JhengHei"/>
              </a:rPr>
              <a:t>B.</a:t>
            </a:r>
            <a:r>
              <a:rPr lang="zh-CN" altLang="en-US" sz="2800" b="1" dirty="0">
                <a:latin typeface="黑体" panose="02010609060101010101" pitchFamily="49" charset="-122"/>
                <a:cs typeface="Microsoft JhengHei"/>
              </a:rPr>
              <a:t>气孔在光照下张开；　　 </a:t>
            </a:r>
            <a:endParaRPr lang="en-US" altLang="zh-CN" sz="2800" b="1" dirty="0">
              <a:latin typeface="黑体" panose="02010609060101010101" pitchFamily="49" charset="-122"/>
              <a:cs typeface="Microsoft JhengHei"/>
            </a:endParaRPr>
          </a:p>
          <a:p>
            <a:pPr marL="0">
              <a:lnSpc>
                <a:spcPct val="90000"/>
              </a:lnSpc>
            </a:pPr>
            <a:r>
              <a:rPr lang="en-US" altLang="zh-CN" sz="2800" b="1" dirty="0">
                <a:latin typeface="黑体" panose="02010609060101010101" pitchFamily="49" charset="-122"/>
                <a:cs typeface="Microsoft JhengHei"/>
              </a:rPr>
              <a:t>C.</a:t>
            </a:r>
            <a:r>
              <a:rPr lang="zh-CN" altLang="en-US" sz="2800" b="1" dirty="0">
                <a:latin typeface="黑体" panose="02010609060101010101" pitchFamily="49" charset="-122"/>
                <a:cs typeface="Microsoft JhengHei"/>
              </a:rPr>
              <a:t>马铃薯在长日照下形成块茎；</a:t>
            </a:r>
          </a:p>
          <a:p>
            <a:pPr marL="0">
              <a:lnSpc>
                <a:spcPct val="90000"/>
              </a:lnSpc>
            </a:pPr>
            <a:r>
              <a:rPr lang="en-US" altLang="zh-CN" sz="2800" b="1" dirty="0">
                <a:latin typeface="黑体" panose="02010609060101010101" pitchFamily="49" charset="-122"/>
                <a:cs typeface="Microsoft JhengHei"/>
              </a:rPr>
              <a:t>D.</a:t>
            </a:r>
            <a:r>
              <a:rPr lang="zh-CN" altLang="en-US" sz="2800" b="1" dirty="0">
                <a:latin typeface="黑体" panose="02010609060101010101" pitchFamily="49" charset="-122"/>
                <a:cs typeface="Microsoft JhengHei"/>
              </a:rPr>
              <a:t>菊花在短日照下开花。</a:t>
            </a:r>
          </a:p>
          <a:p>
            <a:pPr marL="0">
              <a:lnSpc>
                <a:spcPct val="90000"/>
              </a:lnSpc>
            </a:pPr>
            <a:endParaRPr lang="zh-CN" altLang="en-US" sz="2800" b="1" dirty="0">
              <a:latin typeface="黑体" panose="02010609060101010101" pitchFamily="49" charset="-122"/>
              <a:cs typeface="Microsoft JhengHei"/>
            </a:endParaRPr>
          </a:p>
        </p:txBody>
      </p:sp>
      <p:sp>
        <p:nvSpPr>
          <p:cNvPr id="2" name="文本框 1">
            <a:extLst>
              <a:ext uri="{FF2B5EF4-FFF2-40B4-BE49-F238E27FC236}">
                <a16:creationId xmlns:a16="http://schemas.microsoft.com/office/drawing/2014/main" id="{17ACAD3E-971C-E3F3-D4A5-AA089C119897}"/>
              </a:ext>
            </a:extLst>
          </p:cNvPr>
          <p:cNvSpPr txBox="1"/>
          <p:nvPr/>
        </p:nvSpPr>
        <p:spPr>
          <a:xfrm>
            <a:off x="10019057" y="1125538"/>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CD</a:t>
            </a:r>
            <a:endParaRPr lang="zh-CN" altLang="en-US" sz="2800" b="1" dirty="0">
              <a:solidFill>
                <a:srgbClr val="FF0000"/>
              </a:solidFill>
              <a:latin typeface="Times New Roman" panose="02020603050405020304" pitchFamily="18" charset="0"/>
              <a:ea typeface="宋体" panose="02010600030101010101" pitchFamily="2" charset="-122"/>
            </a:endParaRPr>
          </a:p>
        </p:txBody>
      </p:sp>
      <p:sp>
        <p:nvSpPr>
          <p:cNvPr id="4" name="文本框 3">
            <a:extLst>
              <a:ext uri="{FF2B5EF4-FFF2-40B4-BE49-F238E27FC236}">
                <a16:creationId xmlns:a16="http://schemas.microsoft.com/office/drawing/2014/main" id="{81BC2E29-8BAB-FA24-6C64-EC1296FA9433}"/>
              </a:ext>
            </a:extLst>
          </p:cNvPr>
          <p:cNvSpPr txBox="1"/>
          <p:nvPr/>
        </p:nvSpPr>
        <p:spPr>
          <a:xfrm>
            <a:off x="6096000" y="2181816"/>
            <a:ext cx="6098874" cy="523220"/>
          </a:xfrm>
          <a:prstGeom prst="rect">
            <a:avLst/>
          </a:prstGeom>
          <a:noFill/>
        </p:spPr>
        <p:txBody>
          <a:bodyPr wrap="square" rtlCol="0">
            <a:spAutoFit/>
          </a:bodyPr>
          <a:lstStyle>
            <a:defPPr>
              <a:defRPr lang="zh-CN"/>
            </a:defPPr>
            <a:lvl1pPr>
              <a:defRPr sz="2800" b="1">
                <a:solidFill>
                  <a:srgbClr val="FF0000"/>
                </a:solidFill>
                <a:latin typeface="Times New Roman" panose="02020603050405020304" pitchFamily="18" charset="0"/>
                <a:ea typeface="宋体" panose="02010600030101010101" pitchFamily="2" charset="-122"/>
              </a:defRPr>
            </a:lvl1pPr>
          </a:lstStyle>
          <a:p>
            <a:r>
              <a:rPr lang="zh-CN" altLang="en-US" dirty="0"/>
              <a:t>（见光就开，与光强度有关）</a:t>
            </a:r>
          </a:p>
        </p:txBody>
      </p:sp>
      <p:sp>
        <p:nvSpPr>
          <p:cNvPr id="5" name="文本框 4">
            <a:extLst>
              <a:ext uri="{FF2B5EF4-FFF2-40B4-BE49-F238E27FC236}">
                <a16:creationId xmlns:a16="http://schemas.microsoft.com/office/drawing/2014/main" id="{125E3622-BDE9-0BFB-7D3B-9493CB107E02}"/>
              </a:ext>
            </a:extLst>
          </p:cNvPr>
          <p:cNvSpPr txBox="1"/>
          <p:nvPr/>
        </p:nvSpPr>
        <p:spPr>
          <a:xfrm>
            <a:off x="6096000" y="1648758"/>
            <a:ext cx="6098874" cy="523220"/>
          </a:xfrm>
          <a:prstGeom prst="rect">
            <a:avLst/>
          </a:prstGeom>
          <a:noFill/>
        </p:spPr>
        <p:txBody>
          <a:bodyPr wrap="square" rtlCol="0">
            <a:spAutoFit/>
          </a:bodyPr>
          <a:lstStyle>
            <a:defPPr>
              <a:defRPr lang="zh-CN"/>
            </a:defPPr>
            <a:lvl1pPr>
              <a:defRPr sz="2800" b="1">
                <a:solidFill>
                  <a:srgbClr val="FF0000"/>
                </a:solidFill>
                <a:latin typeface="Times New Roman" panose="02020603050405020304" pitchFamily="18" charset="0"/>
                <a:ea typeface="宋体" panose="02010600030101010101" pitchFamily="2" charset="-122"/>
              </a:defRPr>
            </a:lvl1pPr>
          </a:lstStyle>
          <a:p>
            <a:r>
              <a:rPr lang="zh-CN" altLang="en-US" dirty="0"/>
              <a:t>（见光就开，与光强度有关）</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3475" name="Rectangle 3">
            <a:extLst>
              <a:ext uri="{FF2B5EF4-FFF2-40B4-BE49-F238E27FC236}">
                <a16:creationId xmlns:a16="http://schemas.microsoft.com/office/drawing/2014/main" id="{CC1B3E6D-9A98-AFEE-0012-E6C88C4D66E5}"/>
              </a:ext>
            </a:extLst>
          </p:cNvPr>
          <p:cNvSpPr>
            <a:spLocks noGrp="1"/>
          </p:cNvSpPr>
          <p:nvPr>
            <p:ph type="body" idx="1"/>
          </p:nvPr>
        </p:nvSpPr>
        <p:spPr>
          <a:xfrm>
            <a:off x="1919289" y="1052514"/>
            <a:ext cx="8353425" cy="4395049"/>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L="0">
              <a:lnSpc>
                <a:spcPct val="90000"/>
              </a:lnSpc>
            </a:pPr>
            <a:r>
              <a:rPr lang="zh-CN" altLang="en-US" sz="2800" b="1" dirty="0">
                <a:latin typeface="黑体" panose="02010609060101010101" pitchFamily="49" charset="-122"/>
                <a:cs typeface="Microsoft JhengHei"/>
              </a:rPr>
              <a:t>苏轼的</a:t>
            </a:r>
            <a:r>
              <a:rPr lang="en-US" altLang="zh-CN" sz="2800" b="1" dirty="0">
                <a:latin typeface="黑体" panose="02010609060101010101" pitchFamily="49" charset="-122"/>
                <a:cs typeface="Microsoft JhengHei"/>
              </a:rPr>
              <a:t>《</a:t>
            </a:r>
            <a:r>
              <a:rPr lang="zh-CN" altLang="en-US" sz="2800" b="1" dirty="0">
                <a:latin typeface="黑体" panose="02010609060101010101" pitchFamily="49" charset="-122"/>
                <a:cs typeface="Microsoft JhengHei"/>
              </a:rPr>
              <a:t>惠崇春江晚景</a:t>
            </a:r>
            <a:r>
              <a:rPr lang="en-US" altLang="zh-CN" sz="2800" b="1" dirty="0">
                <a:latin typeface="黑体" panose="02010609060101010101" pitchFamily="49" charset="-122"/>
                <a:cs typeface="Microsoft JhengHei"/>
              </a:rPr>
              <a:t>》</a:t>
            </a:r>
            <a:r>
              <a:rPr lang="zh-CN" altLang="en-US" sz="2800" b="1" dirty="0">
                <a:latin typeface="黑体" panose="02010609060101010101" pitchFamily="49" charset="-122"/>
                <a:cs typeface="Microsoft JhengHei"/>
              </a:rPr>
              <a:t>是大家熟悉的诗句，全文是：竹外桃花三两枝，春江水暖鸭先知。蒌蒿满地芦芽短，正是河豚欲上时。关于最后一句“正是河豚欲上时”，下列选项中正确的是：</a:t>
            </a:r>
          </a:p>
          <a:p>
            <a:pPr marL="0">
              <a:lnSpc>
                <a:spcPct val="90000"/>
              </a:lnSpc>
            </a:pPr>
            <a:r>
              <a:rPr lang="en-US" altLang="zh-CN" sz="2800" b="1" dirty="0">
                <a:latin typeface="黑体" panose="02010609060101010101" pitchFamily="49" charset="-122"/>
                <a:cs typeface="Microsoft JhengHei"/>
              </a:rPr>
              <a:t>A.</a:t>
            </a:r>
            <a:r>
              <a:rPr lang="zh-CN" altLang="en-US" sz="2800" b="1" dirty="0">
                <a:latin typeface="黑体" panose="02010609060101010101" pitchFamily="49" charset="-122"/>
                <a:cs typeface="Microsoft JhengHei"/>
              </a:rPr>
              <a:t>这是指河魨的洄游行为；</a:t>
            </a:r>
          </a:p>
          <a:p>
            <a:pPr marL="0">
              <a:lnSpc>
                <a:spcPct val="90000"/>
              </a:lnSpc>
            </a:pPr>
            <a:r>
              <a:rPr lang="en-US" altLang="zh-CN" sz="2800" b="1" dirty="0">
                <a:latin typeface="黑体" panose="02010609060101010101" pitchFamily="49" charset="-122"/>
                <a:cs typeface="Microsoft JhengHei"/>
              </a:rPr>
              <a:t>B.</a:t>
            </a:r>
            <a:r>
              <a:rPr lang="zh-CN" altLang="en-US" sz="2800" b="1" dirty="0">
                <a:latin typeface="黑体" panose="02010609060101010101" pitchFamily="49" charset="-122"/>
                <a:cs typeface="Microsoft JhengHei"/>
              </a:rPr>
              <a:t>这是指河魨的激怒反应； </a:t>
            </a:r>
          </a:p>
          <a:p>
            <a:pPr marL="0">
              <a:lnSpc>
                <a:spcPct val="90000"/>
              </a:lnSpc>
            </a:pPr>
            <a:r>
              <a:rPr lang="en-US" altLang="zh-CN" sz="2800" b="1" dirty="0">
                <a:latin typeface="黑体" panose="02010609060101010101" pitchFamily="49" charset="-122"/>
                <a:cs typeface="Microsoft JhengHei"/>
              </a:rPr>
              <a:t>C.</a:t>
            </a:r>
            <a:r>
              <a:rPr lang="zh-CN" altLang="en-US" sz="2800" b="1" dirty="0">
                <a:latin typeface="黑体" panose="02010609060101010101" pitchFamily="49" charset="-122"/>
                <a:cs typeface="Microsoft JhengHei"/>
              </a:rPr>
              <a:t>这是指河魨的攻击行为；</a:t>
            </a:r>
          </a:p>
          <a:p>
            <a:pPr marL="0">
              <a:lnSpc>
                <a:spcPct val="90000"/>
              </a:lnSpc>
            </a:pPr>
            <a:r>
              <a:rPr lang="en-US" altLang="zh-CN" sz="2800" b="1" dirty="0">
                <a:latin typeface="黑体" panose="02010609060101010101" pitchFamily="49" charset="-122"/>
                <a:cs typeface="Microsoft JhengHei"/>
              </a:rPr>
              <a:t>D.</a:t>
            </a:r>
            <a:r>
              <a:rPr lang="zh-CN" altLang="en-US" sz="2800" b="1" dirty="0">
                <a:latin typeface="黑体" panose="02010609060101010101" pitchFamily="49" charset="-122"/>
                <a:cs typeface="Microsoft JhengHei"/>
              </a:rPr>
              <a:t>这是发生在春天的行为。 </a:t>
            </a:r>
          </a:p>
          <a:p>
            <a:pPr marL="0">
              <a:lnSpc>
                <a:spcPct val="90000"/>
              </a:lnSpc>
            </a:pPr>
            <a:endParaRPr lang="zh-CN" altLang="en-US" sz="2800" b="1" dirty="0">
              <a:latin typeface="黑体" panose="02010609060101010101" pitchFamily="49" charset="-122"/>
              <a:cs typeface="Microsoft JhengHei"/>
            </a:endParaRPr>
          </a:p>
          <a:p>
            <a:pPr marL="0">
              <a:lnSpc>
                <a:spcPct val="90000"/>
              </a:lnSpc>
            </a:pPr>
            <a:endParaRPr lang="zh-CN" altLang="en-US" sz="2800" b="1" dirty="0">
              <a:latin typeface="黑体" panose="02010609060101010101" pitchFamily="49" charset="-122"/>
              <a:cs typeface="Microsoft JhengHei"/>
            </a:endParaRPr>
          </a:p>
        </p:txBody>
      </p:sp>
      <p:sp>
        <p:nvSpPr>
          <p:cNvPr id="2" name="文本框 1">
            <a:extLst>
              <a:ext uri="{FF2B5EF4-FFF2-40B4-BE49-F238E27FC236}">
                <a16:creationId xmlns:a16="http://schemas.microsoft.com/office/drawing/2014/main" id="{E2E596BD-552B-63A4-E09D-E246C57DA8FA}"/>
              </a:ext>
            </a:extLst>
          </p:cNvPr>
          <p:cNvSpPr txBox="1"/>
          <p:nvPr/>
        </p:nvSpPr>
        <p:spPr>
          <a:xfrm>
            <a:off x="10019057" y="1125538"/>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AD</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3">
            <a:extLst>
              <a:ext uri="{FF2B5EF4-FFF2-40B4-BE49-F238E27FC236}">
                <a16:creationId xmlns:a16="http://schemas.microsoft.com/office/drawing/2014/main" id="{70584B22-F903-305A-3CDC-1A35F3504242}"/>
              </a:ext>
            </a:extLst>
          </p:cNvPr>
          <p:cNvSpPr>
            <a:spLocks noGrp="1"/>
          </p:cNvSpPr>
          <p:nvPr>
            <p:ph type="body" idx="1"/>
          </p:nvPr>
        </p:nvSpPr>
        <p:spPr>
          <a:xfrm>
            <a:off x="1981201" y="981075"/>
            <a:ext cx="8507413" cy="3705630"/>
          </a:xfrm>
        </p:spPr>
        <p:txBody>
          <a:bodyPr wrap="square" lIns="0" tIns="0" rIns="0" bIns="0">
            <a:spAutoFit/>
          </a:bodyPr>
          <a:lstStyle/>
          <a:p>
            <a:pPr marL="0">
              <a:lnSpc>
                <a:spcPct val="90000"/>
              </a:lnSpc>
            </a:pPr>
            <a:r>
              <a:rPr lang="zh-CN" altLang="en-US" sz="2800" b="1" dirty="0">
                <a:latin typeface="黑体" panose="02010609060101010101" pitchFamily="49" charset="-122"/>
                <a:cs typeface="Microsoft JhengHei"/>
              </a:rPr>
              <a:t>下列有关休眠和滞育的问题，正确的选项是：</a:t>
            </a:r>
          </a:p>
          <a:p>
            <a:pPr marL="0">
              <a:lnSpc>
                <a:spcPct val="90000"/>
              </a:lnSpc>
            </a:pPr>
            <a:r>
              <a:rPr lang="en-US" altLang="zh-CN" sz="2800" b="1" dirty="0">
                <a:latin typeface="黑体" panose="02010609060101010101" pitchFamily="49" charset="-122"/>
                <a:cs typeface="Microsoft JhengHei"/>
              </a:rPr>
              <a:t>A.</a:t>
            </a:r>
            <a:r>
              <a:rPr lang="zh-CN" altLang="en-US" sz="2800" b="1" dirty="0">
                <a:latin typeface="黑体" panose="02010609060101010101" pitchFamily="49" charset="-122"/>
                <a:cs typeface="Microsoft JhengHei"/>
              </a:rPr>
              <a:t>休眠直接由低温、干旱等不利环境条件引起，</a:t>
            </a:r>
          </a:p>
          <a:p>
            <a:pPr marL="0">
              <a:lnSpc>
                <a:spcPct val="90000"/>
              </a:lnSpc>
            </a:pPr>
            <a:r>
              <a:rPr lang="zh-CN" altLang="en-US" sz="2800" b="1" dirty="0">
                <a:latin typeface="黑体" panose="02010609060101010101" pitchFamily="49" charset="-122"/>
                <a:cs typeface="Microsoft JhengHei"/>
              </a:rPr>
              <a:t>　环境恢复正常即可开始活动 ；</a:t>
            </a:r>
            <a:r>
              <a:rPr lang="en-US" altLang="zh-CN" sz="2800" b="1" dirty="0">
                <a:latin typeface="黑体" panose="02010609060101010101" pitchFamily="49" charset="-122"/>
                <a:cs typeface="Microsoft JhengHei"/>
              </a:rPr>
              <a:t> </a:t>
            </a:r>
          </a:p>
          <a:p>
            <a:pPr marL="0">
              <a:lnSpc>
                <a:spcPct val="90000"/>
              </a:lnSpc>
            </a:pPr>
            <a:r>
              <a:rPr lang="en-US" altLang="zh-CN" sz="2800" b="1" dirty="0">
                <a:latin typeface="黑体" panose="02010609060101010101" pitchFamily="49" charset="-122"/>
                <a:cs typeface="Microsoft JhengHei"/>
              </a:rPr>
              <a:t>B.</a:t>
            </a:r>
            <a:r>
              <a:rPr lang="zh-CN" altLang="en-US" sz="2800" b="1" dirty="0">
                <a:latin typeface="黑体" panose="02010609060101010101" pitchFamily="49" charset="-122"/>
                <a:cs typeface="Microsoft JhengHei"/>
              </a:rPr>
              <a:t>滞育是由某些季节性信号引起的，主要因素是光　</a:t>
            </a:r>
          </a:p>
          <a:p>
            <a:pPr marL="0">
              <a:lnSpc>
                <a:spcPct val="90000"/>
              </a:lnSpc>
            </a:pPr>
            <a:r>
              <a:rPr lang="zh-CN" altLang="en-US" sz="2800" b="1" dirty="0">
                <a:latin typeface="黑体" panose="02010609060101010101" pitchFamily="49" charset="-122"/>
                <a:cs typeface="Microsoft JhengHei"/>
              </a:rPr>
              <a:t>　周期变化的诱导而引起的； </a:t>
            </a:r>
            <a:endParaRPr lang="en-US" altLang="zh-CN" sz="2800" b="1" dirty="0">
              <a:latin typeface="黑体" panose="02010609060101010101" pitchFamily="49" charset="-122"/>
              <a:cs typeface="Microsoft JhengHei"/>
            </a:endParaRPr>
          </a:p>
          <a:p>
            <a:pPr marL="0">
              <a:lnSpc>
                <a:spcPct val="90000"/>
              </a:lnSpc>
            </a:pPr>
            <a:r>
              <a:rPr lang="en-US" altLang="zh-CN" sz="2800" b="1" dirty="0">
                <a:latin typeface="黑体" panose="02010609060101010101" pitchFamily="49" charset="-122"/>
                <a:cs typeface="Microsoft JhengHei"/>
              </a:rPr>
              <a:t>C.</a:t>
            </a:r>
            <a:r>
              <a:rPr lang="zh-CN" altLang="en-US" sz="2800" b="1" dirty="0">
                <a:latin typeface="黑体" panose="02010609060101010101" pitchFamily="49" charset="-122"/>
                <a:cs typeface="Microsoft JhengHei"/>
              </a:rPr>
              <a:t>滞育是不可遗传的；</a:t>
            </a:r>
          </a:p>
          <a:p>
            <a:pPr marL="0">
              <a:lnSpc>
                <a:spcPct val="90000"/>
              </a:lnSpc>
            </a:pPr>
            <a:r>
              <a:rPr lang="en-US" altLang="zh-CN" sz="2800" b="1" dirty="0">
                <a:latin typeface="黑体" panose="02010609060101010101" pitchFamily="49" charset="-122"/>
                <a:cs typeface="Microsoft JhengHei"/>
              </a:rPr>
              <a:t>D.</a:t>
            </a:r>
            <a:r>
              <a:rPr lang="zh-CN" altLang="en-US" sz="2800" b="1" dirty="0">
                <a:latin typeface="黑体" panose="02010609060101010101" pitchFamily="49" charset="-122"/>
                <a:cs typeface="Microsoft JhengHei"/>
              </a:rPr>
              <a:t>动物一旦进入滞育必需经过一定的物理或化学的</a:t>
            </a:r>
          </a:p>
          <a:p>
            <a:pPr marL="0">
              <a:lnSpc>
                <a:spcPct val="90000"/>
              </a:lnSpc>
            </a:pPr>
            <a:r>
              <a:rPr lang="zh-CN" altLang="en-US" sz="2800" b="1" dirty="0">
                <a:latin typeface="黑体" panose="02010609060101010101" pitchFamily="49" charset="-122"/>
                <a:cs typeface="Microsoft JhengHei"/>
              </a:rPr>
              <a:t>　刺激，否则恢复到适宜环境也不进行生长发育。 </a:t>
            </a:r>
            <a:endParaRPr lang="en-US" altLang="zh-CN" sz="2800" b="1" dirty="0">
              <a:latin typeface="黑体" panose="02010609060101010101" pitchFamily="49" charset="-122"/>
              <a:cs typeface="Microsoft JhengHei"/>
            </a:endParaRPr>
          </a:p>
        </p:txBody>
      </p:sp>
      <p:sp>
        <p:nvSpPr>
          <p:cNvPr id="2" name="文本框 1">
            <a:extLst>
              <a:ext uri="{FF2B5EF4-FFF2-40B4-BE49-F238E27FC236}">
                <a16:creationId xmlns:a16="http://schemas.microsoft.com/office/drawing/2014/main" id="{48169310-7151-71EF-8BF9-B947745C6D10}"/>
              </a:ext>
            </a:extLst>
          </p:cNvPr>
          <p:cNvSpPr txBox="1"/>
          <p:nvPr/>
        </p:nvSpPr>
        <p:spPr>
          <a:xfrm>
            <a:off x="9549500" y="981075"/>
            <a:ext cx="939114"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ea typeface="宋体" panose="02010600030101010101" pitchFamily="2" charset="-122"/>
              </a:rPr>
              <a:t>ABD</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30.3|21.5|48.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36</TotalTime>
  <Words>2693</Words>
  <Application>Microsoft Macintosh PowerPoint</Application>
  <PresentationFormat>宽屏</PresentationFormat>
  <Paragraphs>175</Paragraphs>
  <Slides>37</Slides>
  <Notes>0</Notes>
  <HiddenSlides>0</HiddenSlides>
  <MMClips>0</MMClips>
  <ScaleCrop>false</ScaleCrop>
  <HeadingPairs>
    <vt:vector size="8" baseType="variant">
      <vt:variant>
        <vt:lpstr>已用的字体</vt:lpstr>
      </vt:variant>
      <vt:variant>
        <vt:i4>6</vt:i4>
      </vt:variant>
      <vt:variant>
        <vt:lpstr>主题</vt:lpstr>
      </vt:variant>
      <vt:variant>
        <vt:i4>2</vt:i4>
      </vt:variant>
      <vt:variant>
        <vt:lpstr>嵌入 OLE 服务器</vt:lpstr>
      </vt:variant>
      <vt:variant>
        <vt:i4>1</vt:i4>
      </vt:variant>
      <vt:variant>
        <vt:lpstr>幻灯片标题</vt:lpstr>
      </vt:variant>
      <vt:variant>
        <vt:i4>37</vt:i4>
      </vt:variant>
    </vt:vector>
  </HeadingPairs>
  <TitlesOfParts>
    <vt:vector size="46" baseType="lpstr">
      <vt:lpstr>等线</vt:lpstr>
      <vt:lpstr>等线 Light</vt:lpstr>
      <vt:lpstr>黑体</vt:lpstr>
      <vt:lpstr>宋体</vt:lpstr>
      <vt:lpstr>Arial</vt:lpstr>
      <vt:lpstr>Times New Roman</vt:lpstr>
      <vt:lpstr>Office 主题​​</vt:lpstr>
      <vt:lpstr>默认设计模板</vt:lpstr>
      <vt:lpstr>Image</vt:lpstr>
      <vt:lpstr>PowerPoint 演示文稿</vt:lpstr>
      <vt:lpstr> 一. 光的性质及其在地球上的分布   光通过大气层时，一部分被反射到宇宙空间中，一部分被大气吸收，其余部分以光的形式投射到地球表面上。而地球截取的太阳能约为太阳输出总能量的20亿分之一， 地球上绿色植物光合作用所固定的太阳能，只占从太阳接受的总能量的千分之一。</vt:lpstr>
      <vt:lpstr>PowerPoint 演示文稿</vt:lpstr>
      <vt:lpstr>PowerPoint 演示文稿</vt:lpstr>
      <vt:lpstr>PowerPoint 演示文稿</vt:lpstr>
      <vt:lpstr>PowerPoint 演示文稿</vt:lpstr>
      <vt:lpstr>PowerPoint 演示文稿</vt:lpstr>
      <vt:lpstr>PowerPoint 演示文稿</vt:lpstr>
      <vt:lpstr>3 光质影响光合作用的产物。 红光对糖的合成有利，蓝紫光有利于蛋白质的合成 </vt:lpstr>
      <vt:lpstr> 高山上无高大树木，植物具特殊的莲座状叶丛；高山植物茎叶含花青素，茎干粗短，叶小。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邦 肖</dc:creator>
  <cp:lastModifiedBy>邦 肖</cp:lastModifiedBy>
  <cp:revision>1</cp:revision>
  <dcterms:created xsi:type="dcterms:W3CDTF">2025-09-12T23:41:28Z</dcterms:created>
  <dcterms:modified xsi:type="dcterms:W3CDTF">2025-09-18T07:34:52Z</dcterms:modified>
</cp:coreProperties>
</file>
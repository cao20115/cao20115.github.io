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  <p:sldId id="272" r:id="rId17"/>
    <p:sldId id="273" r:id="rId18"/>
    <p:sldId id="297" r:id="rId19"/>
    <p:sldId id="274" r:id="rId20"/>
    <p:sldId id="819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338" r:id="rId37"/>
    <p:sldId id="786" r:id="rId38"/>
    <p:sldId id="1068" r:id="rId39"/>
    <p:sldId id="606" r:id="rId40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D434E42-F26C-9846-B5B5-A9D25DD728EB}" v="11" dt="2025-09-26T23:57:20.957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314"/>
    <p:restoredTop sz="94685"/>
  </p:normalViewPr>
  <p:slideViewPr>
    <p:cSldViewPr>
      <p:cViewPr varScale="1">
        <p:scale>
          <a:sx n="86" d="100"/>
          <a:sy n="86" d="100"/>
        </p:scale>
        <p:origin x="216" y="261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microsoft.com/office/2015/10/relationships/revisionInfo" Target="revisionInfo.xml"/><Relationship Id="rId20" Type="http://schemas.openxmlformats.org/officeDocument/2006/relationships/slide" Target="slides/slide19.xml"/><Relationship Id="rId41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邦 肖" userId="38982054f6b45302" providerId="LiveId" clId="{95A0DA5A-AD6B-579F-A03E-EEED9F52BEEA}"/>
    <pc:docChg chg="undo custSel modSld modMainMaster">
      <pc:chgData name="邦 肖" userId="38982054f6b45302" providerId="LiveId" clId="{95A0DA5A-AD6B-579F-A03E-EEED9F52BEEA}" dt="2025-09-27T00:18:35.725" v="109" actId="20577"/>
      <pc:docMkLst>
        <pc:docMk/>
      </pc:docMkLst>
      <pc:sldChg chg="delSp modSp mod">
        <pc:chgData name="邦 肖" userId="38982054f6b45302" providerId="LiveId" clId="{95A0DA5A-AD6B-579F-A03E-EEED9F52BEEA}" dt="2025-09-27T00:18:35.725" v="109" actId="20577"/>
        <pc:sldMkLst>
          <pc:docMk/>
          <pc:sldMk cId="0" sldId="256"/>
        </pc:sldMkLst>
        <pc:spChg chg="del mod">
          <ac:chgData name="邦 肖" userId="38982054f6b45302" providerId="LiveId" clId="{95A0DA5A-AD6B-579F-A03E-EEED9F52BEEA}" dt="2025-09-26T23:52:28.319" v="27" actId="478"/>
          <ac:spMkLst>
            <pc:docMk/>
            <pc:sldMk cId="0" sldId="256"/>
            <ac:spMk id="2" creationId="{00000000-0000-0000-0000-000000000000}"/>
          </ac:spMkLst>
        </pc:spChg>
        <pc:spChg chg="mod">
          <ac:chgData name="邦 肖" userId="38982054f6b45302" providerId="LiveId" clId="{95A0DA5A-AD6B-579F-A03E-EEED9F52BEEA}" dt="2025-09-26T23:52:33.228" v="28" actId="207"/>
          <ac:spMkLst>
            <pc:docMk/>
            <pc:sldMk cId="0" sldId="256"/>
            <ac:spMk id="3" creationId="{00000000-0000-0000-0000-000000000000}"/>
          </ac:spMkLst>
        </pc:spChg>
        <pc:spChg chg="mod">
          <ac:chgData name="邦 肖" userId="38982054f6b45302" providerId="LiveId" clId="{95A0DA5A-AD6B-579F-A03E-EEED9F52BEEA}" dt="2025-09-27T00:18:35.725" v="109" actId="20577"/>
          <ac:spMkLst>
            <pc:docMk/>
            <pc:sldMk cId="0" sldId="256"/>
            <ac:spMk id="4" creationId="{00000000-0000-0000-0000-000000000000}"/>
          </ac:spMkLst>
        </pc:spChg>
      </pc:sldChg>
      <pc:sldChg chg="addSp delSp modSp mod setBg">
        <pc:chgData name="邦 肖" userId="38982054f6b45302" providerId="LiveId" clId="{95A0DA5A-AD6B-579F-A03E-EEED9F52BEEA}" dt="2025-09-26T23:54:16.895" v="43" actId="207"/>
        <pc:sldMkLst>
          <pc:docMk/>
          <pc:sldMk cId="0" sldId="258"/>
        </pc:sldMkLst>
        <pc:spChg chg="mod">
          <ac:chgData name="邦 肖" userId="38982054f6b45302" providerId="LiveId" clId="{95A0DA5A-AD6B-579F-A03E-EEED9F52BEEA}" dt="2025-09-26T23:54:16.895" v="43" actId="207"/>
          <ac:spMkLst>
            <pc:docMk/>
            <pc:sldMk cId="0" sldId="258"/>
            <ac:spMk id="2" creationId="{00000000-0000-0000-0000-000000000000}"/>
          </ac:spMkLst>
        </pc:spChg>
        <pc:spChg chg="mod">
          <ac:chgData name="邦 肖" userId="38982054f6b45302" providerId="LiveId" clId="{95A0DA5A-AD6B-579F-A03E-EEED9F52BEEA}" dt="2025-09-26T23:54:16.895" v="43" actId="207"/>
          <ac:spMkLst>
            <pc:docMk/>
            <pc:sldMk cId="0" sldId="258"/>
            <ac:spMk id="3" creationId="{00000000-0000-0000-0000-000000000000}"/>
          </ac:spMkLst>
        </pc:spChg>
        <pc:spChg chg="mod">
          <ac:chgData name="邦 肖" userId="38982054f6b45302" providerId="LiveId" clId="{95A0DA5A-AD6B-579F-A03E-EEED9F52BEEA}" dt="2025-09-26T23:54:16.895" v="43" actId="207"/>
          <ac:spMkLst>
            <pc:docMk/>
            <pc:sldMk cId="0" sldId="258"/>
            <ac:spMk id="5" creationId="{00000000-0000-0000-0000-000000000000}"/>
          </ac:spMkLst>
        </pc:spChg>
        <pc:spChg chg="add del mod">
          <ac:chgData name="邦 肖" userId="38982054f6b45302" providerId="LiveId" clId="{95A0DA5A-AD6B-579F-A03E-EEED9F52BEEA}" dt="2025-09-26T23:52:57.037" v="34"/>
          <ac:spMkLst>
            <pc:docMk/>
            <pc:sldMk cId="0" sldId="258"/>
            <ac:spMk id="6" creationId="{6D5708CB-679C-6EDD-983C-BB97C693DDB2}"/>
          </ac:spMkLst>
        </pc:spChg>
        <pc:spChg chg="add del mod">
          <ac:chgData name="邦 肖" userId="38982054f6b45302" providerId="LiveId" clId="{95A0DA5A-AD6B-579F-A03E-EEED9F52BEEA}" dt="2025-09-26T23:54:02.089" v="41" actId="478"/>
          <ac:spMkLst>
            <pc:docMk/>
            <pc:sldMk cId="0" sldId="258"/>
            <ac:spMk id="7" creationId="{D8914087-3D15-F22A-E782-6471CC592CFF}"/>
          </ac:spMkLst>
        </pc:spChg>
        <pc:picChg chg="mod">
          <ac:chgData name="邦 肖" userId="38982054f6b45302" providerId="LiveId" clId="{95A0DA5A-AD6B-579F-A03E-EEED9F52BEEA}" dt="2025-09-26T23:54:15.562" v="42" actId="1076"/>
          <ac:picMkLst>
            <pc:docMk/>
            <pc:sldMk cId="0" sldId="258"/>
            <ac:picMk id="4" creationId="{00000000-0000-0000-0000-000000000000}"/>
          </ac:picMkLst>
        </pc:picChg>
      </pc:sldChg>
      <pc:sldChg chg="delSp mod">
        <pc:chgData name="邦 肖" userId="38982054f6b45302" providerId="LiveId" clId="{95A0DA5A-AD6B-579F-A03E-EEED9F52BEEA}" dt="2025-09-26T23:54:25.624" v="44" actId="478"/>
        <pc:sldMkLst>
          <pc:docMk/>
          <pc:sldMk cId="0" sldId="261"/>
        </pc:sldMkLst>
        <pc:spChg chg="del">
          <ac:chgData name="邦 肖" userId="38982054f6b45302" providerId="LiveId" clId="{95A0DA5A-AD6B-579F-A03E-EEED9F52BEEA}" dt="2025-09-26T23:54:25.624" v="44" actId="478"/>
          <ac:spMkLst>
            <pc:docMk/>
            <pc:sldMk cId="0" sldId="261"/>
            <ac:spMk id="2" creationId="{00000000-0000-0000-0000-000000000000}"/>
          </ac:spMkLst>
        </pc:spChg>
      </pc:sldChg>
      <pc:sldChg chg="delSp mod">
        <pc:chgData name="邦 肖" userId="38982054f6b45302" providerId="LiveId" clId="{95A0DA5A-AD6B-579F-A03E-EEED9F52BEEA}" dt="2025-09-26T23:54:28.545" v="45" actId="478"/>
        <pc:sldMkLst>
          <pc:docMk/>
          <pc:sldMk cId="0" sldId="263"/>
        </pc:sldMkLst>
        <pc:spChg chg="del">
          <ac:chgData name="邦 肖" userId="38982054f6b45302" providerId="LiveId" clId="{95A0DA5A-AD6B-579F-A03E-EEED9F52BEEA}" dt="2025-09-26T23:54:28.545" v="45" actId="478"/>
          <ac:spMkLst>
            <pc:docMk/>
            <pc:sldMk cId="0" sldId="263"/>
            <ac:spMk id="2" creationId="{00000000-0000-0000-0000-000000000000}"/>
          </ac:spMkLst>
        </pc:spChg>
      </pc:sldChg>
      <pc:sldChg chg="delSp modSp mod">
        <pc:chgData name="邦 肖" userId="38982054f6b45302" providerId="LiveId" clId="{95A0DA5A-AD6B-579F-A03E-EEED9F52BEEA}" dt="2025-09-26T23:54:41.762" v="49" actId="207"/>
        <pc:sldMkLst>
          <pc:docMk/>
          <pc:sldMk cId="0" sldId="264"/>
        </pc:sldMkLst>
        <pc:spChg chg="del">
          <ac:chgData name="邦 肖" userId="38982054f6b45302" providerId="LiveId" clId="{95A0DA5A-AD6B-579F-A03E-EEED9F52BEEA}" dt="2025-09-26T23:54:30.334" v="46" actId="478"/>
          <ac:spMkLst>
            <pc:docMk/>
            <pc:sldMk cId="0" sldId="264"/>
            <ac:spMk id="2" creationId="{00000000-0000-0000-0000-000000000000}"/>
          </ac:spMkLst>
        </pc:spChg>
        <pc:spChg chg="mod">
          <ac:chgData name="邦 肖" userId="38982054f6b45302" providerId="LiveId" clId="{95A0DA5A-AD6B-579F-A03E-EEED9F52BEEA}" dt="2025-09-26T23:54:41.762" v="49" actId="207"/>
          <ac:spMkLst>
            <pc:docMk/>
            <pc:sldMk cId="0" sldId="264"/>
            <ac:spMk id="3" creationId="{00000000-0000-0000-0000-000000000000}"/>
          </ac:spMkLst>
        </pc:spChg>
        <pc:spChg chg="mod">
          <ac:chgData name="邦 肖" userId="38982054f6b45302" providerId="LiveId" clId="{95A0DA5A-AD6B-579F-A03E-EEED9F52BEEA}" dt="2025-09-26T23:54:41.762" v="49" actId="207"/>
          <ac:spMkLst>
            <pc:docMk/>
            <pc:sldMk cId="0" sldId="264"/>
            <ac:spMk id="4" creationId="{00000000-0000-0000-0000-000000000000}"/>
          </ac:spMkLst>
        </pc:spChg>
      </pc:sldChg>
      <pc:sldChg chg="delSp modSp mod">
        <pc:chgData name="邦 肖" userId="38982054f6b45302" providerId="LiveId" clId="{95A0DA5A-AD6B-579F-A03E-EEED9F52BEEA}" dt="2025-09-26T23:55:25.391" v="55" actId="207"/>
        <pc:sldMkLst>
          <pc:docMk/>
          <pc:sldMk cId="0" sldId="265"/>
        </pc:sldMkLst>
        <pc:spChg chg="del">
          <ac:chgData name="邦 肖" userId="38982054f6b45302" providerId="LiveId" clId="{95A0DA5A-AD6B-579F-A03E-EEED9F52BEEA}" dt="2025-09-26T23:54:44.810" v="50" actId="478"/>
          <ac:spMkLst>
            <pc:docMk/>
            <pc:sldMk cId="0" sldId="265"/>
            <ac:spMk id="2" creationId="{00000000-0000-0000-0000-000000000000}"/>
          </ac:spMkLst>
        </pc:spChg>
        <pc:spChg chg="mod">
          <ac:chgData name="邦 肖" userId="38982054f6b45302" providerId="LiveId" clId="{95A0DA5A-AD6B-579F-A03E-EEED9F52BEEA}" dt="2025-09-26T23:55:17.100" v="54" actId="207"/>
          <ac:spMkLst>
            <pc:docMk/>
            <pc:sldMk cId="0" sldId="265"/>
            <ac:spMk id="4" creationId="{00000000-0000-0000-0000-000000000000}"/>
          </ac:spMkLst>
        </pc:spChg>
        <pc:spChg chg="mod">
          <ac:chgData name="邦 肖" userId="38982054f6b45302" providerId="LiveId" clId="{95A0DA5A-AD6B-579F-A03E-EEED9F52BEEA}" dt="2025-09-26T23:55:25.391" v="55" actId="207"/>
          <ac:spMkLst>
            <pc:docMk/>
            <pc:sldMk cId="0" sldId="265"/>
            <ac:spMk id="6" creationId="{00000000-0000-0000-0000-000000000000}"/>
          </ac:spMkLst>
        </pc:spChg>
      </pc:sldChg>
      <pc:sldChg chg="delSp modSp mod">
        <pc:chgData name="邦 肖" userId="38982054f6b45302" providerId="LiveId" clId="{95A0DA5A-AD6B-579F-A03E-EEED9F52BEEA}" dt="2025-09-26T23:55:52.473" v="62" actId="478"/>
        <pc:sldMkLst>
          <pc:docMk/>
          <pc:sldMk cId="0" sldId="266"/>
        </pc:sldMkLst>
        <pc:spChg chg="del">
          <ac:chgData name="邦 肖" userId="38982054f6b45302" providerId="LiveId" clId="{95A0DA5A-AD6B-579F-A03E-EEED9F52BEEA}" dt="2025-09-26T23:55:52.473" v="62" actId="478"/>
          <ac:spMkLst>
            <pc:docMk/>
            <pc:sldMk cId="0" sldId="266"/>
            <ac:spMk id="2" creationId="{00000000-0000-0000-0000-000000000000}"/>
          </ac:spMkLst>
        </pc:spChg>
        <pc:spChg chg="mod">
          <ac:chgData name="邦 肖" userId="38982054f6b45302" providerId="LiveId" clId="{95A0DA5A-AD6B-579F-A03E-EEED9F52BEEA}" dt="2025-09-26T23:55:50.614" v="61" actId="207"/>
          <ac:spMkLst>
            <pc:docMk/>
            <pc:sldMk cId="0" sldId="266"/>
            <ac:spMk id="3" creationId="{00000000-0000-0000-0000-000000000000}"/>
          </ac:spMkLst>
        </pc:spChg>
      </pc:sldChg>
      <pc:sldChg chg="delSp mod">
        <pc:chgData name="邦 肖" userId="38982054f6b45302" providerId="LiveId" clId="{95A0DA5A-AD6B-579F-A03E-EEED9F52BEEA}" dt="2025-09-26T23:55:56.792" v="63" actId="478"/>
        <pc:sldMkLst>
          <pc:docMk/>
          <pc:sldMk cId="0" sldId="267"/>
        </pc:sldMkLst>
        <pc:spChg chg="del">
          <ac:chgData name="邦 肖" userId="38982054f6b45302" providerId="LiveId" clId="{95A0DA5A-AD6B-579F-A03E-EEED9F52BEEA}" dt="2025-09-26T23:55:56.792" v="63" actId="478"/>
          <ac:spMkLst>
            <pc:docMk/>
            <pc:sldMk cId="0" sldId="267"/>
            <ac:spMk id="2" creationId="{00000000-0000-0000-0000-000000000000}"/>
          </ac:spMkLst>
        </pc:spChg>
      </pc:sldChg>
      <pc:sldChg chg="delSp mod">
        <pc:chgData name="邦 肖" userId="38982054f6b45302" providerId="LiveId" clId="{95A0DA5A-AD6B-579F-A03E-EEED9F52BEEA}" dt="2025-09-26T23:55:58.547" v="64" actId="478"/>
        <pc:sldMkLst>
          <pc:docMk/>
          <pc:sldMk cId="0" sldId="268"/>
        </pc:sldMkLst>
        <pc:spChg chg="del">
          <ac:chgData name="邦 肖" userId="38982054f6b45302" providerId="LiveId" clId="{95A0DA5A-AD6B-579F-A03E-EEED9F52BEEA}" dt="2025-09-26T23:55:58.547" v="64" actId="478"/>
          <ac:spMkLst>
            <pc:docMk/>
            <pc:sldMk cId="0" sldId="268"/>
            <ac:spMk id="2" creationId="{00000000-0000-0000-0000-000000000000}"/>
          </ac:spMkLst>
        </pc:spChg>
      </pc:sldChg>
      <pc:sldChg chg="delSp mod">
        <pc:chgData name="邦 肖" userId="38982054f6b45302" providerId="LiveId" clId="{95A0DA5A-AD6B-579F-A03E-EEED9F52BEEA}" dt="2025-09-26T23:56:02.342" v="65" actId="478"/>
        <pc:sldMkLst>
          <pc:docMk/>
          <pc:sldMk cId="0" sldId="269"/>
        </pc:sldMkLst>
        <pc:spChg chg="del">
          <ac:chgData name="邦 肖" userId="38982054f6b45302" providerId="LiveId" clId="{95A0DA5A-AD6B-579F-A03E-EEED9F52BEEA}" dt="2025-09-26T23:56:02.342" v="65" actId="478"/>
          <ac:spMkLst>
            <pc:docMk/>
            <pc:sldMk cId="0" sldId="269"/>
            <ac:spMk id="2" creationId="{00000000-0000-0000-0000-000000000000}"/>
          </ac:spMkLst>
        </pc:spChg>
      </pc:sldChg>
      <pc:sldChg chg="delSp mod">
        <pc:chgData name="邦 肖" userId="38982054f6b45302" providerId="LiveId" clId="{95A0DA5A-AD6B-579F-A03E-EEED9F52BEEA}" dt="2025-09-26T23:56:04.423" v="66" actId="478"/>
        <pc:sldMkLst>
          <pc:docMk/>
          <pc:sldMk cId="0" sldId="271"/>
        </pc:sldMkLst>
        <pc:spChg chg="del">
          <ac:chgData name="邦 肖" userId="38982054f6b45302" providerId="LiveId" clId="{95A0DA5A-AD6B-579F-A03E-EEED9F52BEEA}" dt="2025-09-26T23:56:04.423" v="66" actId="478"/>
          <ac:spMkLst>
            <pc:docMk/>
            <pc:sldMk cId="0" sldId="271"/>
            <ac:spMk id="2" creationId="{00000000-0000-0000-0000-000000000000}"/>
          </ac:spMkLst>
        </pc:spChg>
      </pc:sldChg>
      <pc:sldChg chg="delSp mod">
        <pc:chgData name="邦 肖" userId="38982054f6b45302" providerId="LiveId" clId="{95A0DA5A-AD6B-579F-A03E-EEED9F52BEEA}" dt="2025-09-26T23:56:05.907" v="67" actId="478"/>
        <pc:sldMkLst>
          <pc:docMk/>
          <pc:sldMk cId="0" sldId="272"/>
        </pc:sldMkLst>
        <pc:spChg chg="del">
          <ac:chgData name="邦 肖" userId="38982054f6b45302" providerId="LiveId" clId="{95A0DA5A-AD6B-579F-A03E-EEED9F52BEEA}" dt="2025-09-26T23:56:05.907" v="67" actId="478"/>
          <ac:spMkLst>
            <pc:docMk/>
            <pc:sldMk cId="0" sldId="272"/>
            <ac:spMk id="2" creationId="{00000000-0000-0000-0000-000000000000}"/>
          </ac:spMkLst>
        </pc:spChg>
      </pc:sldChg>
      <pc:sldChg chg="delSp mod">
        <pc:chgData name="邦 肖" userId="38982054f6b45302" providerId="LiveId" clId="{95A0DA5A-AD6B-579F-A03E-EEED9F52BEEA}" dt="2025-09-26T23:56:08.024" v="68" actId="478"/>
        <pc:sldMkLst>
          <pc:docMk/>
          <pc:sldMk cId="0" sldId="273"/>
        </pc:sldMkLst>
        <pc:spChg chg="del">
          <ac:chgData name="邦 肖" userId="38982054f6b45302" providerId="LiveId" clId="{95A0DA5A-AD6B-579F-A03E-EEED9F52BEEA}" dt="2025-09-26T23:56:08.024" v="68" actId="478"/>
          <ac:spMkLst>
            <pc:docMk/>
            <pc:sldMk cId="0" sldId="273"/>
            <ac:spMk id="2" creationId="{00000000-0000-0000-0000-000000000000}"/>
          </ac:spMkLst>
        </pc:spChg>
      </pc:sldChg>
      <pc:sldChg chg="delSp mod">
        <pc:chgData name="邦 肖" userId="38982054f6b45302" providerId="LiveId" clId="{95A0DA5A-AD6B-579F-A03E-EEED9F52BEEA}" dt="2025-09-26T23:56:15.331" v="69" actId="478"/>
        <pc:sldMkLst>
          <pc:docMk/>
          <pc:sldMk cId="0" sldId="274"/>
        </pc:sldMkLst>
        <pc:spChg chg="del">
          <ac:chgData name="邦 肖" userId="38982054f6b45302" providerId="LiveId" clId="{95A0DA5A-AD6B-579F-A03E-EEED9F52BEEA}" dt="2025-09-26T23:56:15.331" v="69" actId="478"/>
          <ac:spMkLst>
            <pc:docMk/>
            <pc:sldMk cId="0" sldId="274"/>
            <ac:spMk id="2" creationId="{00000000-0000-0000-0000-000000000000}"/>
          </ac:spMkLst>
        </pc:spChg>
      </pc:sldChg>
      <pc:sldChg chg="delSp mod">
        <pc:chgData name="邦 肖" userId="38982054f6b45302" providerId="LiveId" clId="{95A0DA5A-AD6B-579F-A03E-EEED9F52BEEA}" dt="2025-09-26T23:56:41.147" v="76" actId="478"/>
        <pc:sldMkLst>
          <pc:docMk/>
          <pc:sldMk cId="0" sldId="277"/>
        </pc:sldMkLst>
        <pc:spChg chg="del">
          <ac:chgData name="邦 肖" userId="38982054f6b45302" providerId="LiveId" clId="{95A0DA5A-AD6B-579F-A03E-EEED9F52BEEA}" dt="2025-09-26T23:56:41.147" v="76" actId="478"/>
          <ac:spMkLst>
            <pc:docMk/>
            <pc:sldMk cId="0" sldId="277"/>
            <ac:spMk id="2" creationId="{00000000-0000-0000-0000-000000000000}"/>
          </ac:spMkLst>
        </pc:spChg>
      </pc:sldChg>
      <pc:sldChg chg="modSp mod">
        <pc:chgData name="邦 肖" userId="38982054f6b45302" providerId="LiveId" clId="{95A0DA5A-AD6B-579F-A03E-EEED9F52BEEA}" dt="2025-09-26T23:56:52.970" v="79" actId="1076"/>
        <pc:sldMkLst>
          <pc:docMk/>
          <pc:sldMk cId="0" sldId="278"/>
        </pc:sldMkLst>
        <pc:picChg chg="mod">
          <ac:chgData name="邦 肖" userId="38982054f6b45302" providerId="LiveId" clId="{95A0DA5A-AD6B-579F-A03E-EEED9F52BEEA}" dt="2025-09-26T23:56:52.970" v="79" actId="1076"/>
          <ac:picMkLst>
            <pc:docMk/>
            <pc:sldMk cId="0" sldId="278"/>
            <ac:picMk id="2" creationId="{00000000-0000-0000-0000-000000000000}"/>
          </ac:picMkLst>
        </pc:picChg>
      </pc:sldChg>
      <pc:sldChg chg="delSp mod">
        <pc:chgData name="邦 肖" userId="38982054f6b45302" providerId="LiveId" clId="{95A0DA5A-AD6B-579F-A03E-EEED9F52BEEA}" dt="2025-09-26T23:56:55.922" v="80" actId="478"/>
        <pc:sldMkLst>
          <pc:docMk/>
          <pc:sldMk cId="0" sldId="279"/>
        </pc:sldMkLst>
        <pc:spChg chg="del">
          <ac:chgData name="邦 肖" userId="38982054f6b45302" providerId="LiveId" clId="{95A0DA5A-AD6B-579F-A03E-EEED9F52BEEA}" dt="2025-09-26T23:56:55.922" v="80" actId="478"/>
          <ac:spMkLst>
            <pc:docMk/>
            <pc:sldMk cId="0" sldId="279"/>
            <ac:spMk id="2" creationId="{00000000-0000-0000-0000-000000000000}"/>
          </ac:spMkLst>
        </pc:spChg>
      </pc:sldChg>
      <pc:sldChg chg="modSp mod">
        <pc:chgData name="邦 肖" userId="38982054f6b45302" providerId="LiveId" clId="{95A0DA5A-AD6B-579F-A03E-EEED9F52BEEA}" dt="2025-09-26T23:57:06.761" v="83" actId="1036"/>
        <pc:sldMkLst>
          <pc:docMk/>
          <pc:sldMk cId="0" sldId="280"/>
        </pc:sldMkLst>
        <pc:graphicFrameChg chg="mod">
          <ac:chgData name="邦 肖" userId="38982054f6b45302" providerId="LiveId" clId="{95A0DA5A-AD6B-579F-A03E-EEED9F52BEEA}" dt="2025-09-26T23:57:06.761" v="83" actId="1036"/>
          <ac:graphicFrameMkLst>
            <pc:docMk/>
            <pc:sldMk cId="0" sldId="280"/>
            <ac:graphicFrameMk id="3" creationId="{00000000-0000-0000-0000-000000000000}"/>
          </ac:graphicFrameMkLst>
        </pc:graphicFrameChg>
      </pc:sldChg>
      <pc:sldChg chg="delSp modSp mod">
        <pc:chgData name="邦 肖" userId="38982054f6b45302" providerId="LiveId" clId="{95A0DA5A-AD6B-579F-A03E-EEED9F52BEEA}" dt="2025-09-26T23:57:24.253" v="89" actId="1037"/>
        <pc:sldMkLst>
          <pc:docMk/>
          <pc:sldMk cId="0" sldId="282"/>
        </pc:sldMkLst>
        <pc:spChg chg="del">
          <ac:chgData name="邦 肖" userId="38982054f6b45302" providerId="LiveId" clId="{95A0DA5A-AD6B-579F-A03E-EEED9F52BEEA}" dt="2025-09-26T23:57:11.601" v="84" actId="478"/>
          <ac:spMkLst>
            <pc:docMk/>
            <pc:sldMk cId="0" sldId="282"/>
            <ac:spMk id="2" creationId="{00000000-0000-0000-0000-000000000000}"/>
          </ac:spMkLst>
        </pc:spChg>
        <pc:spChg chg="mod">
          <ac:chgData name="邦 肖" userId="38982054f6b45302" providerId="LiveId" clId="{95A0DA5A-AD6B-579F-A03E-EEED9F52BEEA}" dt="2025-09-26T23:57:24.253" v="89" actId="1037"/>
          <ac:spMkLst>
            <pc:docMk/>
            <pc:sldMk cId="0" sldId="282"/>
            <ac:spMk id="3" creationId="{00000000-0000-0000-0000-000000000000}"/>
          </ac:spMkLst>
        </pc:spChg>
        <pc:spChg chg="mod">
          <ac:chgData name="邦 肖" userId="38982054f6b45302" providerId="LiveId" clId="{95A0DA5A-AD6B-579F-A03E-EEED9F52BEEA}" dt="2025-09-26T23:57:16.331" v="85" actId="207"/>
          <ac:spMkLst>
            <pc:docMk/>
            <pc:sldMk cId="0" sldId="282"/>
            <ac:spMk id="4" creationId="{00000000-0000-0000-0000-000000000000}"/>
          </ac:spMkLst>
        </pc:spChg>
        <pc:picChg chg="mod">
          <ac:chgData name="邦 肖" userId="38982054f6b45302" providerId="LiveId" clId="{95A0DA5A-AD6B-579F-A03E-EEED9F52BEEA}" dt="2025-09-26T23:57:20.957" v="86" actId="167"/>
          <ac:picMkLst>
            <pc:docMk/>
            <pc:sldMk cId="0" sldId="282"/>
            <ac:picMk id="5" creationId="{00000000-0000-0000-0000-000000000000}"/>
          </ac:picMkLst>
        </pc:picChg>
      </pc:sldChg>
      <pc:sldChg chg="delSp mod">
        <pc:chgData name="邦 肖" userId="38982054f6b45302" providerId="LiveId" clId="{95A0DA5A-AD6B-579F-A03E-EEED9F52BEEA}" dt="2025-09-26T23:57:31.151" v="90" actId="478"/>
        <pc:sldMkLst>
          <pc:docMk/>
          <pc:sldMk cId="0" sldId="284"/>
        </pc:sldMkLst>
        <pc:spChg chg="del">
          <ac:chgData name="邦 肖" userId="38982054f6b45302" providerId="LiveId" clId="{95A0DA5A-AD6B-579F-A03E-EEED9F52BEEA}" dt="2025-09-26T23:57:31.151" v="90" actId="478"/>
          <ac:spMkLst>
            <pc:docMk/>
            <pc:sldMk cId="0" sldId="284"/>
            <ac:spMk id="2" creationId="{00000000-0000-0000-0000-000000000000}"/>
          </ac:spMkLst>
        </pc:spChg>
      </pc:sldChg>
      <pc:sldChg chg="delSp mod">
        <pc:chgData name="邦 肖" userId="38982054f6b45302" providerId="LiveId" clId="{95A0DA5A-AD6B-579F-A03E-EEED9F52BEEA}" dt="2025-09-26T23:57:34.754" v="91" actId="478"/>
        <pc:sldMkLst>
          <pc:docMk/>
          <pc:sldMk cId="0" sldId="285"/>
        </pc:sldMkLst>
        <pc:spChg chg="del">
          <ac:chgData name="邦 肖" userId="38982054f6b45302" providerId="LiveId" clId="{95A0DA5A-AD6B-579F-A03E-EEED9F52BEEA}" dt="2025-09-26T23:57:34.754" v="91" actId="478"/>
          <ac:spMkLst>
            <pc:docMk/>
            <pc:sldMk cId="0" sldId="285"/>
            <ac:spMk id="2" creationId="{00000000-0000-0000-0000-000000000000}"/>
          </ac:spMkLst>
        </pc:spChg>
      </pc:sldChg>
      <pc:sldChg chg="delSp mod">
        <pc:chgData name="邦 肖" userId="38982054f6b45302" providerId="LiveId" clId="{95A0DA5A-AD6B-579F-A03E-EEED9F52BEEA}" dt="2025-09-26T23:57:37.936" v="92" actId="478"/>
        <pc:sldMkLst>
          <pc:docMk/>
          <pc:sldMk cId="0" sldId="287"/>
        </pc:sldMkLst>
        <pc:spChg chg="del">
          <ac:chgData name="邦 肖" userId="38982054f6b45302" providerId="LiveId" clId="{95A0DA5A-AD6B-579F-A03E-EEED9F52BEEA}" dt="2025-09-26T23:57:37.936" v="92" actId="478"/>
          <ac:spMkLst>
            <pc:docMk/>
            <pc:sldMk cId="0" sldId="287"/>
            <ac:spMk id="2" creationId="{00000000-0000-0000-0000-000000000000}"/>
          </ac:spMkLst>
        </pc:spChg>
      </pc:sldChg>
      <pc:sldChg chg="delSp modSp mod">
        <pc:chgData name="邦 肖" userId="38982054f6b45302" providerId="LiveId" clId="{95A0DA5A-AD6B-579F-A03E-EEED9F52BEEA}" dt="2025-09-26T23:58:43.967" v="104" actId="14100"/>
        <pc:sldMkLst>
          <pc:docMk/>
          <pc:sldMk cId="0" sldId="290"/>
        </pc:sldMkLst>
        <pc:spChg chg="del">
          <ac:chgData name="邦 肖" userId="38982054f6b45302" providerId="LiveId" clId="{95A0DA5A-AD6B-579F-A03E-EEED9F52BEEA}" dt="2025-09-26T23:57:50.339" v="93" actId="478"/>
          <ac:spMkLst>
            <pc:docMk/>
            <pc:sldMk cId="0" sldId="290"/>
            <ac:spMk id="2" creationId="{00000000-0000-0000-0000-000000000000}"/>
          </ac:spMkLst>
        </pc:spChg>
        <pc:grpChg chg="del">
          <ac:chgData name="邦 肖" userId="38982054f6b45302" providerId="LiveId" clId="{95A0DA5A-AD6B-579F-A03E-EEED9F52BEEA}" dt="2025-09-26T23:58:15.400" v="94" actId="165"/>
          <ac:grpSpMkLst>
            <pc:docMk/>
            <pc:sldMk cId="0" sldId="290"/>
            <ac:grpSpMk id="3" creationId="{00000000-0000-0000-0000-000000000000}"/>
          </ac:grpSpMkLst>
        </pc:grpChg>
        <pc:picChg chg="mod topLvl">
          <ac:chgData name="邦 肖" userId="38982054f6b45302" providerId="LiveId" clId="{95A0DA5A-AD6B-579F-A03E-EEED9F52BEEA}" dt="2025-09-26T23:58:43.967" v="104" actId="14100"/>
          <ac:picMkLst>
            <pc:docMk/>
            <pc:sldMk cId="0" sldId="290"/>
            <ac:picMk id="4" creationId="{00000000-0000-0000-0000-000000000000}"/>
          </ac:picMkLst>
        </pc:picChg>
        <pc:picChg chg="mod topLvl">
          <ac:chgData name="邦 肖" userId="38982054f6b45302" providerId="LiveId" clId="{95A0DA5A-AD6B-579F-A03E-EEED9F52BEEA}" dt="2025-09-26T23:58:28.450" v="99" actId="1038"/>
          <ac:picMkLst>
            <pc:docMk/>
            <pc:sldMk cId="0" sldId="290"/>
            <ac:picMk id="5" creationId="{00000000-0000-0000-0000-000000000000}"/>
          </ac:picMkLst>
        </pc:picChg>
      </pc:sldChg>
      <pc:sldChg chg="delSp modSp mod">
        <pc:chgData name="邦 肖" userId="38982054f6b45302" providerId="LiveId" clId="{95A0DA5A-AD6B-579F-A03E-EEED9F52BEEA}" dt="2025-09-26T23:59:06.137" v="106" actId="1076"/>
        <pc:sldMkLst>
          <pc:docMk/>
          <pc:sldMk cId="0" sldId="291"/>
        </pc:sldMkLst>
        <pc:spChg chg="del">
          <ac:chgData name="邦 肖" userId="38982054f6b45302" providerId="LiveId" clId="{95A0DA5A-AD6B-579F-A03E-EEED9F52BEEA}" dt="2025-09-26T23:59:02.459" v="105" actId="478"/>
          <ac:spMkLst>
            <pc:docMk/>
            <pc:sldMk cId="0" sldId="291"/>
            <ac:spMk id="2" creationId="{00000000-0000-0000-0000-000000000000}"/>
          </ac:spMkLst>
        </pc:spChg>
        <pc:spChg chg="mod">
          <ac:chgData name="邦 肖" userId="38982054f6b45302" providerId="LiveId" clId="{95A0DA5A-AD6B-579F-A03E-EEED9F52BEEA}" dt="2025-09-26T23:59:06.137" v="106" actId="1076"/>
          <ac:spMkLst>
            <pc:docMk/>
            <pc:sldMk cId="0" sldId="291"/>
            <ac:spMk id="6" creationId="{00000000-0000-0000-0000-000000000000}"/>
          </ac:spMkLst>
        </pc:spChg>
      </pc:sldChg>
      <pc:sldChg chg="addSp delSp modSp mod delAnim modAnim">
        <pc:chgData name="邦 肖" userId="38982054f6b45302" providerId="LiveId" clId="{95A0DA5A-AD6B-579F-A03E-EEED9F52BEEA}" dt="2025-09-18T07:41:46.825" v="12" actId="478"/>
        <pc:sldMkLst>
          <pc:docMk/>
          <pc:sldMk cId="0" sldId="338"/>
        </pc:sldMkLst>
        <pc:spChg chg="add mod">
          <ac:chgData name="邦 肖" userId="38982054f6b45302" providerId="LiveId" clId="{95A0DA5A-AD6B-579F-A03E-EEED9F52BEEA}" dt="2025-09-18T07:41:32.108" v="9" actId="1035"/>
          <ac:spMkLst>
            <pc:docMk/>
            <pc:sldMk cId="0" sldId="338"/>
            <ac:spMk id="2" creationId="{AC2A56D7-C40E-869B-E6B4-A442BCD85758}"/>
          </ac:spMkLst>
        </pc:spChg>
      </pc:sldChg>
      <pc:sldChg chg="addSp modSp mod modAnim">
        <pc:chgData name="邦 肖" userId="38982054f6b45302" providerId="LiveId" clId="{95A0DA5A-AD6B-579F-A03E-EEED9F52BEEA}" dt="2025-09-18T07:45:31.975" v="24" actId="1036"/>
        <pc:sldMkLst>
          <pc:docMk/>
          <pc:sldMk cId="0" sldId="606"/>
        </pc:sldMkLst>
        <pc:spChg chg="add mod">
          <ac:chgData name="邦 肖" userId="38982054f6b45302" providerId="LiveId" clId="{95A0DA5A-AD6B-579F-A03E-EEED9F52BEEA}" dt="2025-09-18T07:45:31.975" v="24" actId="1036"/>
          <ac:spMkLst>
            <pc:docMk/>
            <pc:sldMk cId="0" sldId="606"/>
            <ac:spMk id="2" creationId="{D96F42C8-120F-7DB7-8651-4199438B5EA1}"/>
          </ac:spMkLst>
        </pc:spChg>
      </pc:sldChg>
      <pc:sldChg chg="addSp delSp modSp mod delAnim modAnim">
        <pc:chgData name="邦 肖" userId="38982054f6b45302" providerId="LiveId" clId="{95A0DA5A-AD6B-579F-A03E-EEED9F52BEEA}" dt="2025-09-18T07:41:53.202" v="15" actId="1076"/>
        <pc:sldMkLst>
          <pc:docMk/>
          <pc:sldMk cId="0" sldId="786"/>
        </pc:sldMkLst>
        <pc:spChg chg="add mod">
          <ac:chgData name="邦 肖" userId="38982054f6b45302" providerId="LiveId" clId="{95A0DA5A-AD6B-579F-A03E-EEED9F52BEEA}" dt="2025-09-18T07:41:53.202" v="15" actId="1076"/>
          <ac:spMkLst>
            <pc:docMk/>
            <pc:sldMk cId="0" sldId="786"/>
            <ac:spMk id="3" creationId="{A3F83CC2-2A02-2972-5470-FDBB1B98A70A}"/>
          </ac:spMkLst>
        </pc:spChg>
      </pc:sldChg>
      <pc:sldChg chg="modSp mod">
        <pc:chgData name="邦 肖" userId="38982054f6b45302" providerId="LiveId" clId="{95A0DA5A-AD6B-579F-A03E-EEED9F52BEEA}" dt="2025-09-26T23:56:38.159" v="75" actId="1076"/>
        <pc:sldMkLst>
          <pc:docMk/>
          <pc:sldMk cId="0" sldId="819"/>
        </pc:sldMkLst>
        <pc:picChg chg="mod">
          <ac:chgData name="邦 肖" userId="38982054f6b45302" providerId="LiveId" clId="{95A0DA5A-AD6B-579F-A03E-EEED9F52BEEA}" dt="2025-09-26T23:56:38.159" v="75" actId="1076"/>
          <ac:picMkLst>
            <pc:docMk/>
            <pc:sldMk cId="0" sldId="819"/>
            <ac:picMk id="620548" creationId="{B35A6945-0BE9-7927-B24F-3ED63533C2A6}"/>
          </ac:picMkLst>
        </pc:picChg>
      </pc:sldChg>
      <pc:sldChg chg="addSp delSp modSp mod delAnim modAnim">
        <pc:chgData name="邦 肖" userId="38982054f6b45302" providerId="LiveId" clId="{95A0DA5A-AD6B-579F-A03E-EEED9F52BEEA}" dt="2025-09-18T07:42:03.025" v="18" actId="20577"/>
        <pc:sldMkLst>
          <pc:docMk/>
          <pc:sldMk cId="0" sldId="1068"/>
        </pc:sldMkLst>
        <pc:spChg chg="add mod">
          <ac:chgData name="邦 肖" userId="38982054f6b45302" providerId="LiveId" clId="{95A0DA5A-AD6B-579F-A03E-EEED9F52BEEA}" dt="2025-09-18T07:42:03.025" v="18" actId="20577"/>
          <ac:spMkLst>
            <pc:docMk/>
            <pc:sldMk cId="0" sldId="1068"/>
            <ac:spMk id="3" creationId="{CC9EC1DC-EFFB-76FB-D067-2817165BEBF6}"/>
          </ac:spMkLst>
        </pc:spChg>
      </pc:sldChg>
      <pc:sldMasterChg chg="setBg modSldLayout">
        <pc:chgData name="邦 肖" userId="38982054f6b45302" providerId="LiveId" clId="{95A0DA5A-AD6B-579F-A03E-EEED9F52BEEA}" dt="2025-09-26T23:53:00.452" v="36"/>
        <pc:sldMasterMkLst>
          <pc:docMk/>
          <pc:sldMasterMk cId="0" sldId="2147483648"/>
        </pc:sldMasterMkLst>
        <pc:sldLayoutChg chg="setBg">
          <pc:chgData name="邦 肖" userId="38982054f6b45302" providerId="LiveId" clId="{95A0DA5A-AD6B-579F-A03E-EEED9F52BEEA}" dt="2025-09-26T23:53:00.452" v="36"/>
          <pc:sldLayoutMkLst>
            <pc:docMk/>
            <pc:sldMasterMk cId="0" sldId="2147483648"/>
            <pc:sldLayoutMk cId="0" sldId="2147483661"/>
          </pc:sldLayoutMkLst>
        </pc:sldLayoutChg>
        <pc:sldLayoutChg chg="setBg">
          <pc:chgData name="邦 肖" userId="38982054f6b45302" providerId="LiveId" clId="{95A0DA5A-AD6B-579F-A03E-EEED9F52BEEA}" dt="2025-09-26T23:53:00.452" v="36"/>
          <pc:sldLayoutMkLst>
            <pc:docMk/>
            <pc:sldMasterMk cId="0" sldId="2147483648"/>
            <pc:sldLayoutMk cId="0" sldId="2147483662"/>
          </pc:sldLayoutMkLst>
        </pc:sldLayoutChg>
        <pc:sldLayoutChg chg="setBg">
          <pc:chgData name="邦 肖" userId="38982054f6b45302" providerId="LiveId" clId="{95A0DA5A-AD6B-579F-A03E-EEED9F52BEEA}" dt="2025-09-26T23:53:00.452" v="36"/>
          <pc:sldLayoutMkLst>
            <pc:docMk/>
            <pc:sldMasterMk cId="0" sldId="2147483648"/>
            <pc:sldLayoutMk cId="0" sldId="2147483663"/>
          </pc:sldLayoutMkLst>
        </pc:sldLayoutChg>
        <pc:sldLayoutChg chg="setBg">
          <pc:chgData name="邦 肖" userId="38982054f6b45302" providerId="LiveId" clId="{95A0DA5A-AD6B-579F-A03E-EEED9F52BEEA}" dt="2025-09-26T23:53:00.452" v="36"/>
          <pc:sldLayoutMkLst>
            <pc:docMk/>
            <pc:sldMasterMk cId="0" sldId="2147483648"/>
            <pc:sldLayoutMk cId="0" sldId="2147483664"/>
          </pc:sldLayoutMkLst>
        </pc:sldLayoutChg>
        <pc:sldLayoutChg chg="setBg">
          <pc:chgData name="邦 肖" userId="38982054f6b45302" providerId="LiveId" clId="{95A0DA5A-AD6B-579F-A03E-EEED9F52BEEA}" dt="2025-09-26T23:53:00.452" v="36"/>
          <pc:sldLayoutMkLst>
            <pc:docMk/>
            <pc:sldMasterMk cId="0" sldId="2147483648"/>
            <pc:sldLayoutMk cId="0" sldId="2147483665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Microsoft JhengHei"/>
                <a:cs typeface="Microsoft JhengHe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chemeClr val="tx1"/>
                </a:solidFill>
                <a:latin typeface="Microsoft JhengHei"/>
                <a:cs typeface="Microsoft JhengHe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9/27/25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Microsoft JhengHei"/>
                <a:cs typeface="Microsoft JhengHe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tx1"/>
                </a:solidFill>
                <a:latin typeface="Microsoft JhengHei"/>
                <a:cs typeface="Microsoft JhengHe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9/27/25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333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Microsoft JhengHei"/>
                <a:cs typeface="Microsoft JhengHe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9/27/25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Microsoft JhengHei"/>
                <a:cs typeface="Microsoft JhengHe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9/27/25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9/27/25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783069" y="1786890"/>
            <a:ext cx="990600" cy="7569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Microsoft JhengHei"/>
                <a:cs typeface="Microsoft JhengHe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0869" y="1276350"/>
            <a:ext cx="7741920" cy="43091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chemeClr val="tx1"/>
                </a:solidFill>
                <a:latin typeface="Microsoft JhengHei"/>
                <a:cs typeface="Microsoft JhengHe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9/27/25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images.google.cn/imgres?imgurl=http%3A//pe.stedu.net/main/uploadfile/gethttppic/2007-5/20075241023423782.jpg&amp;imgrefurl=http%3A//pe.stedu.net/main/ReadNews.asp%3FNewsID%3D623&amp;h=357&amp;w=285&amp;sz=54&amp;hl=zh-CN&amp;start=16&amp;tbnid=0tlN5K3mDbA-aM%3A&amp;tbnh=121&amp;tbnw=97&amp;prev=/images%3Fq%3D%25E8%25A1%2580%25E6%25B6%25B2%25E5%25BE%25AA%25E7%258E%25AF%25E5%259B%25BE%26gbv%3D2%26complete%3D1%26hl%3Dzh-CN%26newwindow%3D1" TargetMode="Externa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hyperlink" Target="http://images.google.cn/imgres?imgurl=http%3A//zjphoto.yinsha.com/file/200802/2008021217381712/3.jpg&amp;imgrefurl=http%3A//zjphoto.yinsha.com/file/200802/2008021217381712.htm&amp;h=420&amp;w=560&amp;sz=130&amp;hl=zh-CN&amp;start=20&amp;tbnid=Rg7laLywb8VxAM%3A&amp;tbnh=100&amp;tbnw=133&amp;prev=/images%3Fq%3D%25E7%258E%2589%25E7%25B1%25B3%25E5%259B%25BE%25E7%2589%2587%26gbv%3D2%26complete%3D1%26hl%3Dzh-CN%26newwindow%3D1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jpg"/><Relationship Id="rId4" Type="http://schemas.openxmlformats.org/officeDocument/2006/relationships/hyperlink" Target="http://images.google.cn/imgres?imgurl=http%3A//www.luan.gov.cn/upfile/2/picture/0711/2_07112417091487.jpg&amp;imgrefurl=http%3A//www.luan.gov.cn/tourist/166/content_40144_0.html&amp;h=607&amp;w=400&amp;sz=59&amp;hl=zh-CN&amp;start=23&amp;tbnid=Vcz6r7CzSN9WDM%3A&amp;tbnh=136&amp;tbnw=90&amp;prev=/images%3Fq%3D%25E6%25A4%258D%25E7%2589%25A9%25E6%25A0%25B9%26start%3D20%26gbv%3D2%26ndsp%3D20%26complete%3D1%26hl%3Dzh-CN%26newwindow%3D1%26sa%3DN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jp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hyperlink" Target="http://image.baidu.com/i?ct=503316480&amp;z=0&amp;tn=baiduimagedetail&amp;word=%F6%E8%D3%E3&amp;in=2&amp;cl=2&amp;cm=1&amp;sc=0&amp;lm=-1&amp;pn=1&amp;rn=1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://image.baidu.com/i?ct=503316480&amp;z=0&amp;tn=baiduimagedetail&amp;word=%F7%A9%F6%E2&amp;in=12&amp;cl=2&amp;cm=1&amp;sc=0&amp;lm=-1&amp;pn=11&amp;rn=1" TargetMode="External"/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7.jpg"/><Relationship Id="rId4" Type="http://schemas.openxmlformats.org/officeDocument/2006/relationships/image" Target="../media/image26.jp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hyperlink" Target="http://images.google.cn/imgres?imgurl=http%3A//super.cnki.net/zxx/gk/gkdmt/gksw/%E6%8A%B9%E9%A6%99%E9%B2%B8.jpg&amp;imgrefurl=http%3A//super.cnki.net/zxx/gk/gksw.html&amp;h=318&amp;w=450&amp;sz=8&amp;hl=zh-CN&amp;start=6&amp;tbnid=Pwok-v3TfDubGM%3A&amp;tbnh=90&amp;tbnw=127&amp;prev=/images%3Fq%3D%25E9%25B2%25B8%26gbv%3D2%26complete%3D1%26hl%3Dzh-CN%26newwindow%3D1%26sa%3DG" TargetMode="Externa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9.jpg"/><Relationship Id="rId4" Type="http://schemas.openxmlformats.org/officeDocument/2006/relationships/hyperlink" Target="http://images.google.cn/imgres?imgurl=http%3A//www.tesri.gov.tw/content/animal/exotic_web/pic/arc2-1.jpg&amp;imgrefurl=http%3A//www.tesri.gov.tw/content/animal/exotic_web/people.htm&amp;h=674&amp;w=1024&amp;sz=139&amp;hl=zh-CN&amp;start=16&amp;tbnid=1ZKYRz3SnmHvZM%3A&amp;tbnh=99&amp;tbnw=150&amp;prev=/images%3Fq%3D%25E8%259B%2599%26gbv%3D2%26complete%3D1%26hl%3Dzh-CN%26newwindow%3D1%26sa%3DG" TargetMode="Externa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hyperlink" Target="http://images.google.cn/imgres?imgurl=http%3A//baike.baidu.com/pic/91/11767710964124539.jpg&amp;imgrefurl=http%3A//baike.baidu.com/view/905499.htm&amp;h=435&amp;w=600&amp;sz=75&amp;hl=zh-CN&amp;start=3&amp;tbnid=CdhTNnpyNjoXpM%3A&amp;tbnh=98&amp;tbnw=135&amp;prev=/images%3Fq%3D%25E9%2599%2586%25E9%25BE%259F%26gbv%3D2%26complete%3D1%26hl%3Dzh-CN%26newwindow%3D1%26sa%3DG" TargetMode="Externa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hyperlink" Target="http://images.google.cn/imgres?imgurl=http%3A//baike.baidu.com/pic/2/11458612724520881.jpg&amp;imgrefurl=http%3A//baike.baidu.com/history/id%3D1704997&amp;h=416&amp;w=300&amp;sz=40&amp;hl=zh-CN&amp;start=1&amp;tbnid=iDWAhn8fXzMpnM%3A&amp;tbnh=125&amp;tbnw=90&amp;prev=/images%3Fq%3D%25E9%25AA%2586%25E9%25A9%25BC%26gbv%3D2%26complete%3D1%26hl%3Dzh-CN%26newwindow%3D1%26sa%3DG" TargetMode="Externa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hyperlink" Target="http://images.google.cn/imgres?imgurl=http%3A//www.gxegui.com/upfile/pro/16071718414892.gif&amp;imgrefurl=http%3A//www.gxegui.com/&amp;h=337&amp;w=450&amp;sz=50&amp;hl=zh-CN&amp;start=12&amp;tbnid=G4QiiMsRyFU7SM%3A&amp;tbnh=95&amp;tbnw=127&amp;prev=/images%3Fq%3D%25E6%25B0%25B4%25E9%25BE%259F%26gbv%3D2%26complete%3D1%26hl%3Dzh-CN%26newwindow%3D1%26sa%3DG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jpg"/><Relationship Id="rId4" Type="http://schemas.openxmlformats.org/officeDocument/2006/relationships/hyperlink" Target="http://news.chongwu.cc/data/uploadfile/200606/20060625113010201.jpg" TargetMode="Externa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://images.google.cn/imgres?imgurl=http%3A//www.zgny.com.cn/supplydemand/images/2007252940.jpg&amp;imgrefurl=http%3A//www.zgny.com.cn/supplydemand/2008-2-23/3490244.shtml&amp;h=350&amp;w=500&amp;sz=49&amp;hl=zh-CN&amp;start=4&amp;um=1&amp;tbnid=8jzVna9p5zpu8M%3A&amp;tbnh=91&amp;tbnw=130&amp;prev=/images%3Fq%3D%25E9%25BB%2584%25E7%25B2%2589%25E8%2599%25AB%26um%3D1%26complete%3D1%26hl%3Dzh-CN%26newwindow%3D1%26sa%3DG" TargetMode="External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jp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g"/><Relationship Id="rId2" Type="http://schemas.openxmlformats.org/officeDocument/2006/relationships/hyperlink" Target="http://images.google.cn/imgres?imgurl=http%3A//www.biotopics.co.uk/a2/Dipodomys.jpg&amp;imgrefurl=http%3A//blog.sina.com.cn/s/print_4b2b7de201008hk5.html&amp;h=522&amp;w=782&amp;sz=99&amp;hl=zh-CN&amp;start=19&amp;um=1&amp;tbnid=o8I6V7jHEvMyoM%3A&amp;tbnh=95&amp;tbnw=143&amp;prev=/images%3Fq%3D%25E9%25AA%2586%25E9%25A9%25BC%25EF%25BC%258C%25E9%25BC%25BB%25E8%2585%2594%25E7%25BB%2593%25E6%259E%2584%26um%3D1%26complete%3D1%26hl%3Dzh-CN%26newwindow%3D1%26sa%3DG" TargetMode="External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g"/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5.xml"/><Relationship Id="rId4" Type="http://schemas.openxmlformats.org/officeDocument/2006/relationships/hyperlink" Target="file:///localhost/home/icourses_nas/fs104_web/share/ppt/ppt1/74326cb098f027c87f7d7d6bf7541242/201510/%23-1%2C-1%2CPREV" TargetMode="Externa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7469" y="1263650"/>
            <a:ext cx="484568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673985" algn="l"/>
              </a:tabLst>
            </a:pPr>
            <a:r>
              <a:rPr sz="4000" spc="325" dirty="0"/>
              <a:t>第三</a:t>
            </a:r>
            <a:r>
              <a:rPr sz="4000" spc="-50" dirty="0"/>
              <a:t>章</a:t>
            </a:r>
            <a:r>
              <a:rPr sz="4000" dirty="0"/>
              <a:t>	</a:t>
            </a:r>
            <a:r>
              <a:rPr sz="4000" spc="325" dirty="0"/>
              <a:t>物</a:t>
            </a:r>
            <a:r>
              <a:rPr sz="4000" spc="335" dirty="0"/>
              <a:t>质</a:t>
            </a:r>
            <a:r>
              <a:rPr sz="4000" spc="325" dirty="0"/>
              <a:t>环</a:t>
            </a:r>
            <a:r>
              <a:rPr sz="4000" spc="-50" dirty="0"/>
              <a:t>境</a:t>
            </a:r>
            <a:endParaRPr sz="4000" dirty="0"/>
          </a:p>
        </p:txBody>
      </p:sp>
      <p:sp>
        <p:nvSpPr>
          <p:cNvPr id="4" name="object 4"/>
          <p:cNvSpPr txBox="1"/>
          <p:nvPr/>
        </p:nvSpPr>
        <p:spPr>
          <a:xfrm>
            <a:off x="77469" y="2402840"/>
            <a:ext cx="8304531" cy="2466060"/>
          </a:xfrm>
          <a:prstGeom prst="rect">
            <a:avLst/>
          </a:prstGeom>
        </p:spPr>
        <p:txBody>
          <a:bodyPr vert="horz" wrap="square" lIns="0" tIns="927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30"/>
              </a:spcBef>
              <a:tabLst>
                <a:tab pos="1800225" algn="l"/>
              </a:tabLst>
            </a:pPr>
            <a:r>
              <a:rPr sz="3600" b="1" spc="295" dirty="0">
                <a:solidFill>
                  <a:schemeClr val="tx1"/>
                </a:solidFill>
                <a:latin typeface="Microsoft JhengHei"/>
                <a:cs typeface="Microsoft JhengHei"/>
              </a:rPr>
              <a:t>第一</a:t>
            </a:r>
            <a:r>
              <a:rPr sz="3600" b="1" spc="-50" dirty="0">
                <a:solidFill>
                  <a:schemeClr val="tx1"/>
                </a:solidFill>
                <a:latin typeface="Microsoft JhengHei"/>
                <a:cs typeface="Microsoft JhengHei"/>
              </a:rPr>
              <a:t>节</a:t>
            </a:r>
            <a:r>
              <a:rPr sz="3600" b="1" dirty="0">
                <a:solidFill>
                  <a:schemeClr val="tx1"/>
                </a:solidFill>
                <a:latin typeface="Microsoft JhengHei"/>
                <a:cs typeface="Microsoft JhengHei"/>
              </a:rPr>
              <a:t>	</a:t>
            </a:r>
            <a:r>
              <a:rPr sz="3600" b="1" spc="295" dirty="0">
                <a:solidFill>
                  <a:schemeClr val="tx1"/>
                </a:solidFill>
                <a:latin typeface="Microsoft JhengHei"/>
                <a:cs typeface="Microsoft JhengHei"/>
              </a:rPr>
              <a:t>生物与水</a:t>
            </a:r>
            <a:r>
              <a:rPr sz="3600" b="1" spc="285" dirty="0">
                <a:solidFill>
                  <a:schemeClr val="tx1"/>
                </a:solidFill>
                <a:latin typeface="Microsoft JhengHei"/>
                <a:cs typeface="Microsoft JhengHei"/>
              </a:rPr>
              <a:t>的</a:t>
            </a:r>
            <a:r>
              <a:rPr sz="3600" b="1" spc="305" dirty="0">
                <a:solidFill>
                  <a:schemeClr val="tx1"/>
                </a:solidFill>
                <a:latin typeface="Microsoft JhengHei"/>
                <a:cs typeface="Microsoft JhengHei"/>
              </a:rPr>
              <a:t>关</a:t>
            </a:r>
            <a:r>
              <a:rPr sz="3600" b="1" spc="-50" dirty="0">
                <a:solidFill>
                  <a:schemeClr val="tx1"/>
                </a:solidFill>
                <a:latin typeface="Microsoft JhengHei"/>
                <a:cs typeface="Microsoft JhengHei"/>
              </a:rPr>
              <a:t>系</a:t>
            </a:r>
            <a:endParaRPr sz="3600" dirty="0">
              <a:solidFill>
                <a:schemeClr val="tx1"/>
              </a:solidFill>
              <a:latin typeface="Microsoft JhengHei"/>
              <a:cs typeface="Microsoft JhengHei"/>
            </a:endParaRPr>
          </a:p>
          <a:p>
            <a:pPr marL="412750">
              <a:lnSpc>
                <a:spcPct val="100000"/>
              </a:lnSpc>
              <a:spcBef>
                <a:spcPts val="560"/>
              </a:spcBef>
              <a:tabLst>
                <a:tab pos="1122045" algn="l"/>
              </a:tabLst>
            </a:pPr>
            <a:r>
              <a:rPr sz="3200" b="1" spc="-330" dirty="0">
                <a:solidFill>
                  <a:schemeClr val="tx1"/>
                </a:solidFill>
                <a:latin typeface="Microsoft JhengHei"/>
                <a:cs typeface="Microsoft JhengHei"/>
              </a:rPr>
              <a:t>—</a:t>
            </a:r>
            <a:r>
              <a:rPr sz="3200" b="1" dirty="0">
                <a:solidFill>
                  <a:schemeClr val="tx1"/>
                </a:solidFill>
                <a:latin typeface="Microsoft JhengHei"/>
                <a:cs typeface="Microsoft JhengHei"/>
              </a:rPr>
              <a:t>	</a:t>
            </a:r>
            <a:r>
              <a:rPr sz="3200" b="1" spc="204" dirty="0">
                <a:solidFill>
                  <a:schemeClr val="tx1"/>
                </a:solidFill>
                <a:latin typeface="Microsoft JhengHei"/>
                <a:cs typeface="Microsoft JhengHei"/>
              </a:rPr>
              <a:t>水的生态作用</a:t>
            </a:r>
            <a:endParaRPr sz="3200" dirty="0">
              <a:solidFill>
                <a:schemeClr val="tx1"/>
              </a:solidFill>
              <a:latin typeface="Microsoft JhengHei"/>
              <a:cs typeface="Microsoft JhengHei"/>
            </a:endParaRPr>
          </a:p>
          <a:p>
            <a:pPr marL="262890">
              <a:lnSpc>
                <a:spcPct val="100000"/>
              </a:lnSpc>
              <a:spcBef>
                <a:spcPts val="2000"/>
              </a:spcBef>
              <a:tabLst>
                <a:tab pos="699135" algn="l"/>
              </a:tabLst>
            </a:pPr>
            <a:r>
              <a:rPr sz="3200" spc="-50" dirty="0">
                <a:solidFill>
                  <a:schemeClr val="tx1"/>
                </a:solidFill>
                <a:latin typeface="Times New Roman"/>
                <a:cs typeface="Times New Roman"/>
              </a:rPr>
              <a:t>1</a:t>
            </a:r>
            <a:r>
              <a:rPr sz="3200" dirty="0">
                <a:solidFill>
                  <a:schemeClr val="tx1"/>
                </a:solidFill>
                <a:latin typeface="Times New Roman"/>
                <a:cs typeface="Times New Roman"/>
              </a:rPr>
              <a:t>	</a:t>
            </a:r>
            <a:r>
              <a:rPr sz="3200" b="1" spc="229" dirty="0">
                <a:solidFill>
                  <a:schemeClr val="tx1"/>
                </a:solidFill>
                <a:latin typeface="Microsoft JhengHei"/>
                <a:cs typeface="Microsoft JhengHei"/>
              </a:rPr>
              <a:t>水是地球上所有有机体的内部介</a:t>
            </a:r>
            <a:endParaRPr sz="3200" dirty="0">
              <a:solidFill>
                <a:schemeClr val="tx1"/>
              </a:solidFill>
              <a:latin typeface="Microsoft JhengHei"/>
              <a:cs typeface="Microsoft JhengHei"/>
            </a:endParaRPr>
          </a:p>
          <a:p>
            <a:pPr marL="262890" marR="96520">
              <a:lnSpc>
                <a:spcPts val="3829"/>
              </a:lnSpc>
              <a:spcBef>
                <a:spcPts val="110"/>
              </a:spcBef>
            </a:pPr>
            <a:r>
              <a:rPr sz="3200" b="1" spc="229" dirty="0">
                <a:solidFill>
                  <a:schemeClr val="tx1"/>
                </a:solidFill>
                <a:latin typeface="Microsoft JhengHei"/>
                <a:cs typeface="Microsoft JhengHei"/>
              </a:rPr>
              <a:t>质，是生命物质的组成成分 </a:t>
            </a:r>
            <a:r>
              <a:rPr sz="3200" b="1" spc="-10" dirty="0">
                <a:solidFill>
                  <a:schemeClr val="tx1"/>
                </a:solidFill>
                <a:latin typeface="Times New Roman"/>
                <a:cs typeface="Times New Roman"/>
              </a:rPr>
              <a:t>(60%- </a:t>
            </a:r>
            <a:r>
              <a:rPr sz="3200" b="1" dirty="0">
                <a:solidFill>
                  <a:schemeClr val="tx1"/>
                </a:solidFill>
                <a:latin typeface="Times New Roman"/>
                <a:cs typeface="Times New Roman"/>
              </a:rPr>
              <a:t>80%</a:t>
            </a:r>
            <a:r>
              <a:rPr sz="3200" b="1" spc="-10" dirty="0">
                <a:solidFill>
                  <a:schemeClr val="tx1"/>
                </a:solidFill>
                <a:latin typeface="Times New Roman"/>
                <a:cs typeface="Times New Roman"/>
              </a:rPr>
              <a:t>) </a:t>
            </a:r>
            <a:endParaRPr sz="3200" dirty="0">
              <a:solidFill>
                <a:schemeClr val="tx1"/>
              </a:solidFill>
              <a:latin typeface="SimSun"/>
              <a:cs typeface="SimSun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84570" y="548640"/>
            <a:ext cx="3059429" cy="24485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01320" y="3463290"/>
            <a:ext cx="4391025" cy="24625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3200" b="1" dirty="0">
                <a:latin typeface="Times New Roman"/>
                <a:cs typeface="Times New Roman"/>
              </a:rPr>
              <a:t>3 </a:t>
            </a:r>
            <a:r>
              <a:rPr sz="3200" b="1" spc="220" dirty="0">
                <a:latin typeface="Microsoft JhengHei"/>
                <a:cs typeface="Microsoft JhengHei"/>
              </a:rPr>
              <a:t>水作为外部介质，是水生生物获得资源和栖息地的场所；陆地上水量的多少，又影响到陆生生物的生长与分布。</a:t>
            </a:r>
            <a:endParaRPr sz="3200">
              <a:latin typeface="Microsoft JhengHei"/>
              <a:cs typeface="Microsoft JhengHe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64479" y="3500120"/>
            <a:ext cx="3492500" cy="261874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15950" y="582929"/>
            <a:ext cx="4392295" cy="1976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latin typeface="Times New Roman"/>
                <a:cs typeface="Times New Roman"/>
              </a:rPr>
              <a:t>2 </a:t>
            </a:r>
            <a:r>
              <a:rPr sz="3200" spc="220" dirty="0"/>
              <a:t>水是有机体生命活动</a:t>
            </a:r>
            <a:r>
              <a:rPr sz="3200" spc="225" dirty="0"/>
              <a:t>的基础，生物新陈代谢及各种物质的输送都必须在水溶液中进行。</a:t>
            </a:r>
            <a:endParaRPr sz="3200">
              <a:latin typeface="Times New Roman"/>
              <a:cs typeface="Times New Roman"/>
            </a:endParaRPr>
          </a:p>
        </p:txBody>
      </p:sp>
      <p:pic>
        <p:nvPicPr>
          <p:cNvPr id="5" name="object 5">
            <a:hlinkClick r:id="rId3"/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156959" y="260350"/>
            <a:ext cx="2308860" cy="287909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7469" y="173615"/>
            <a:ext cx="371538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55955" algn="l"/>
              </a:tabLst>
            </a:pPr>
            <a:r>
              <a:rPr sz="3200" spc="-50" dirty="0"/>
              <a:t>二</a:t>
            </a:r>
            <a:r>
              <a:rPr sz="3200" dirty="0"/>
              <a:t>	</a:t>
            </a:r>
            <a:r>
              <a:rPr sz="3200" spc="265" dirty="0"/>
              <a:t>陆地上水</a:t>
            </a:r>
            <a:r>
              <a:rPr sz="3200" spc="254" dirty="0"/>
              <a:t>的</a:t>
            </a:r>
            <a:r>
              <a:rPr sz="3200" spc="265" dirty="0"/>
              <a:t>分</a:t>
            </a:r>
            <a:r>
              <a:rPr sz="3200" spc="-50" dirty="0"/>
              <a:t>布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77469" y="883545"/>
            <a:ext cx="4317365" cy="5996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492125" algn="l"/>
                <a:tab pos="1444625" algn="l"/>
              </a:tabLst>
            </a:pPr>
            <a:r>
              <a:rPr sz="2800" b="1" spc="-25" dirty="0">
                <a:solidFill>
                  <a:schemeClr val="tx1"/>
                </a:solidFill>
                <a:latin typeface="Times New Roman"/>
                <a:cs typeface="Times New Roman"/>
              </a:rPr>
              <a:t>1.</a:t>
            </a:r>
            <a:r>
              <a:rPr sz="2800" b="1" dirty="0">
                <a:solidFill>
                  <a:schemeClr val="tx1"/>
                </a:solidFill>
                <a:latin typeface="Times New Roman"/>
                <a:cs typeface="Times New Roman"/>
              </a:rPr>
              <a:t>	</a:t>
            </a:r>
            <a:r>
              <a:rPr sz="2800" b="1" spc="225" dirty="0">
                <a:solidFill>
                  <a:schemeClr val="tx1"/>
                </a:solidFill>
                <a:latin typeface="Microsoft JhengHei"/>
                <a:cs typeface="Microsoft JhengHei"/>
              </a:rPr>
              <a:t>降</a:t>
            </a:r>
            <a:r>
              <a:rPr sz="2800" b="1" spc="215" dirty="0">
                <a:solidFill>
                  <a:schemeClr val="tx1"/>
                </a:solidFill>
                <a:latin typeface="Microsoft JhengHei"/>
                <a:cs typeface="Microsoft JhengHei"/>
              </a:rPr>
              <a:t>雨量</a:t>
            </a:r>
            <a:r>
              <a:rPr sz="2800" b="1" spc="225" dirty="0">
                <a:solidFill>
                  <a:schemeClr val="tx1"/>
                </a:solidFill>
                <a:latin typeface="Microsoft JhengHei"/>
                <a:cs typeface="Microsoft JhengHei"/>
              </a:rPr>
              <a:t>：</a:t>
            </a:r>
            <a:r>
              <a:rPr sz="2800" b="1" spc="215" dirty="0">
                <a:solidFill>
                  <a:schemeClr val="tx1"/>
                </a:solidFill>
                <a:latin typeface="Microsoft JhengHei"/>
                <a:cs typeface="Microsoft JhengHei"/>
              </a:rPr>
              <a:t>降</a:t>
            </a:r>
            <a:r>
              <a:rPr sz="2800" b="1" spc="225" dirty="0">
                <a:solidFill>
                  <a:schemeClr val="tx1"/>
                </a:solidFill>
                <a:latin typeface="Microsoft JhengHei"/>
                <a:cs typeface="Microsoft JhengHei"/>
              </a:rPr>
              <a:t>雨</a:t>
            </a:r>
            <a:r>
              <a:rPr sz="2800" b="1" spc="215" dirty="0">
                <a:solidFill>
                  <a:schemeClr val="tx1"/>
                </a:solidFill>
                <a:latin typeface="Microsoft JhengHei"/>
                <a:cs typeface="Microsoft JhengHei"/>
              </a:rPr>
              <a:t>量随</a:t>
            </a:r>
            <a:r>
              <a:rPr sz="2800" b="1" spc="225" dirty="0">
                <a:solidFill>
                  <a:schemeClr val="tx1"/>
                </a:solidFill>
                <a:latin typeface="Microsoft JhengHei"/>
                <a:cs typeface="Microsoft JhengHei"/>
              </a:rPr>
              <a:t>纬</a:t>
            </a:r>
            <a:r>
              <a:rPr sz="2800" b="1" spc="-50" dirty="0">
                <a:solidFill>
                  <a:schemeClr val="tx1"/>
                </a:solidFill>
                <a:latin typeface="Microsoft JhengHei"/>
                <a:cs typeface="Microsoft JhengHei"/>
              </a:rPr>
              <a:t>度</a:t>
            </a:r>
            <a:r>
              <a:rPr sz="2800" b="1" spc="215" dirty="0">
                <a:solidFill>
                  <a:schemeClr val="tx1"/>
                </a:solidFill>
                <a:latin typeface="Microsoft JhengHei"/>
                <a:cs typeface="Microsoft JhengHei"/>
              </a:rPr>
              <a:t>变</a:t>
            </a:r>
            <a:r>
              <a:rPr sz="2800" b="1" spc="225" dirty="0">
                <a:solidFill>
                  <a:schemeClr val="tx1"/>
                </a:solidFill>
                <a:latin typeface="Microsoft JhengHei"/>
                <a:cs typeface="Microsoft JhengHei"/>
              </a:rPr>
              <a:t>化</a:t>
            </a:r>
            <a:r>
              <a:rPr sz="2800" b="1" spc="215" dirty="0">
                <a:solidFill>
                  <a:schemeClr val="tx1"/>
                </a:solidFill>
                <a:latin typeface="Microsoft JhengHei"/>
                <a:cs typeface="Microsoft JhengHei"/>
              </a:rPr>
              <a:t>很大</a:t>
            </a:r>
            <a:r>
              <a:rPr sz="2800" b="1" spc="225" dirty="0">
                <a:solidFill>
                  <a:schemeClr val="tx1"/>
                </a:solidFill>
                <a:latin typeface="Microsoft JhengHei"/>
                <a:cs typeface="Microsoft JhengHei"/>
              </a:rPr>
              <a:t>。</a:t>
            </a:r>
            <a:r>
              <a:rPr sz="2800" b="1" spc="215" dirty="0">
                <a:solidFill>
                  <a:schemeClr val="tx1"/>
                </a:solidFill>
                <a:latin typeface="Microsoft JhengHei"/>
                <a:cs typeface="Microsoft JhengHei"/>
              </a:rPr>
              <a:t>在</a:t>
            </a:r>
            <a:r>
              <a:rPr sz="2800" b="1" spc="225" dirty="0">
                <a:solidFill>
                  <a:schemeClr val="tx1"/>
                </a:solidFill>
                <a:latin typeface="Microsoft JhengHei"/>
                <a:cs typeface="Microsoft JhengHei"/>
              </a:rPr>
              <a:t>赤</a:t>
            </a:r>
            <a:r>
              <a:rPr sz="2800" b="1" spc="215" dirty="0">
                <a:solidFill>
                  <a:schemeClr val="tx1"/>
                </a:solidFill>
                <a:latin typeface="Microsoft JhengHei"/>
                <a:cs typeface="Microsoft JhengHei"/>
              </a:rPr>
              <a:t>道南</a:t>
            </a:r>
            <a:r>
              <a:rPr sz="2800" b="1" spc="225" dirty="0">
                <a:solidFill>
                  <a:schemeClr val="tx1"/>
                </a:solidFill>
                <a:latin typeface="Microsoft JhengHei"/>
                <a:cs typeface="Microsoft JhengHei"/>
              </a:rPr>
              <a:t>北</a:t>
            </a:r>
            <a:r>
              <a:rPr sz="2800" b="1" spc="-50" dirty="0">
                <a:solidFill>
                  <a:schemeClr val="tx1"/>
                </a:solidFill>
                <a:latin typeface="Microsoft JhengHei"/>
                <a:cs typeface="Microsoft JhengHei"/>
              </a:rPr>
              <a:t>两</a:t>
            </a:r>
            <a:r>
              <a:rPr sz="2800" b="1" spc="215" dirty="0">
                <a:solidFill>
                  <a:schemeClr val="tx1"/>
                </a:solidFill>
                <a:latin typeface="Microsoft JhengHei"/>
                <a:cs typeface="Microsoft JhengHei"/>
              </a:rPr>
              <a:t>侧</a:t>
            </a:r>
            <a:r>
              <a:rPr sz="2800" b="1" spc="225" dirty="0">
                <a:solidFill>
                  <a:schemeClr val="tx1"/>
                </a:solidFill>
                <a:latin typeface="Microsoft JhengHei"/>
                <a:cs typeface="Microsoft JhengHei"/>
              </a:rPr>
              <a:t>纬</a:t>
            </a:r>
            <a:r>
              <a:rPr sz="2800" b="1" dirty="0">
                <a:solidFill>
                  <a:schemeClr val="tx1"/>
                </a:solidFill>
                <a:latin typeface="Microsoft JhengHei"/>
                <a:cs typeface="Microsoft JhengHei"/>
              </a:rPr>
              <a:t>度 </a:t>
            </a:r>
            <a:r>
              <a:rPr sz="2800" b="1" spc="-10" dirty="0">
                <a:solidFill>
                  <a:schemeClr val="tx1"/>
                </a:solidFill>
                <a:latin typeface="Times New Roman"/>
                <a:cs typeface="Times New Roman"/>
              </a:rPr>
              <a:t>0-</a:t>
            </a:r>
            <a:r>
              <a:rPr sz="2800" b="1" spc="555" dirty="0">
                <a:solidFill>
                  <a:schemeClr val="tx1"/>
                </a:solidFill>
                <a:latin typeface="Times New Roman"/>
                <a:cs typeface="Times New Roman"/>
              </a:rPr>
              <a:t>20</a:t>
            </a:r>
            <a:r>
              <a:rPr sz="2800" b="1" spc="555" dirty="0">
                <a:solidFill>
                  <a:schemeClr val="tx1"/>
                </a:solidFill>
                <a:latin typeface="Microsoft JhengHei"/>
                <a:cs typeface="Microsoft JhengHei"/>
              </a:rPr>
              <a:t>°</a:t>
            </a:r>
            <a:r>
              <a:rPr sz="2800" b="1" spc="200" dirty="0">
                <a:solidFill>
                  <a:schemeClr val="tx1"/>
                </a:solidFill>
                <a:latin typeface="Microsoft JhengHei"/>
                <a:cs typeface="Microsoft JhengHei"/>
              </a:rPr>
              <a:t> </a:t>
            </a:r>
            <a:r>
              <a:rPr sz="2800" b="1" spc="220" dirty="0">
                <a:solidFill>
                  <a:schemeClr val="tx1"/>
                </a:solidFill>
                <a:latin typeface="Microsoft JhengHei"/>
                <a:cs typeface="Microsoft JhengHei"/>
              </a:rPr>
              <a:t>，</a:t>
            </a:r>
            <a:r>
              <a:rPr sz="2800" b="1" spc="215" dirty="0">
                <a:solidFill>
                  <a:schemeClr val="tx1"/>
                </a:solidFill>
                <a:latin typeface="Microsoft JhengHei"/>
                <a:cs typeface="Microsoft JhengHei"/>
              </a:rPr>
              <a:t>降</a:t>
            </a:r>
            <a:r>
              <a:rPr sz="2800" b="1" spc="225" dirty="0">
                <a:solidFill>
                  <a:schemeClr val="tx1"/>
                </a:solidFill>
                <a:latin typeface="Microsoft JhengHei"/>
                <a:cs typeface="Microsoft JhengHei"/>
              </a:rPr>
              <a:t>雨</a:t>
            </a:r>
            <a:r>
              <a:rPr sz="2800" b="1" spc="215" dirty="0">
                <a:solidFill>
                  <a:schemeClr val="tx1"/>
                </a:solidFill>
                <a:latin typeface="Microsoft JhengHei"/>
                <a:cs typeface="Microsoft JhengHei"/>
              </a:rPr>
              <a:t>量</a:t>
            </a:r>
            <a:r>
              <a:rPr sz="2800" b="1" spc="-50" dirty="0">
                <a:solidFill>
                  <a:schemeClr val="tx1"/>
                </a:solidFill>
                <a:latin typeface="Microsoft JhengHei"/>
                <a:cs typeface="Microsoft JhengHei"/>
              </a:rPr>
              <a:t>最</a:t>
            </a:r>
            <a:r>
              <a:rPr sz="2800" b="1" spc="215" dirty="0">
                <a:solidFill>
                  <a:schemeClr val="tx1"/>
                </a:solidFill>
                <a:latin typeface="Microsoft JhengHei"/>
                <a:cs typeface="Microsoft JhengHei"/>
              </a:rPr>
              <a:t>大</a:t>
            </a:r>
            <a:r>
              <a:rPr sz="2800" b="1" spc="225" dirty="0">
                <a:solidFill>
                  <a:schemeClr val="tx1"/>
                </a:solidFill>
                <a:latin typeface="Microsoft JhengHei"/>
                <a:cs typeface="Microsoft JhengHei"/>
              </a:rPr>
              <a:t>，</a:t>
            </a:r>
            <a:r>
              <a:rPr sz="2800" b="1" spc="215" dirty="0">
                <a:solidFill>
                  <a:schemeClr val="tx1"/>
                </a:solidFill>
                <a:latin typeface="Microsoft JhengHei"/>
                <a:cs typeface="Microsoft JhengHei"/>
              </a:rPr>
              <a:t>年</a:t>
            </a:r>
            <a:r>
              <a:rPr sz="2800" b="1" dirty="0">
                <a:solidFill>
                  <a:schemeClr val="tx1"/>
                </a:solidFill>
                <a:latin typeface="Microsoft JhengHei"/>
                <a:cs typeface="Microsoft JhengHei"/>
              </a:rPr>
              <a:t>达 </a:t>
            </a:r>
            <a:r>
              <a:rPr sz="2800" b="1" spc="-30" dirty="0">
                <a:solidFill>
                  <a:schemeClr val="tx1"/>
                </a:solidFill>
                <a:latin typeface="Times New Roman"/>
                <a:cs typeface="Times New Roman"/>
              </a:rPr>
              <a:t>100</a:t>
            </a:r>
            <a:r>
              <a:rPr sz="2800" b="1" spc="-30" dirty="0">
                <a:solidFill>
                  <a:schemeClr val="tx1"/>
                </a:solidFill>
                <a:latin typeface="Microsoft JhengHei"/>
                <a:cs typeface="Microsoft JhengHei"/>
              </a:rPr>
              <a:t>-</a:t>
            </a:r>
            <a:r>
              <a:rPr sz="2800" b="1" dirty="0">
                <a:solidFill>
                  <a:schemeClr val="tx1"/>
                </a:solidFill>
                <a:latin typeface="Times New Roman"/>
                <a:cs typeface="Times New Roman"/>
              </a:rPr>
              <a:t>200cm</a:t>
            </a:r>
            <a:r>
              <a:rPr sz="2800" b="1" spc="-25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sz="2800" b="1" spc="225" dirty="0">
                <a:solidFill>
                  <a:schemeClr val="tx1"/>
                </a:solidFill>
                <a:latin typeface="Microsoft JhengHei"/>
                <a:cs typeface="Microsoft JhengHei"/>
              </a:rPr>
              <a:t>。</a:t>
            </a:r>
            <a:r>
              <a:rPr sz="2800" b="1" spc="-50" dirty="0">
                <a:solidFill>
                  <a:schemeClr val="tx1"/>
                </a:solidFill>
                <a:latin typeface="Microsoft JhengHei"/>
                <a:cs typeface="Microsoft JhengHei"/>
              </a:rPr>
              <a:t>纬</a:t>
            </a:r>
            <a:r>
              <a:rPr sz="2800" b="1" dirty="0">
                <a:solidFill>
                  <a:schemeClr val="tx1"/>
                </a:solidFill>
                <a:latin typeface="Microsoft JhengHei"/>
                <a:cs typeface="Microsoft JhengHei"/>
              </a:rPr>
              <a:t>度</a:t>
            </a:r>
            <a:r>
              <a:rPr sz="2800" b="1" spc="190" dirty="0">
                <a:solidFill>
                  <a:schemeClr val="tx1"/>
                </a:solidFill>
                <a:latin typeface="Microsoft JhengHei"/>
                <a:cs typeface="Microsoft JhengHei"/>
              </a:rPr>
              <a:t> </a:t>
            </a:r>
            <a:r>
              <a:rPr sz="2800" b="1" spc="-20" dirty="0">
                <a:solidFill>
                  <a:schemeClr val="tx1"/>
                </a:solidFill>
                <a:latin typeface="Times New Roman"/>
                <a:cs typeface="Times New Roman"/>
              </a:rPr>
              <a:t>20°</a:t>
            </a:r>
            <a:r>
              <a:rPr sz="2800" b="1" spc="-20" dirty="0">
                <a:solidFill>
                  <a:schemeClr val="tx1"/>
                </a:solidFill>
                <a:latin typeface="Microsoft JhengHei"/>
                <a:cs typeface="Microsoft JhengHei"/>
              </a:rPr>
              <a:t>-</a:t>
            </a:r>
            <a:r>
              <a:rPr sz="2800" b="1" dirty="0">
                <a:solidFill>
                  <a:schemeClr val="tx1"/>
                </a:solidFill>
                <a:latin typeface="Microsoft JhengHei"/>
                <a:cs typeface="Microsoft JhengHei"/>
              </a:rPr>
              <a:t>	</a:t>
            </a:r>
            <a:r>
              <a:rPr sz="2800" b="1" dirty="0">
                <a:solidFill>
                  <a:schemeClr val="tx1"/>
                </a:solidFill>
                <a:latin typeface="Times New Roman"/>
                <a:cs typeface="Times New Roman"/>
              </a:rPr>
              <a:t>40°</a:t>
            </a:r>
            <a:r>
              <a:rPr sz="2800" b="1" spc="-145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sz="2800" b="1" spc="215" dirty="0">
                <a:solidFill>
                  <a:schemeClr val="tx1"/>
                </a:solidFill>
                <a:latin typeface="Microsoft JhengHei"/>
                <a:cs typeface="Microsoft JhengHei"/>
              </a:rPr>
              <a:t>地</a:t>
            </a:r>
            <a:r>
              <a:rPr sz="2800" b="1" spc="225" dirty="0">
                <a:solidFill>
                  <a:schemeClr val="tx1"/>
                </a:solidFill>
                <a:latin typeface="Microsoft JhengHei"/>
                <a:cs typeface="Microsoft JhengHei"/>
              </a:rPr>
              <a:t>带</a:t>
            </a:r>
            <a:r>
              <a:rPr sz="2800" b="1" spc="215" dirty="0">
                <a:solidFill>
                  <a:schemeClr val="tx1"/>
                </a:solidFill>
                <a:latin typeface="Microsoft JhengHei"/>
                <a:cs typeface="Microsoft JhengHei"/>
              </a:rPr>
              <a:t>，由</a:t>
            </a:r>
            <a:r>
              <a:rPr sz="2800" b="1" spc="225" dirty="0">
                <a:solidFill>
                  <a:schemeClr val="tx1"/>
                </a:solidFill>
                <a:latin typeface="Microsoft JhengHei"/>
                <a:cs typeface="Microsoft JhengHei"/>
              </a:rPr>
              <a:t>于</a:t>
            </a:r>
            <a:r>
              <a:rPr sz="2800" b="1" spc="-50" dirty="0">
                <a:solidFill>
                  <a:schemeClr val="tx1"/>
                </a:solidFill>
                <a:latin typeface="Microsoft JhengHei"/>
                <a:cs typeface="Microsoft JhengHei"/>
              </a:rPr>
              <a:t>空</a:t>
            </a:r>
            <a:r>
              <a:rPr sz="2800" b="1" spc="215" dirty="0">
                <a:solidFill>
                  <a:schemeClr val="tx1"/>
                </a:solidFill>
                <a:latin typeface="Microsoft JhengHei"/>
                <a:cs typeface="Microsoft JhengHei"/>
              </a:rPr>
              <a:t>气</a:t>
            </a:r>
            <a:r>
              <a:rPr sz="2800" b="1" spc="225" dirty="0">
                <a:solidFill>
                  <a:schemeClr val="tx1"/>
                </a:solidFill>
                <a:latin typeface="Microsoft JhengHei"/>
                <a:cs typeface="Microsoft JhengHei"/>
              </a:rPr>
              <a:t>下</a:t>
            </a:r>
            <a:r>
              <a:rPr sz="2800" b="1" spc="215" dirty="0">
                <a:solidFill>
                  <a:schemeClr val="tx1"/>
                </a:solidFill>
                <a:latin typeface="Microsoft JhengHei"/>
                <a:cs typeface="Microsoft JhengHei"/>
              </a:rPr>
              <a:t>降吸</a:t>
            </a:r>
            <a:r>
              <a:rPr sz="2800" b="1" spc="225" dirty="0">
                <a:solidFill>
                  <a:schemeClr val="tx1"/>
                </a:solidFill>
                <a:latin typeface="Microsoft JhengHei"/>
                <a:cs typeface="Microsoft JhengHei"/>
              </a:rPr>
              <a:t>收</a:t>
            </a:r>
            <a:r>
              <a:rPr sz="2800" b="1" spc="215" dirty="0">
                <a:solidFill>
                  <a:schemeClr val="tx1"/>
                </a:solidFill>
                <a:latin typeface="Microsoft JhengHei"/>
                <a:cs typeface="Microsoft JhengHei"/>
              </a:rPr>
              <a:t>水</a:t>
            </a:r>
            <a:r>
              <a:rPr sz="2800" b="1" spc="225" dirty="0">
                <a:solidFill>
                  <a:schemeClr val="tx1"/>
                </a:solidFill>
                <a:latin typeface="Microsoft JhengHei"/>
                <a:cs typeface="Microsoft JhengHei"/>
              </a:rPr>
              <a:t>分</a:t>
            </a:r>
            <a:r>
              <a:rPr sz="2800" b="1" spc="215" dirty="0">
                <a:solidFill>
                  <a:schemeClr val="tx1"/>
                </a:solidFill>
                <a:latin typeface="Microsoft JhengHei"/>
                <a:cs typeface="Microsoft JhengHei"/>
              </a:rPr>
              <a:t>，降</a:t>
            </a:r>
            <a:r>
              <a:rPr sz="2800" b="1" spc="225" dirty="0">
                <a:solidFill>
                  <a:schemeClr val="tx1"/>
                </a:solidFill>
                <a:latin typeface="Microsoft JhengHei"/>
                <a:cs typeface="Microsoft JhengHei"/>
              </a:rPr>
              <a:t>雨</a:t>
            </a:r>
            <a:r>
              <a:rPr sz="2800" b="1" spc="-50" dirty="0">
                <a:solidFill>
                  <a:schemeClr val="tx1"/>
                </a:solidFill>
                <a:latin typeface="Microsoft JhengHei"/>
                <a:cs typeface="Microsoft JhengHei"/>
              </a:rPr>
              <a:t>量</a:t>
            </a:r>
            <a:r>
              <a:rPr sz="2800" b="1" spc="215" dirty="0">
                <a:solidFill>
                  <a:schemeClr val="tx1"/>
                </a:solidFill>
                <a:latin typeface="Microsoft JhengHei"/>
                <a:cs typeface="Microsoft JhengHei"/>
              </a:rPr>
              <a:t>减</a:t>
            </a:r>
            <a:r>
              <a:rPr sz="2800" b="1" spc="225" dirty="0">
                <a:solidFill>
                  <a:schemeClr val="tx1"/>
                </a:solidFill>
                <a:latin typeface="Microsoft JhengHei"/>
                <a:cs typeface="Microsoft JhengHei"/>
              </a:rPr>
              <a:t>少</a:t>
            </a:r>
            <a:r>
              <a:rPr sz="2800" b="1" spc="215" dirty="0">
                <a:solidFill>
                  <a:schemeClr val="tx1"/>
                </a:solidFill>
                <a:latin typeface="Microsoft JhengHei"/>
                <a:cs typeface="Microsoft JhengHei"/>
              </a:rPr>
              <a:t>，是</a:t>
            </a:r>
            <a:r>
              <a:rPr sz="2800" b="1" spc="225" dirty="0">
                <a:solidFill>
                  <a:schemeClr val="tx1"/>
                </a:solidFill>
                <a:latin typeface="Microsoft JhengHei"/>
                <a:cs typeface="Microsoft JhengHei"/>
              </a:rPr>
              <a:t>主</a:t>
            </a:r>
            <a:r>
              <a:rPr sz="2800" b="1" spc="215" dirty="0">
                <a:solidFill>
                  <a:schemeClr val="tx1"/>
                </a:solidFill>
                <a:latin typeface="Microsoft JhengHei"/>
                <a:cs typeface="Microsoft JhengHei"/>
              </a:rPr>
              <a:t>要</a:t>
            </a:r>
            <a:r>
              <a:rPr sz="2800" b="1" spc="225" dirty="0">
                <a:solidFill>
                  <a:schemeClr val="tx1"/>
                </a:solidFill>
                <a:latin typeface="Microsoft JhengHei"/>
                <a:cs typeface="Microsoft JhengHei"/>
              </a:rPr>
              <a:t>沙</a:t>
            </a:r>
            <a:r>
              <a:rPr sz="2800" b="1" spc="215" dirty="0">
                <a:solidFill>
                  <a:schemeClr val="tx1"/>
                </a:solidFill>
                <a:latin typeface="Microsoft JhengHei"/>
                <a:cs typeface="Microsoft JhengHei"/>
              </a:rPr>
              <a:t>漠撒</a:t>
            </a:r>
            <a:r>
              <a:rPr sz="2800" b="1" spc="225" dirty="0">
                <a:solidFill>
                  <a:schemeClr val="tx1"/>
                </a:solidFill>
                <a:latin typeface="Microsoft JhengHei"/>
                <a:cs typeface="Microsoft JhengHei"/>
              </a:rPr>
              <a:t>哈</a:t>
            </a:r>
            <a:r>
              <a:rPr sz="2800" b="1" spc="-50" dirty="0">
                <a:solidFill>
                  <a:schemeClr val="tx1"/>
                </a:solidFill>
                <a:latin typeface="Microsoft JhengHei"/>
                <a:cs typeface="Microsoft JhengHei"/>
              </a:rPr>
              <a:t>拉</a:t>
            </a:r>
            <a:endParaRPr sz="2800" dirty="0">
              <a:solidFill>
                <a:schemeClr val="tx1"/>
              </a:solidFill>
              <a:latin typeface="Microsoft JhengHei"/>
              <a:cs typeface="Microsoft JhengHei"/>
            </a:endParaRPr>
          </a:p>
          <a:p>
            <a:pPr marL="12700" marR="5080">
              <a:lnSpc>
                <a:spcPct val="100000"/>
              </a:lnSpc>
              <a:tabLst>
                <a:tab pos="2211705" algn="l"/>
              </a:tabLst>
            </a:pPr>
            <a:r>
              <a:rPr sz="2800" b="1" spc="215" dirty="0">
                <a:solidFill>
                  <a:schemeClr val="tx1"/>
                </a:solidFill>
                <a:latin typeface="Microsoft JhengHei"/>
                <a:cs typeface="Microsoft JhengHei"/>
              </a:rPr>
              <a:t>、</a:t>
            </a:r>
            <a:r>
              <a:rPr sz="2800" b="1" spc="225" dirty="0">
                <a:solidFill>
                  <a:schemeClr val="tx1"/>
                </a:solidFill>
                <a:latin typeface="Microsoft JhengHei"/>
                <a:cs typeface="Microsoft JhengHei"/>
              </a:rPr>
              <a:t>大</a:t>
            </a:r>
            <a:r>
              <a:rPr sz="2800" b="1" spc="215" dirty="0">
                <a:solidFill>
                  <a:schemeClr val="tx1"/>
                </a:solidFill>
                <a:latin typeface="Microsoft JhengHei"/>
                <a:cs typeface="Microsoft JhengHei"/>
              </a:rPr>
              <a:t>戈壁</a:t>
            </a:r>
            <a:r>
              <a:rPr sz="2800" b="1" spc="225" dirty="0">
                <a:solidFill>
                  <a:schemeClr val="tx1"/>
                </a:solidFill>
                <a:latin typeface="Microsoft JhengHei"/>
                <a:cs typeface="Microsoft JhengHei"/>
              </a:rPr>
              <a:t>滩</a:t>
            </a:r>
            <a:r>
              <a:rPr sz="2800" b="1" spc="215" dirty="0">
                <a:solidFill>
                  <a:schemeClr val="tx1"/>
                </a:solidFill>
                <a:latin typeface="Microsoft JhengHei"/>
                <a:cs typeface="Microsoft JhengHei"/>
              </a:rPr>
              <a:t>分</a:t>
            </a:r>
            <a:r>
              <a:rPr sz="2800" b="1" spc="225" dirty="0">
                <a:solidFill>
                  <a:schemeClr val="tx1"/>
                </a:solidFill>
                <a:latin typeface="Microsoft JhengHei"/>
                <a:cs typeface="Microsoft JhengHei"/>
              </a:rPr>
              <a:t>布</a:t>
            </a:r>
            <a:r>
              <a:rPr sz="2800" b="1" spc="215" dirty="0">
                <a:solidFill>
                  <a:schemeClr val="tx1"/>
                </a:solidFill>
                <a:latin typeface="Microsoft JhengHei"/>
                <a:cs typeface="Microsoft JhengHei"/>
              </a:rPr>
              <a:t>带；</a:t>
            </a:r>
            <a:r>
              <a:rPr sz="2800" b="1" spc="225" dirty="0">
                <a:solidFill>
                  <a:schemeClr val="tx1"/>
                </a:solidFill>
                <a:latin typeface="Microsoft JhengHei"/>
                <a:cs typeface="Microsoft JhengHei"/>
              </a:rPr>
              <a:t>在</a:t>
            </a:r>
            <a:r>
              <a:rPr sz="2800" b="1" spc="-50" dirty="0">
                <a:solidFill>
                  <a:schemeClr val="tx1"/>
                </a:solidFill>
                <a:latin typeface="Microsoft JhengHei"/>
                <a:cs typeface="Microsoft JhengHei"/>
              </a:rPr>
              <a:t>南</a:t>
            </a:r>
            <a:r>
              <a:rPr sz="2800" b="1" spc="215" dirty="0">
                <a:solidFill>
                  <a:schemeClr val="tx1"/>
                </a:solidFill>
                <a:latin typeface="Microsoft JhengHei"/>
                <a:cs typeface="Microsoft JhengHei"/>
              </a:rPr>
              <a:t>北</a:t>
            </a:r>
            <a:r>
              <a:rPr sz="2800" b="1" spc="225" dirty="0">
                <a:solidFill>
                  <a:schemeClr val="tx1"/>
                </a:solidFill>
                <a:latin typeface="Microsoft JhengHei"/>
                <a:cs typeface="Microsoft JhengHei"/>
              </a:rPr>
              <a:t>半</a:t>
            </a:r>
            <a:r>
              <a:rPr sz="2800" b="1" dirty="0">
                <a:solidFill>
                  <a:schemeClr val="tx1"/>
                </a:solidFill>
                <a:latin typeface="Microsoft JhengHei"/>
                <a:cs typeface="Microsoft JhengHei"/>
              </a:rPr>
              <a:t>球</a:t>
            </a:r>
            <a:r>
              <a:rPr sz="2800" b="1" spc="190" dirty="0">
                <a:solidFill>
                  <a:schemeClr val="tx1"/>
                </a:solidFill>
                <a:latin typeface="Microsoft JhengHei"/>
                <a:cs typeface="Microsoft JhengHei"/>
              </a:rPr>
              <a:t> </a:t>
            </a:r>
            <a:r>
              <a:rPr sz="2800" b="1" spc="-20" dirty="0">
                <a:solidFill>
                  <a:schemeClr val="tx1"/>
                </a:solidFill>
                <a:latin typeface="Times New Roman"/>
                <a:cs typeface="Times New Roman"/>
              </a:rPr>
              <a:t>40°</a:t>
            </a:r>
            <a:r>
              <a:rPr sz="2800" b="1" spc="-20" dirty="0">
                <a:solidFill>
                  <a:schemeClr val="tx1"/>
                </a:solidFill>
                <a:latin typeface="Microsoft JhengHei"/>
                <a:cs typeface="Microsoft JhengHei"/>
              </a:rPr>
              <a:t>-</a:t>
            </a:r>
            <a:r>
              <a:rPr sz="2800" b="1" dirty="0">
                <a:solidFill>
                  <a:schemeClr val="tx1"/>
                </a:solidFill>
                <a:latin typeface="Microsoft JhengHei"/>
                <a:cs typeface="Microsoft JhengHei"/>
              </a:rPr>
              <a:t>	</a:t>
            </a:r>
            <a:r>
              <a:rPr sz="2800" b="1" dirty="0">
                <a:solidFill>
                  <a:schemeClr val="tx1"/>
                </a:solidFill>
                <a:latin typeface="Times New Roman"/>
                <a:cs typeface="Times New Roman"/>
              </a:rPr>
              <a:t>60°</a:t>
            </a:r>
            <a:r>
              <a:rPr sz="2800" b="1" spc="-145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sz="2800" b="1" spc="215" dirty="0">
                <a:solidFill>
                  <a:schemeClr val="tx1"/>
                </a:solidFill>
                <a:latin typeface="Microsoft JhengHei"/>
                <a:cs typeface="Microsoft JhengHei"/>
              </a:rPr>
              <a:t>地</a:t>
            </a:r>
            <a:r>
              <a:rPr sz="2800" b="1" spc="225" dirty="0">
                <a:solidFill>
                  <a:schemeClr val="tx1"/>
                </a:solidFill>
                <a:latin typeface="Microsoft JhengHei"/>
                <a:cs typeface="Microsoft JhengHei"/>
              </a:rPr>
              <a:t>带</a:t>
            </a:r>
            <a:r>
              <a:rPr sz="2800" b="1" spc="215" dirty="0">
                <a:solidFill>
                  <a:schemeClr val="tx1"/>
                </a:solidFill>
                <a:latin typeface="Microsoft JhengHei"/>
                <a:cs typeface="Microsoft JhengHei"/>
              </a:rPr>
              <a:t>，</a:t>
            </a:r>
            <a:r>
              <a:rPr sz="2800" b="1" spc="-50" dirty="0">
                <a:solidFill>
                  <a:schemeClr val="tx1"/>
                </a:solidFill>
                <a:latin typeface="Microsoft JhengHei"/>
                <a:cs typeface="Microsoft JhengHei"/>
              </a:rPr>
              <a:t>由</a:t>
            </a:r>
            <a:r>
              <a:rPr sz="2800" b="1" spc="215" dirty="0">
                <a:solidFill>
                  <a:schemeClr val="tx1"/>
                </a:solidFill>
                <a:latin typeface="Microsoft JhengHei"/>
                <a:cs typeface="Microsoft JhengHei"/>
              </a:rPr>
              <a:t>于</a:t>
            </a:r>
            <a:r>
              <a:rPr sz="2800" b="1" spc="225" dirty="0">
                <a:solidFill>
                  <a:schemeClr val="tx1"/>
                </a:solidFill>
                <a:latin typeface="Microsoft JhengHei"/>
                <a:cs typeface="Microsoft JhengHei"/>
              </a:rPr>
              <a:t>南</a:t>
            </a:r>
            <a:r>
              <a:rPr sz="2800" b="1" spc="215" dirty="0">
                <a:solidFill>
                  <a:schemeClr val="tx1"/>
                </a:solidFill>
                <a:latin typeface="Microsoft JhengHei"/>
                <a:cs typeface="Microsoft JhengHei"/>
              </a:rPr>
              <a:t>北暖</a:t>
            </a:r>
            <a:r>
              <a:rPr sz="2800" b="1" spc="225" dirty="0">
                <a:solidFill>
                  <a:schemeClr val="tx1"/>
                </a:solidFill>
                <a:latin typeface="Microsoft JhengHei"/>
                <a:cs typeface="Microsoft JhengHei"/>
              </a:rPr>
              <a:t>冷</a:t>
            </a:r>
            <a:r>
              <a:rPr sz="2800" b="1" spc="215" dirty="0">
                <a:solidFill>
                  <a:schemeClr val="tx1"/>
                </a:solidFill>
                <a:latin typeface="Microsoft JhengHei"/>
                <a:cs typeface="Microsoft JhengHei"/>
              </a:rPr>
              <a:t>气</a:t>
            </a:r>
            <a:r>
              <a:rPr sz="2800" b="1" spc="225" dirty="0">
                <a:solidFill>
                  <a:schemeClr val="tx1"/>
                </a:solidFill>
                <a:latin typeface="Microsoft JhengHei"/>
                <a:cs typeface="Microsoft JhengHei"/>
              </a:rPr>
              <a:t>团</a:t>
            </a:r>
            <a:r>
              <a:rPr sz="2800" b="1" spc="215" dirty="0">
                <a:solidFill>
                  <a:schemeClr val="tx1"/>
                </a:solidFill>
                <a:latin typeface="Microsoft JhengHei"/>
                <a:cs typeface="Microsoft JhengHei"/>
              </a:rPr>
              <a:t>相交</a:t>
            </a:r>
            <a:r>
              <a:rPr sz="2800" b="1" spc="225" dirty="0">
                <a:solidFill>
                  <a:schemeClr val="tx1"/>
                </a:solidFill>
                <a:latin typeface="Microsoft JhengHei"/>
                <a:cs typeface="Microsoft JhengHei"/>
              </a:rPr>
              <a:t>形</a:t>
            </a:r>
            <a:r>
              <a:rPr sz="2800" b="1" spc="-50" dirty="0">
                <a:solidFill>
                  <a:schemeClr val="tx1"/>
                </a:solidFill>
                <a:latin typeface="Microsoft JhengHei"/>
                <a:cs typeface="Microsoft JhengHei"/>
              </a:rPr>
              <a:t>成</a:t>
            </a:r>
            <a:r>
              <a:rPr sz="2800" b="1" spc="215" dirty="0">
                <a:solidFill>
                  <a:schemeClr val="tx1"/>
                </a:solidFill>
                <a:latin typeface="Microsoft JhengHei"/>
                <a:cs typeface="Microsoft JhengHei"/>
              </a:rPr>
              <a:t>气</a:t>
            </a:r>
            <a:r>
              <a:rPr sz="2800" b="1" spc="225" dirty="0">
                <a:solidFill>
                  <a:schemeClr val="tx1"/>
                </a:solidFill>
                <a:latin typeface="Microsoft JhengHei"/>
                <a:cs typeface="Microsoft JhengHei"/>
              </a:rPr>
              <a:t>旋</a:t>
            </a:r>
            <a:r>
              <a:rPr sz="2800" b="1" spc="215" dirty="0">
                <a:solidFill>
                  <a:schemeClr val="tx1"/>
                </a:solidFill>
                <a:latin typeface="Microsoft JhengHei"/>
                <a:cs typeface="Microsoft JhengHei"/>
              </a:rPr>
              <a:t>雨，</a:t>
            </a:r>
            <a:r>
              <a:rPr sz="2800" b="1" spc="225" dirty="0">
                <a:solidFill>
                  <a:schemeClr val="tx1"/>
                </a:solidFill>
                <a:latin typeface="Microsoft JhengHei"/>
                <a:cs typeface="Microsoft JhengHei"/>
              </a:rPr>
              <a:t>年</a:t>
            </a:r>
            <a:r>
              <a:rPr sz="2800" b="1" spc="215" dirty="0">
                <a:solidFill>
                  <a:schemeClr val="tx1"/>
                </a:solidFill>
                <a:latin typeface="Microsoft JhengHei"/>
                <a:cs typeface="Microsoft JhengHei"/>
              </a:rPr>
              <a:t>降</a:t>
            </a:r>
            <a:r>
              <a:rPr sz="2800" b="1" spc="225" dirty="0">
                <a:solidFill>
                  <a:schemeClr val="tx1"/>
                </a:solidFill>
                <a:latin typeface="Microsoft JhengHei"/>
                <a:cs typeface="Microsoft JhengHei"/>
              </a:rPr>
              <a:t>雨</a:t>
            </a:r>
            <a:r>
              <a:rPr sz="2800" b="1" spc="215" dirty="0">
                <a:solidFill>
                  <a:schemeClr val="tx1"/>
                </a:solidFill>
                <a:latin typeface="Microsoft JhengHei"/>
                <a:cs typeface="Microsoft JhengHei"/>
              </a:rPr>
              <a:t>量超</a:t>
            </a:r>
            <a:r>
              <a:rPr sz="2800" b="1" dirty="0">
                <a:solidFill>
                  <a:schemeClr val="tx1"/>
                </a:solidFill>
                <a:latin typeface="Microsoft JhengHei"/>
                <a:cs typeface="Microsoft JhengHei"/>
              </a:rPr>
              <a:t>过</a:t>
            </a:r>
            <a:r>
              <a:rPr sz="2800" b="1" spc="215" dirty="0">
                <a:solidFill>
                  <a:schemeClr val="tx1"/>
                </a:solidFill>
                <a:latin typeface="Microsoft JhengHei"/>
                <a:cs typeface="Microsoft JhengHei"/>
              </a:rPr>
              <a:t> </a:t>
            </a:r>
            <a:r>
              <a:rPr sz="2800" b="1" spc="-25" dirty="0">
                <a:solidFill>
                  <a:schemeClr val="tx1"/>
                </a:solidFill>
                <a:latin typeface="Times New Roman"/>
                <a:cs typeface="Times New Roman"/>
              </a:rPr>
              <a:t>25 </a:t>
            </a:r>
            <a:r>
              <a:rPr sz="2800" b="1" dirty="0">
                <a:solidFill>
                  <a:schemeClr val="tx1"/>
                </a:solidFill>
                <a:latin typeface="Times New Roman"/>
                <a:cs typeface="Times New Roman"/>
              </a:rPr>
              <a:t>cm</a:t>
            </a:r>
            <a:r>
              <a:rPr sz="2800" b="1" spc="-55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sz="2800" b="1" spc="215" dirty="0">
                <a:solidFill>
                  <a:schemeClr val="tx1"/>
                </a:solidFill>
                <a:latin typeface="Microsoft JhengHei"/>
                <a:cs typeface="Microsoft JhengHei"/>
              </a:rPr>
              <a:t>，</a:t>
            </a:r>
            <a:r>
              <a:rPr sz="2800" b="1" spc="225" dirty="0">
                <a:solidFill>
                  <a:schemeClr val="tx1"/>
                </a:solidFill>
                <a:latin typeface="Microsoft JhengHei"/>
                <a:cs typeface="Microsoft JhengHei"/>
              </a:rPr>
              <a:t>为</a:t>
            </a:r>
            <a:r>
              <a:rPr sz="2800" b="1" spc="215" dirty="0">
                <a:solidFill>
                  <a:schemeClr val="tx1"/>
                </a:solidFill>
                <a:latin typeface="Microsoft JhengHei"/>
                <a:cs typeface="Microsoft JhengHei"/>
              </a:rPr>
              <a:t>中纬</a:t>
            </a:r>
            <a:r>
              <a:rPr sz="2800" b="1" spc="225" dirty="0">
                <a:solidFill>
                  <a:schemeClr val="tx1"/>
                </a:solidFill>
                <a:latin typeface="Microsoft JhengHei"/>
                <a:cs typeface="Microsoft JhengHei"/>
              </a:rPr>
              <a:t>度</a:t>
            </a:r>
            <a:r>
              <a:rPr sz="2800" b="1" spc="215" dirty="0">
                <a:solidFill>
                  <a:schemeClr val="tx1"/>
                </a:solidFill>
                <a:latin typeface="Microsoft JhengHei"/>
                <a:cs typeface="Microsoft JhengHei"/>
              </a:rPr>
              <a:t>湿</a:t>
            </a:r>
            <a:r>
              <a:rPr sz="2800" b="1" spc="225" dirty="0">
                <a:solidFill>
                  <a:schemeClr val="tx1"/>
                </a:solidFill>
                <a:latin typeface="Microsoft JhengHei"/>
                <a:cs typeface="Microsoft JhengHei"/>
              </a:rPr>
              <a:t>润</a:t>
            </a:r>
            <a:r>
              <a:rPr sz="2800" b="1" spc="215" dirty="0">
                <a:solidFill>
                  <a:schemeClr val="tx1"/>
                </a:solidFill>
                <a:latin typeface="Microsoft JhengHei"/>
                <a:cs typeface="Microsoft JhengHei"/>
              </a:rPr>
              <a:t>带</a:t>
            </a:r>
            <a:r>
              <a:rPr sz="2800" b="1" spc="-50" dirty="0">
                <a:solidFill>
                  <a:schemeClr val="tx1"/>
                </a:solidFill>
                <a:latin typeface="Microsoft JhengHei"/>
                <a:cs typeface="Microsoft JhengHei"/>
              </a:rPr>
              <a:t>。</a:t>
            </a:r>
            <a:r>
              <a:rPr sz="2800" b="1" spc="215" dirty="0">
                <a:solidFill>
                  <a:schemeClr val="tx1"/>
                </a:solidFill>
                <a:latin typeface="Microsoft JhengHei"/>
                <a:cs typeface="Microsoft JhengHei"/>
              </a:rPr>
              <a:t>极</a:t>
            </a:r>
            <a:r>
              <a:rPr sz="2800" b="1" spc="225" dirty="0">
                <a:solidFill>
                  <a:schemeClr val="tx1"/>
                </a:solidFill>
                <a:latin typeface="Microsoft JhengHei"/>
                <a:cs typeface="Microsoft JhengHei"/>
              </a:rPr>
              <a:t>地</a:t>
            </a:r>
            <a:r>
              <a:rPr sz="2800" b="1" spc="215" dirty="0">
                <a:solidFill>
                  <a:schemeClr val="tx1"/>
                </a:solidFill>
                <a:latin typeface="Microsoft JhengHei"/>
                <a:cs typeface="Microsoft JhengHei"/>
              </a:rPr>
              <a:t>降水</a:t>
            </a:r>
            <a:r>
              <a:rPr sz="2800" b="1" spc="225" dirty="0">
                <a:solidFill>
                  <a:schemeClr val="tx1"/>
                </a:solidFill>
                <a:latin typeface="Microsoft JhengHei"/>
                <a:cs typeface="Microsoft JhengHei"/>
              </a:rPr>
              <a:t>很</a:t>
            </a:r>
            <a:r>
              <a:rPr sz="2800" b="1" spc="215" dirty="0">
                <a:solidFill>
                  <a:schemeClr val="tx1"/>
                </a:solidFill>
                <a:latin typeface="Microsoft JhengHei"/>
                <a:cs typeface="Microsoft JhengHei"/>
              </a:rPr>
              <a:t>少</a:t>
            </a:r>
            <a:r>
              <a:rPr sz="2800" b="1" spc="225" dirty="0">
                <a:solidFill>
                  <a:schemeClr val="tx1"/>
                </a:solidFill>
                <a:latin typeface="Microsoft JhengHei"/>
                <a:cs typeface="Microsoft JhengHei"/>
              </a:rPr>
              <a:t>，</a:t>
            </a:r>
            <a:r>
              <a:rPr sz="2800" b="1" spc="215" dirty="0">
                <a:solidFill>
                  <a:schemeClr val="tx1"/>
                </a:solidFill>
                <a:latin typeface="Microsoft JhengHei"/>
                <a:cs typeface="Microsoft JhengHei"/>
              </a:rPr>
              <a:t>为干</a:t>
            </a:r>
            <a:r>
              <a:rPr sz="2800" b="1" spc="225" dirty="0">
                <a:solidFill>
                  <a:schemeClr val="tx1"/>
                </a:solidFill>
                <a:latin typeface="Microsoft JhengHei"/>
                <a:cs typeface="Microsoft JhengHei"/>
              </a:rPr>
              <a:t>燥</a:t>
            </a:r>
            <a:r>
              <a:rPr sz="2800" b="1" spc="-50" dirty="0">
                <a:solidFill>
                  <a:schemeClr val="tx1"/>
                </a:solidFill>
                <a:latin typeface="Microsoft JhengHei"/>
                <a:cs typeface="Microsoft JhengHei"/>
              </a:rPr>
              <a:t>地</a:t>
            </a:r>
            <a:r>
              <a:rPr sz="2800" b="1" spc="215" dirty="0">
                <a:solidFill>
                  <a:schemeClr val="tx1"/>
                </a:solidFill>
                <a:latin typeface="Microsoft JhengHei"/>
                <a:cs typeface="Microsoft JhengHei"/>
              </a:rPr>
              <a:t>带</a:t>
            </a:r>
            <a:r>
              <a:rPr sz="2800" b="1" spc="-50" dirty="0">
                <a:solidFill>
                  <a:schemeClr val="tx1"/>
                </a:solidFill>
                <a:latin typeface="Microsoft JhengHei"/>
                <a:cs typeface="Microsoft JhengHei"/>
              </a:rPr>
              <a:t>。</a:t>
            </a:r>
            <a:endParaRPr sz="2800" dirty="0">
              <a:solidFill>
                <a:schemeClr val="tx1"/>
              </a:solidFill>
              <a:latin typeface="Microsoft JhengHei"/>
              <a:cs typeface="Microsoft JhengHe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00600" y="2316105"/>
            <a:ext cx="4343400" cy="402717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5440679" y="793375"/>
            <a:ext cx="312356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49860">
              <a:lnSpc>
                <a:spcPct val="100000"/>
              </a:lnSpc>
              <a:spcBef>
                <a:spcPts val="100"/>
              </a:spcBef>
            </a:pPr>
            <a:r>
              <a:rPr sz="2400" b="1" spc="165" dirty="0">
                <a:solidFill>
                  <a:schemeClr val="tx1"/>
                </a:solidFill>
                <a:latin typeface="Microsoft JhengHei"/>
                <a:cs typeface="Microsoft JhengHei"/>
              </a:rPr>
              <a:t>陆地上降雨量的多少</a:t>
            </a:r>
            <a:r>
              <a:rPr sz="2400" b="1" spc="85" dirty="0">
                <a:solidFill>
                  <a:schemeClr val="tx1"/>
                </a:solidFill>
                <a:latin typeface="Microsoft JhengHei"/>
                <a:cs typeface="Microsoft JhengHei"/>
              </a:rPr>
              <a:t>还受到海陆位置， 地</a:t>
            </a:r>
            <a:r>
              <a:rPr sz="2400" b="1" spc="160" dirty="0">
                <a:solidFill>
                  <a:schemeClr val="tx1"/>
                </a:solidFill>
                <a:latin typeface="Microsoft JhengHei"/>
                <a:cs typeface="Microsoft JhengHei"/>
              </a:rPr>
              <a:t>形及季节的影响。</a:t>
            </a:r>
            <a:endParaRPr sz="2400" dirty="0">
              <a:solidFill>
                <a:schemeClr val="tx1"/>
              </a:solidFill>
              <a:latin typeface="Microsoft JhengHei"/>
              <a:cs typeface="Microsoft JhengHe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0730" y="655320"/>
            <a:ext cx="7264400" cy="4899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latin typeface="Times New Roman"/>
                <a:cs typeface="Times New Roman"/>
              </a:rPr>
              <a:t>2</a:t>
            </a:r>
            <a:r>
              <a:rPr sz="3200" b="1" spc="-15" dirty="0">
                <a:latin typeface="Times New Roman"/>
                <a:cs typeface="Times New Roman"/>
              </a:rPr>
              <a:t>. </a:t>
            </a:r>
            <a:r>
              <a:rPr sz="3200" b="1" spc="195" dirty="0">
                <a:latin typeface="Microsoft JhengHei"/>
                <a:cs typeface="Microsoft JhengHei"/>
              </a:rPr>
              <a:t>大气湿度：</a:t>
            </a:r>
            <a:endParaRPr sz="3200">
              <a:latin typeface="Microsoft JhengHei"/>
              <a:cs typeface="Microsoft JhengHei"/>
            </a:endParaRPr>
          </a:p>
          <a:p>
            <a:pPr marL="12700" marR="5080" indent="233679">
              <a:lnSpc>
                <a:spcPct val="100000"/>
              </a:lnSpc>
              <a:spcBef>
                <a:spcPts val="3829"/>
              </a:spcBef>
              <a:tabLst>
                <a:tab pos="5447665" algn="l"/>
              </a:tabLst>
            </a:pPr>
            <a:r>
              <a:rPr sz="3200" b="1" spc="265" dirty="0">
                <a:latin typeface="Microsoft JhengHei"/>
                <a:cs typeface="Microsoft JhengHei"/>
              </a:rPr>
              <a:t>反</a:t>
            </a:r>
            <a:r>
              <a:rPr sz="3200" b="1" spc="254" dirty="0">
                <a:latin typeface="Microsoft JhengHei"/>
                <a:cs typeface="Microsoft JhengHei"/>
              </a:rPr>
              <a:t>映</a:t>
            </a:r>
            <a:r>
              <a:rPr sz="3200" b="1" spc="265" dirty="0">
                <a:latin typeface="Microsoft JhengHei"/>
                <a:cs typeface="Microsoft JhengHei"/>
              </a:rPr>
              <a:t>了大气中</a:t>
            </a:r>
            <a:r>
              <a:rPr sz="3200" b="1" spc="254" dirty="0">
                <a:latin typeface="Microsoft JhengHei"/>
                <a:cs typeface="Microsoft JhengHei"/>
              </a:rPr>
              <a:t>气</a:t>
            </a:r>
            <a:r>
              <a:rPr sz="3200" b="1" spc="265" dirty="0">
                <a:latin typeface="Microsoft JhengHei"/>
                <a:cs typeface="Microsoft JhengHei"/>
              </a:rPr>
              <a:t>态水含量</a:t>
            </a:r>
            <a:r>
              <a:rPr sz="3200" b="1" spc="254" dirty="0">
                <a:latin typeface="Microsoft JhengHei"/>
                <a:cs typeface="Microsoft JhengHei"/>
              </a:rPr>
              <a:t>。</a:t>
            </a:r>
            <a:r>
              <a:rPr sz="3200" b="1" spc="265" dirty="0">
                <a:latin typeface="Microsoft JhengHei"/>
                <a:cs typeface="Microsoft JhengHei"/>
              </a:rPr>
              <a:t>常用相</a:t>
            </a:r>
            <a:r>
              <a:rPr sz="3200" b="1" spc="-50" dirty="0">
                <a:latin typeface="Microsoft JhengHei"/>
                <a:cs typeface="Microsoft JhengHei"/>
              </a:rPr>
              <a:t>对</a:t>
            </a:r>
            <a:r>
              <a:rPr sz="3200" b="1" spc="265" dirty="0">
                <a:latin typeface="Microsoft JhengHei"/>
                <a:cs typeface="Microsoft JhengHei"/>
              </a:rPr>
              <a:t>湿度来表</a:t>
            </a:r>
            <a:r>
              <a:rPr sz="3200" b="1" spc="254" dirty="0">
                <a:latin typeface="Microsoft JhengHei"/>
                <a:cs typeface="Microsoft JhengHei"/>
              </a:rPr>
              <a:t>示</a:t>
            </a:r>
            <a:r>
              <a:rPr sz="3200" b="1" dirty="0">
                <a:latin typeface="Microsoft JhengHei"/>
                <a:cs typeface="Microsoft JhengHei"/>
              </a:rPr>
              <a:t>：</a:t>
            </a:r>
            <a:r>
              <a:rPr sz="3200" b="1" spc="240" dirty="0">
                <a:latin typeface="Microsoft JhengHei"/>
                <a:cs typeface="Microsoft JhengHei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R.H</a:t>
            </a:r>
            <a:r>
              <a:rPr sz="3200" b="1" spc="-15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=</a:t>
            </a:r>
            <a:r>
              <a:rPr sz="3200" b="1" spc="-10" dirty="0">
                <a:latin typeface="Times New Roman"/>
                <a:cs typeface="Times New Roman"/>
              </a:rPr>
              <a:t> e/E(%).</a:t>
            </a:r>
            <a:r>
              <a:rPr sz="3200" b="1" dirty="0">
                <a:latin typeface="Times New Roman"/>
                <a:cs typeface="Times New Roman"/>
              </a:rPr>
              <a:t>	</a:t>
            </a:r>
            <a:r>
              <a:rPr sz="3200" b="1" spc="265" dirty="0">
                <a:latin typeface="Microsoft JhengHei"/>
                <a:cs typeface="Microsoft JhengHei"/>
              </a:rPr>
              <a:t>单位容</a:t>
            </a:r>
            <a:r>
              <a:rPr sz="3200" b="1" spc="-50" dirty="0">
                <a:latin typeface="Microsoft JhengHei"/>
                <a:cs typeface="Microsoft JhengHei"/>
              </a:rPr>
              <a:t>积</a:t>
            </a:r>
            <a:r>
              <a:rPr sz="3200" b="1" spc="265" dirty="0">
                <a:latin typeface="Microsoft JhengHei"/>
                <a:cs typeface="Microsoft JhengHei"/>
              </a:rPr>
              <a:t>空气中实</a:t>
            </a:r>
            <a:r>
              <a:rPr sz="3200" b="1" spc="254" dirty="0">
                <a:latin typeface="Microsoft JhengHei"/>
                <a:cs typeface="Microsoft JhengHei"/>
              </a:rPr>
              <a:t>际</a:t>
            </a:r>
            <a:r>
              <a:rPr sz="3200" b="1" spc="265" dirty="0">
                <a:latin typeface="Microsoft JhengHei"/>
                <a:cs typeface="Microsoft JhengHei"/>
              </a:rPr>
              <a:t>水汽含量</a:t>
            </a:r>
            <a:r>
              <a:rPr sz="3200" b="1" spc="254" dirty="0">
                <a:latin typeface="Microsoft JhengHei"/>
                <a:cs typeface="Microsoft JhengHei"/>
              </a:rPr>
              <a:t>占</a:t>
            </a:r>
            <a:r>
              <a:rPr sz="3200" b="1" spc="265" dirty="0">
                <a:latin typeface="Microsoft JhengHei"/>
                <a:cs typeface="Microsoft JhengHei"/>
              </a:rPr>
              <a:t>饱和水汽含</a:t>
            </a:r>
            <a:r>
              <a:rPr sz="3200" b="1" spc="-50" dirty="0">
                <a:latin typeface="Microsoft JhengHei"/>
                <a:cs typeface="Microsoft JhengHei"/>
              </a:rPr>
              <a:t>量</a:t>
            </a:r>
            <a:r>
              <a:rPr sz="3200" b="1" spc="265" dirty="0">
                <a:latin typeface="Microsoft JhengHei"/>
                <a:cs typeface="Microsoft JhengHei"/>
              </a:rPr>
              <a:t>百分比</a:t>
            </a:r>
            <a:r>
              <a:rPr sz="3200" b="1" spc="-50" dirty="0">
                <a:latin typeface="Microsoft JhengHei"/>
                <a:cs typeface="Microsoft JhengHei"/>
              </a:rPr>
              <a:t>。</a:t>
            </a:r>
            <a:endParaRPr sz="3200">
              <a:latin typeface="Microsoft JhengHei"/>
              <a:cs typeface="Microsoft JhengHei"/>
            </a:endParaRPr>
          </a:p>
          <a:p>
            <a:pPr marL="12700">
              <a:lnSpc>
                <a:spcPct val="100000"/>
              </a:lnSpc>
              <a:spcBef>
                <a:spcPts val="3829"/>
              </a:spcBef>
            </a:pPr>
            <a:r>
              <a:rPr sz="3200" b="1" spc="235" dirty="0">
                <a:latin typeface="Microsoft JhengHei"/>
                <a:cs typeface="Microsoft JhengHei"/>
              </a:rPr>
              <a:t>相对湿度受到温度、风等因素的影响</a:t>
            </a:r>
            <a:endParaRPr sz="3200">
              <a:latin typeface="Microsoft JhengHei"/>
              <a:cs typeface="Microsoft JhengHei"/>
            </a:endParaRPr>
          </a:p>
          <a:p>
            <a:pPr marL="12700" marR="237490">
              <a:lnSpc>
                <a:spcPct val="100000"/>
              </a:lnSpc>
            </a:pPr>
            <a:r>
              <a:rPr sz="3200" b="1" spc="235" dirty="0">
                <a:latin typeface="Microsoft JhengHei"/>
                <a:cs typeface="Microsoft JhengHei"/>
              </a:rPr>
              <a:t>，会随地理位置、昼夜、季节等因素</a:t>
            </a:r>
            <a:r>
              <a:rPr sz="3200" b="1" spc="200" dirty="0">
                <a:latin typeface="Microsoft JhengHei"/>
                <a:cs typeface="Microsoft JhengHei"/>
              </a:rPr>
              <a:t>发生变化。</a:t>
            </a:r>
            <a:endParaRPr sz="3200">
              <a:latin typeface="Microsoft JhengHei"/>
              <a:cs typeface="Microsoft JhengHe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2270" y="34290"/>
            <a:ext cx="4151629" cy="999490"/>
          </a:xfrm>
          <a:prstGeom prst="rect">
            <a:avLst/>
          </a:prstGeom>
        </p:spPr>
        <p:txBody>
          <a:bodyPr vert="horz" wrap="square" lIns="0" tIns="26669" rIns="0" bIns="0" rtlCol="0">
            <a:spAutoFit/>
          </a:bodyPr>
          <a:lstStyle/>
          <a:p>
            <a:pPr marL="12700" marR="5080">
              <a:lnSpc>
                <a:spcPts val="3829"/>
              </a:lnSpc>
              <a:spcBef>
                <a:spcPts val="209"/>
              </a:spcBef>
              <a:tabLst>
                <a:tab pos="652145" algn="l"/>
              </a:tabLst>
            </a:pPr>
            <a:r>
              <a:rPr sz="3200" spc="-50" dirty="0">
                <a:latin typeface="Times New Roman"/>
                <a:cs typeface="Times New Roman"/>
              </a:rPr>
              <a:t>3</a:t>
            </a:r>
            <a:r>
              <a:rPr sz="3200" dirty="0">
                <a:latin typeface="Times New Roman"/>
                <a:cs typeface="Times New Roman"/>
              </a:rPr>
              <a:t>	</a:t>
            </a:r>
            <a:r>
              <a:rPr sz="3200" spc="220" dirty="0"/>
              <a:t>我国降水量的地域</a:t>
            </a:r>
            <a:r>
              <a:rPr sz="3200" spc="150" dirty="0"/>
              <a:t>分布：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2270" y="1230629"/>
            <a:ext cx="4189729" cy="47180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1750">
              <a:lnSpc>
                <a:spcPct val="100000"/>
              </a:lnSpc>
              <a:spcBef>
                <a:spcPts val="100"/>
              </a:spcBef>
            </a:pPr>
            <a:r>
              <a:rPr sz="2800" b="1" spc="185" dirty="0">
                <a:latin typeface="Microsoft JhengHei"/>
                <a:cs typeface="Microsoft JhengHei"/>
              </a:rPr>
              <a:t>基本规律：从东南往西</a:t>
            </a:r>
            <a:r>
              <a:rPr sz="2800" b="1" spc="215" dirty="0">
                <a:latin typeface="Microsoft JhengHei"/>
                <a:cs typeface="Microsoft JhengHei"/>
              </a:rPr>
              <a:t>北降水逐渐减少。</a:t>
            </a:r>
            <a:r>
              <a:rPr sz="2800" spc="-25" dirty="0">
                <a:latin typeface="SimSun"/>
                <a:cs typeface="SimSun"/>
              </a:rPr>
              <a:t>等雨线</a:t>
            </a:r>
            <a:endParaRPr sz="280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</a:pPr>
            <a:r>
              <a:rPr sz="2800" spc="-95" dirty="0">
                <a:latin typeface="SimSun"/>
                <a:cs typeface="SimSun"/>
              </a:rPr>
              <a:t>：华南年降水量为 </a:t>
            </a:r>
            <a:r>
              <a:rPr sz="2800" spc="-10" dirty="0">
                <a:latin typeface="Times New Roman"/>
                <a:cs typeface="Times New Roman"/>
              </a:rPr>
              <a:t>1500</a:t>
            </a:r>
            <a:r>
              <a:rPr sz="2800" spc="-10" dirty="0">
                <a:latin typeface="SimSun"/>
                <a:cs typeface="SimSun"/>
              </a:rPr>
              <a:t>—</a:t>
            </a:r>
            <a:endParaRPr sz="280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tabLst>
                <a:tab pos="969010" algn="l"/>
              </a:tabLst>
            </a:pPr>
            <a:r>
              <a:rPr sz="2800" spc="-20" dirty="0">
                <a:latin typeface="Times New Roman"/>
                <a:cs typeface="Times New Roman"/>
              </a:rPr>
              <a:t>2000</a:t>
            </a:r>
            <a:r>
              <a:rPr sz="2800" dirty="0">
                <a:latin typeface="Times New Roman"/>
                <a:cs typeface="Times New Roman"/>
              </a:rPr>
              <a:t>	mm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spc="-120" dirty="0">
                <a:latin typeface="SimSun"/>
                <a:cs typeface="SimSun"/>
              </a:rPr>
              <a:t>，长江流域为 </a:t>
            </a:r>
            <a:r>
              <a:rPr sz="2800" spc="-25" dirty="0">
                <a:latin typeface="Times New Roman"/>
                <a:cs typeface="Times New Roman"/>
              </a:rPr>
              <a:t>10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1762125" algn="l"/>
              </a:tabLst>
            </a:pPr>
            <a:r>
              <a:rPr sz="2800" spc="-10" dirty="0">
                <a:latin typeface="Times New Roman"/>
                <a:cs typeface="Times New Roman"/>
              </a:rPr>
              <a:t>00</a:t>
            </a:r>
            <a:r>
              <a:rPr sz="2800" spc="-10" dirty="0">
                <a:latin typeface="SimSun"/>
                <a:cs typeface="SimSun"/>
              </a:rPr>
              <a:t>—</a:t>
            </a:r>
            <a:r>
              <a:rPr sz="2800" spc="-20" dirty="0">
                <a:latin typeface="Times New Roman"/>
                <a:cs typeface="Times New Roman"/>
              </a:rPr>
              <a:t>1500</a:t>
            </a:r>
            <a:r>
              <a:rPr sz="2800" dirty="0">
                <a:latin typeface="Times New Roman"/>
                <a:cs typeface="Times New Roman"/>
              </a:rPr>
              <a:t>	mm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SimSun"/>
                <a:cs typeface="SimSun"/>
              </a:rPr>
              <a:t>，秦岭和淮</a:t>
            </a:r>
            <a:endParaRPr sz="2800">
              <a:latin typeface="SimSun"/>
              <a:cs typeface="SimSun"/>
            </a:endParaRPr>
          </a:p>
          <a:p>
            <a:pPr marL="12700" marR="5080">
              <a:lnSpc>
                <a:spcPct val="100000"/>
              </a:lnSpc>
              <a:tabLst>
                <a:tab pos="2472690" algn="l"/>
                <a:tab pos="3182620" algn="l"/>
              </a:tabLst>
            </a:pPr>
            <a:r>
              <a:rPr sz="2800" spc="-15" dirty="0">
                <a:latin typeface="SimSun"/>
                <a:cs typeface="SimSun"/>
              </a:rPr>
              <a:t>河</a:t>
            </a:r>
            <a:r>
              <a:rPr sz="2800" dirty="0">
                <a:latin typeface="SimSun"/>
                <a:cs typeface="SimSun"/>
              </a:rPr>
              <a:t>大</a:t>
            </a:r>
            <a:r>
              <a:rPr sz="2800" spc="-15" dirty="0">
                <a:latin typeface="SimSun"/>
                <a:cs typeface="SimSun"/>
              </a:rPr>
              <a:t>约</a:t>
            </a:r>
            <a:r>
              <a:rPr sz="2800" dirty="0">
                <a:latin typeface="SimSun"/>
                <a:cs typeface="SimSun"/>
              </a:rPr>
              <a:t>为</a:t>
            </a:r>
            <a:r>
              <a:rPr sz="2800" spc="-730" dirty="0">
                <a:latin typeface="SimSun"/>
                <a:cs typeface="SimSu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750</a:t>
            </a:r>
            <a:r>
              <a:rPr sz="2800" dirty="0">
                <a:latin typeface="Times New Roman"/>
                <a:cs typeface="Times New Roman"/>
              </a:rPr>
              <a:t>	mm</a:t>
            </a:r>
            <a:r>
              <a:rPr sz="2800" spc="-1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SimSun"/>
                <a:cs typeface="SimSun"/>
              </a:rPr>
              <a:t>，从</a:t>
            </a:r>
            <a:r>
              <a:rPr sz="2800" spc="-50" dirty="0">
                <a:latin typeface="SimSun"/>
                <a:cs typeface="SimSun"/>
              </a:rPr>
              <a:t>大</a:t>
            </a:r>
            <a:r>
              <a:rPr sz="2800" spc="-15" dirty="0">
                <a:latin typeface="SimSun"/>
                <a:cs typeface="SimSun"/>
              </a:rPr>
              <a:t>兴</a:t>
            </a:r>
            <a:r>
              <a:rPr sz="2800" dirty="0">
                <a:latin typeface="SimSun"/>
                <a:cs typeface="SimSun"/>
              </a:rPr>
              <a:t>安</a:t>
            </a:r>
            <a:r>
              <a:rPr sz="2800" spc="-15" dirty="0">
                <a:latin typeface="SimSun"/>
                <a:cs typeface="SimSun"/>
              </a:rPr>
              <a:t>岭</a:t>
            </a:r>
            <a:r>
              <a:rPr sz="2800" dirty="0">
                <a:latin typeface="SimSun"/>
                <a:cs typeface="SimSun"/>
              </a:rPr>
              <a:t>西坡</a:t>
            </a:r>
            <a:r>
              <a:rPr sz="2800" spc="-15" dirty="0">
                <a:latin typeface="SimSun"/>
                <a:cs typeface="SimSun"/>
              </a:rPr>
              <a:t>向</a:t>
            </a:r>
            <a:r>
              <a:rPr sz="2800" dirty="0">
                <a:latin typeface="SimSun"/>
                <a:cs typeface="SimSun"/>
              </a:rPr>
              <a:t>西</a:t>
            </a:r>
            <a:r>
              <a:rPr sz="2800" spc="-15" dirty="0">
                <a:latin typeface="SimSun"/>
                <a:cs typeface="SimSun"/>
              </a:rPr>
              <a:t>，</a:t>
            </a:r>
            <a:r>
              <a:rPr sz="2800" dirty="0">
                <a:latin typeface="SimSun"/>
                <a:cs typeface="SimSun"/>
              </a:rPr>
              <a:t>经燕</a:t>
            </a:r>
            <a:r>
              <a:rPr sz="2800" spc="-50" dirty="0">
                <a:latin typeface="SimSun"/>
                <a:cs typeface="SimSun"/>
              </a:rPr>
              <a:t>山</a:t>
            </a:r>
            <a:r>
              <a:rPr sz="2800" spc="-15" dirty="0">
                <a:latin typeface="SimSun"/>
                <a:cs typeface="SimSun"/>
              </a:rPr>
              <a:t>到</a:t>
            </a:r>
            <a:r>
              <a:rPr sz="2800" dirty="0">
                <a:latin typeface="SimSun"/>
                <a:cs typeface="SimSun"/>
              </a:rPr>
              <a:t>秦</a:t>
            </a:r>
            <a:r>
              <a:rPr sz="2800" spc="-15" dirty="0">
                <a:latin typeface="SimSun"/>
                <a:cs typeface="SimSun"/>
              </a:rPr>
              <a:t>岭</a:t>
            </a:r>
            <a:r>
              <a:rPr sz="2800" dirty="0">
                <a:latin typeface="SimSun"/>
                <a:cs typeface="SimSun"/>
              </a:rPr>
              <a:t>北坡为</a:t>
            </a:r>
            <a:r>
              <a:rPr sz="2800" spc="-740" dirty="0">
                <a:latin typeface="SimSun"/>
                <a:cs typeface="SimSu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500</a:t>
            </a:r>
            <a:r>
              <a:rPr sz="2800" dirty="0">
                <a:latin typeface="Times New Roman"/>
                <a:cs typeface="Times New Roman"/>
              </a:rPr>
              <a:t>	mm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50" dirty="0">
                <a:latin typeface="SimSun"/>
                <a:cs typeface="SimSun"/>
              </a:rPr>
              <a:t>，</a:t>
            </a:r>
            <a:endParaRPr sz="2800">
              <a:latin typeface="SimSun"/>
              <a:cs typeface="SimSun"/>
            </a:endParaRPr>
          </a:p>
          <a:p>
            <a:pPr marL="12700" marR="5715">
              <a:lnSpc>
                <a:spcPts val="3360"/>
              </a:lnSpc>
              <a:spcBef>
                <a:spcPts val="90"/>
              </a:spcBef>
              <a:tabLst>
                <a:tab pos="3898900" algn="l"/>
              </a:tabLst>
            </a:pPr>
            <a:r>
              <a:rPr sz="2800" spc="-15" dirty="0">
                <a:latin typeface="SimSun"/>
                <a:cs typeface="SimSun"/>
              </a:rPr>
              <a:t>黄</a:t>
            </a:r>
            <a:r>
              <a:rPr sz="2800" dirty="0">
                <a:latin typeface="SimSun"/>
                <a:cs typeface="SimSun"/>
              </a:rPr>
              <a:t>河</a:t>
            </a:r>
            <a:r>
              <a:rPr sz="2800" spc="-15" dirty="0">
                <a:latin typeface="SimSun"/>
                <a:cs typeface="SimSun"/>
              </a:rPr>
              <a:t>上</a:t>
            </a:r>
            <a:r>
              <a:rPr sz="2800" dirty="0">
                <a:latin typeface="SimSun"/>
                <a:cs typeface="SimSun"/>
              </a:rPr>
              <a:t>中游约</a:t>
            </a:r>
            <a:r>
              <a:rPr sz="2800" spc="-720" dirty="0">
                <a:latin typeface="SimSun"/>
                <a:cs typeface="SimSu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250</a:t>
            </a:r>
            <a:r>
              <a:rPr sz="2800" spc="-10" dirty="0">
                <a:latin typeface="SimSun"/>
                <a:cs typeface="SimSun"/>
              </a:rPr>
              <a:t>—</a:t>
            </a:r>
            <a:r>
              <a:rPr sz="2800" spc="-25" dirty="0">
                <a:latin typeface="Times New Roman"/>
                <a:cs typeface="Times New Roman"/>
              </a:rPr>
              <a:t>500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0" dirty="0">
                <a:latin typeface="Times New Roman"/>
                <a:cs typeface="Times New Roman"/>
              </a:rPr>
              <a:t>m </a:t>
            </a:r>
            <a:r>
              <a:rPr sz="2800" dirty="0">
                <a:latin typeface="Times New Roman"/>
                <a:cs typeface="Times New Roman"/>
              </a:rPr>
              <a:t>m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spc="-15" dirty="0">
                <a:latin typeface="SimSun"/>
                <a:cs typeface="SimSun"/>
              </a:rPr>
              <a:t>。</a:t>
            </a:r>
            <a:r>
              <a:rPr sz="2800" dirty="0">
                <a:latin typeface="SimSun"/>
                <a:cs typeface="SimSun"/>
              </a:rPr>
              <a:t>内蒙</a:t>
            </a:r>
            <a:r>
              <a:rPr sz="2800" spc="-15" dirty="0">
                <a:latin typeface="SimSun"/>
                <a:cs typeface="SimSun"/>
              </a:rPr>
              <a:t>西</a:t>
            </a:r>
            <a:r>
              <a:rPr sz="2800" dirty="0">
                <a:latin typeface="SimSun"/>
                <a:cs typeface="SimSun"/>
              </a:rPr>
              <a:t>部至</a:t>
            </a:r>
            <a:r>
              <a:rPr sz="2800" spc="-15" dirty="0">
                <a:latin typeface="SimSun"/>
                <a:cs typeface="SimSun"/>
              </a:rPr>
              <a:t>新</a:t>
            </a:r>
            <a:r>
              <a:rPr sz="2800" dirty="0">
                <a:latin typeface="SimSun"/>
                <a:cs typeface="SimSun"/>
              </a:rPr>
              <a:t>疆</a:t>
            </a:r>
            <a:r>
              <a:rPr sz="2800" spc="-15" dirty="0">
                <a:latin typeface="SimSun"/>
                <a:cs typeface="SimSun"/>
              </a:rPr>
              <a:t>南</a:t>
            </a:r>
            <a:r>
              <a:rPr sz="2800" spc="-50" dirty="0">
                <a:latin typeface="SimSun"/>
                <a:cs typeface="SimSun"/>
              </a:rPr>
              <a:t>部</a:t>
            </a:r>
            <a:r>
              <a:rPr sz="2800" dirty="0">
                <a:latin typeface="SimSun"/>
                <a:cs typeface="SimSun"/>
              </a:rPr>
              <a:t>为</a:t>
            </a:r>
            <a:r>
              <a:rPr sz="2800" spc="-750" dirty="0">
                <a:latin typeface="SimSun"/>
                <a:cs typeface="SimSu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100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mm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SimSun"/>
                <a:cs typeface="SimSun"/>
              </a:rPr>
              <a:t>以</a:t>
            </a:r>
            <a:r>
              <a:rPr sz="2800" spc="-15" dirty="0">
                <a:latin typeface="SimSun"/>
                <a:cs typeface="SimSun"/>
              </a:rPr>
              <a:t>下</a:t>
            </a:r>
            <a:r>
              <a:rPr sz="2800" spc="-50" dirty="0">
                <a:latin typeface="SimSun"/>
                <a:cs typeface="SimSun"/>
              </a:rPr>
              <a:t>。</a:t>
            </a:r>
            <a:endParaRPr sz="2800">
              <a:latin typeface="SimSun"/>
              <a:cs typeface="SimSu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724400" y="1845310"/>
            <a:ext cx="4419600" cy="3882390"/>
            <a:chOff x="4724400" y="1845310"/>
            <a:chExt cx="4419600" cy="388239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24400" y="1845310"/>
              <a:ext cx="4419600" cy="388239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7109460" y="3933189"/>
              <a:ext cx="631190" cy="1007110"/>
            </a:xfrm>
            <a:custGeom>
              <a:avLst/>
              <a:gdLst/>
              <a:ahLst/>
              <a:cxnLst/>
              <a:rect l="l" t="t" r="r" b="b"/>
              <a:pathLst>
                <a:path w="631190" h="1007110">
                  <a:moveTo>
                    <a:pt x="631190" y="1007110"/>
                  </a:moveTo>
                  <a:lnTo>
                    <a:pt x="0" y="0"/>
                  </a:lnTo>
                </a:path>
              </a:pathLst>
            </a:custGeom>
            <a:ln w="6038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020560" y="3788410"/>
              <a:ext cx="172720" cy="201930"/>
            </a:xfrm>
            <a:custGeom>
              <a:avLst/>
              <a:gdLst/>
              <a:ahLst/>
              <a:cxnLst/>
              <a:rect l="l" t="t" r="r" b="b"/>
              <a:pathLst>
                <a:path w="172720" h="201929">
                  <a:moveTo>
                    <a:pt x="0" y="0"/>
                  </a:moveTo>
                  <a:lnTo>
                    <a:pt x="19050" y="201929"/>
                  </a:lnTo>
                  <a:lnTo>
                    <a:pt x="172720" y="1066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88340" y="294640"/>
            <a:ext cx="424942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10895" algn="l"/>
              </a:tabLst>
            </a:pPr>
            <a:r>
              <a:rPr sz="3600" spc="-50" dirty="0"/>
              <a:t>三</a:t>
            </a:r>
            <a:r>
              <a:rPr sz="3600" dirty="0"/>
              <a:t>	</a:t>
            </a:r>
            <a:r>
              <a:rPr sz="3600" spc="295" dirty="0"/>
              <a:t>植物与水的关</a:t>
            </a:r>
            <a:r>
              <a:rPr sz="3600" spc="-50" dirty="0"/>
              <a:t>系</a:t>
            </a:r>
            <a:endParaRPr sz="3600"/>
          </a:p>
        </p:txBody>
      </p:sp>
      <p:sp>
        <p:nvSpPr>
          <p:cNvPr id="4" name="object 4"/>
          <p:cNvSpPr txBox="1"/>
          <p:nvPr/>
        </p:nvSpPr>
        <p:spPr>
          <a:xfrm>
            <a:off x="688340" y="844731"/>
            <a:ext cx="8047355" cy="3120390"/>
          </a:xfrm>
          <a:prstGeom prst="rect">
            <a:avLst/>
          </a:prstGeom>
        </p:spPr>
        <p:txBody>
          <a:bodyPr vert="horz" wrap="square" lIns="0" tIns="264795" rIns="0" bIns="0" rtlCol="0">
            <a:spAutoFit/>
          </a:bodyPr>
          <a:lstStyle/>
          <a:p>
            <a:pPr marL="318135">
              <a:lnSpc>
                <a:spcPct val="100000"/>
              </a:lnSpc>
              <a:spcBef>
                <a:spcPts val="2085"/>
              </a:spcBef>
              <a:tabLst>
                <a:tab pos="822325" algn="l"/>
              </a:tabLst>
            </a:pPr>
            <a:r>
              <a:rPr sz="3200" b="1" spc="-50" dirty="0">
                <a:latin typeface="Times New Roman"/>
                <a:cs typeface="Times New Roman"/>
              </a:rPr>
              <a:t>1</a:t>
            </a:r>
            <a:r>
              <a:rPr sz="3200" b="1" dirty="0">
                <a:latin typeface="Times New Roman"/>
                <a:cs typeface="Times New Roman"/>
              </a:rPr>
              <a:t>	</a:t>
            </a:r>
            <a:r>
              <a:rPr sz="3200" b="1" spc="220" dirty="0">
                <a:latin typeface="Microsoft JhengHei"/>
                <a:cs typeface="Microsoft JhengHei"/>
              </a:rPr>
              <a:t>陆地植物的水平衡</a:t>
            </a:r>
            <a:endParaRPr sz="3200">
              <a:latin typeface="Microsoft JhengHei"/>
              <a:cs typeface="Microsoft JhengHei"/>
            </a:endParaRPr>
          </a:p>
          <a:p>
            <a:pPr marL="12700" marR="5080">
              <a:lnSpc>
                <a:spcPct val="100000"/>
              </a:lnSpc>
              <a:spcBef>
                <a:spcPts val="1739"/>
              </a:spcBef>
            </a:pPr>
            <a:r>
              <a:rPr sz="2800" b="1" spc="190" dirty="0">
                <a:latin typeface="Microsoft JhengHei"/>
                <a:cs typeface="Microsoft JhengHei"/>
              </a:rPr>
              <a:t>陆地植物光和作用获得 </a:t>
            </a:r>
            <a:r>
              <a:rPr sz="2800" b="1" spc="-15" dirty="0">
                <a:latin typeface="Times New Roman"/>
                <a:cs typeface="Times New Roman"/>
              </a:rPr>
              <a:t>1mlCO2</a:t>
            </a:r>
            <a:r>
              <a:rPr sz="2800" b="1" spc="-20" dirty="0">
                <a:latin typeface="Times New Roman"/>
                <a:cs typeface="Times New Roman"/>
              </a:rPr>
              <a:t> </a:t>
            </a:r>
            <a:r>
              <a:rPr sz="2800" b="1" spc="165" dirty="0">
                <a:latin typeface="Microsoft JhengHei"/>
                <a:cs typeface="Microsoft JhengHei"/>
              </a:rPr>
              <a:t>需要交换 </a:t>
            </a:r>
            <a:r>
              <a:rPr sz="2800" b="1" spc="-5" dirty="0">
                <a:latin typeface="Times New Roman"/>
                <a:cs typeface="Times New Roman"/>
              </a:rPr>
              <a:t>3000ml</a:t>
            </a:r>
            <a:r>
              <a:rPr sz="2800" b="1" spc="200" dirty="0">
                <a:latin typeface="Microsoft JhengHei"/>
                <a:cs typeface="Microsoft JhengHei"/>
              </a:rPr>
              <a:t>空气，因而易失水，一株玉米一天需水 </a:t>
            </a:r>
            <a:r>
              <a:rPr sz="2800" b="1" spc="5" dirty="0">
                <a:latin typeface="Times New Roman"/>
                <a:cs typeface="Times New Roman"/>
              </a:rPr>
              <a:t>2</a:t>
            </a:r>
            <a:r>
              <a:rPr sz="2800" b="1" spc="-10" dirty="0">
                <a:latin typeface="Times New Roman"/>
                <a:cs typeface="Times New Roman"/>
              </a:rPr>
              <a:t>K</a:t>
            </a:r>
            <a:r>
              <a:rPr sz="2800" b="1" dirty="0">
                <a:latin typeface="Times New Roman"/>
                <a:cs typeface="Times New Roman"/>
              </a:rPr>
              <a:t>g</a:t>
            </a:r>
            <a:r>
              <a:rPr sz="2800" b="1" spc="-2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Microsoft JhengHei"/>
                <a:cs typeface="Microsoft JhengHei"/>
              </a:rPr>
              <a:t>。</a:t>
            </a:r>
            <a:r>
              <a:rPr sz="2800" b="1" spc="215" dirty="0">
                <a:latin typeface="Microsoft JhengHei"/>
                <a:cs typeface="Microsoft JhengHei"/>
              </a:rPr>
              <a:t>植物必须在得水（</a:t>
            </a:r>
            <a:r>
              <a:rPr sz="2800" b="1" spc="220" dirty="0">
                <a:latin typeface="Microsoft JhengHei"/>
                <a:cs typeface="Microsoft JhengHei"/>
              </a:rPr>
              <a:t>根吸水</a:t>
            </a:r>
            <a:r>
              <a:rPr sz="2800" b="1" spc="215" dirty="0">
                <a:latin typeface="Microsoft JhengHei"/>
                <a:cs typeface="Microsoft JhengHei"/>
              </a:rPr>
              <a:t>）和失水</a:t>
            </a:r>
            <a:r>
              <a:rPr sz="2800" b="1" spc="225" dirty="0">
                <a:latin typeface="Microsoft JhengHei"/>
                <a:cs typeface="Microsoft JhengHei"/>
              </a:rPr>
              <a:t>（</a:t>
            </a:r>
            <a:r>
              <a:rPr sz="2800" b="1" spc="215" dirty="0">
                <a:latin typeface="Microsoft JhengHei"/>
                <a:cs typeface="Microsoft JhengHei"/>
              </a:rPr>
              <a:t>叶蒸腾</a:t>
            </a:r>
            <a:r>
              <a:rPr sz="2800" b="1" dirty="0">
                <a:latin typeface="Microsoft JhengHei"/>
                <a:cs typeface="Microsoft JhengHei"/>
              </a:rPr>
              <a:t>）</a:t>
            </a:r>
            <a:r>
              <a:rPr sz="2800" b="1" spc="200" dirty="0">
                <a:latin typeface="Microsoft JhengHei"/>
                <a:cs typeface="Microsoft JhengHei"/>
              </a:rPr>
              <a:t>之间保持平衡，才能维持其正常生活。水与植</a:t>
            </a:r>
            <a:r>
              <a:rPr sz="2800" b="1" spc="190" dirty="0">
                <a:latin typeface="Microsoft JhengHei"/>
                <a:cs typeface="Microsoft JhengHei"/>
              </a:rPr>
              <a:t>物生产力密切相关。</a:t>
            </a:r>
            <a:endParaRPr sz="2800">
              <a:latin typeface="Microsoft JhengHei"/>
              <a:cs typeface="Microsoft JhengHei"/>
            </a:endParaRPr>
          </a:p>
        </p:txBody>
      </p:sp>
      <p:pic>
        <p:nvPicPr>
          <p:cNvPr id="5" name="object 5">
            <a:hlinkClick r:id="rId2"/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716779" y="4004309"/>
            <a:ext cx="3384550" cy="2545080"/>
          </a:xfrm>
          <a:prstGeom prst="rect">
            <a:avLst/>
          </a:prstGeom>
        </p:spPr>
      </p:pic>
      <p:pic>
        <p:nvPicPr>
          <p:cNvPr id="6" name="object 6">
            <a:hlinkClick r:id="rId4"/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764029" y="3859529"/>
            <a:ext cx="1791970" cy="270891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1320" y="438150"/>
            <a:ext cx="527113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225" dirty="0"/>
              <a:t>陆地植物对失水的适应性：</a:t>
            </a:r>
            <a:endParaRPr sz="32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23890" y="3429000"/>
            <a:ext cx="2029460" cy="342900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75920" y="1291590"/>
            <a:ext cx="8107680" cy="51828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30480" algn="just">
              <a:lnSpc>
                <a:spcPct val="100000"/>
              </a:lnSpc>
              <a:spcBef>
                <a:spcPts val="100"/>
              </a:spcBef>
            </a:pPr>
            <a:r>
              <a:rPr sz="2800" b="1" dirty="0">
                <a:latin typeface="Microsoft JhengHei"/>
                <a:cs typeface="Microsoft JhengHei"/>
              </a:rPr>
              <a:t>（ </a:t>
            </a:r>
            <a:r>
              <a:rPr sz="2800" b="1" dirty="0">
                <a:latin typeface="Times New Roman"/>
                <a:cs typeface="Times New Roman"/>
              </a:rPr>
              <a:t>1</a:t>
            </a:r>
            <a:r>
              <a:rPr sz="2800" b="1" spc="-45" dirty="0">
                <a:latin typeface="Times New Roman"/>
                <a:cs typeface="Times New Roman"/>
              </a:rPr>
              <a:t> </a:t>
            </a:r>
            <a:r>
              <a:rPr sz="2800" b="1" spc="215" dirty="0">
                <a:latin typeface="Microsoft JhengHei"/>
                <a:cs typeface="Microsoft JhengHei"/>
              </a:rPr>
              <a:t>）</a:t>
            </a:r>
            <a:r>
              <a:rPr sz="2800" b="1" spc="220" dirty="0">
                <a:latin typeface="Microsoft JhengHei"/>
                <a:cs typeface="Microsoft JhengHei"/>
              </a:rPr>
              <a:t>根系：在</a:t>
            </a:r>
            <a:r>
              <a:rPr sz="2800" b="1" spc="220" dirty="0">
                <a:solidFill>
                  <a:srgbClr val="3333CC"/>
                </a:solidFill>
                <a:latin typeface="Microsoft JhengHei"/>
                <a:cs typeface="Microsoft JhengHei"/>
              </a:rPr>
              <a:t>潮湿土壤</a:t>
            </a:r>
            <a:r>
              <a:rPr sz="2800" b="1" spc="215" dirty="0">
                <a:latin typeface="Microsoft JhengHei"/>
                <a:cs typeface="Microsoft JhengHei"/>
              </a:rPr>
              <a:t>上，植物生长</a:t>
            </a:r>
            <a:r>
              <a:rPr sz="2800" b="1" spc="220" dirty="0">
                <a:solidFill>
                  <a:srgbClr val="3333CC"/>
                </a:solidFill>
                <a:latin typeface="Microsoft JhengHei"/>
                <a:cs typeface="Microsoft JhengHei"/>
              </a:rPr>
              <a:t>浅根系</a:t>
            </a:r>
            <a:r>
              <a:rPr sz="2800" b="1" spc="-50" dirty="0">
                <a:latin typeface="Microsoft JhengHei"/>
                <a:cs typeface="Microsoft JhengHei"/>
              </a:rPr>
              <a:t>，</a:t>
            </a:r>
            <a:r>
              <a:rPr sz="2800" b="1" spc="200" dirty="0">
                <a:latin typeface="Microsoft JhengHei"/>
                <a:cs typeface="Microsoft JhengHei"/>
              </a:rPr>
              <a:t>仅在表土下几寸的土层中，有的植物根缺乏根毛</a:t>
            </a:r>
            <a:endParaRPr sz="2800">
              <a:latin typeface="Microsoft JhengHei"/>
              <a:cs typeface="Microsoft JhengHei"/>
            </a:endParaRPr>
          </a:p>
          <a:p>
            <a:pPr marL="180975" marR="649605" indent="-143510" algn="just">
              <a:lnSpc>
                <a:spcPct val="99900"/>
              </a:lnSpc>
              <a:spcBef>
                <a:spcPts val="1310"/>
              </a:spcBef>
            </a:pPr>
            <a:r>
              <a:rPr sz="4200" b="1" spc="-2504" baseline="25793" dirty="0">
                <a:latin typeface="Microsoft JhengHei"/>
                <a:cs typeface="Microsoft JhengHei"/>
              </a:rPr>
              <a:t>。</a:t>
            </a:r>
            <a:r>
              <a:rPr sz="2800" b="1" spc="229" dirty="0">
                <a:latin typeface="Microsoft JhengHei"/>
                <a:cs typeface="Microsoft JhengHei"/>
              </a:rPr>
              <a:t>在</a:t>
            </a:r>
            <a:r>
              <a:rPr sz="2800" b="1" spc="215" dirty="0">
                <a:solidFill>
                  <a:srgbClr val="FF0066"/>
                </a:solidFill>
                <a:latin typeface="Microsoft JhengHei"/>
                <a:cs typeface="Microsoft JhengHei"/>
              </a:rPr>
              <a:t>干燥土壤</a:t>
            </a:r>
            <a:r>
              <a:rPr sz="2800" b="1" spc="215" dirty="0">
                <a:latin typeface="Microsoft JhengHei"/>
                <a:cs typeface="Microsoft JhengHei"/>
              </a:rPr>
              <a:t>中，植物具有发达的</a:t>
            </a:r>
            <a:r>
              <a:rPr sz="2800" b="1" spc="155" dirty="0">
                <a:solidFill>
                  <a:srgbClr val="FF0066"/>
                </a:solidFill>
                <a:latin typeface="Microsoft JhengHei"/>
                <a:cs typeface="Microsoft JhengHei"/>
              </a:rPr>
              <a:t>深根系 </a:t>
            </a:r>
            <a:r>
              <a:rPr sz="2800" b="1" spc="340" dirty="0">
                <a:latin typeface="Times New Roman"/>
                <a:cs typeface="Times New Roman"/>
              </a:rPr>
              <a:t>, </a:t>
            </a:r>
            <a:r>
              <a:rPr sz="2800" b="1" dirty="0">
                <a:latin typeface="Microsoft JhengHei"/>
                <a:cs typeface="Microsoft JhengHei"/>
              </a:rPr>
              <a:t>侧</a:t>
            </a:r>
            <a:r>
              <a:rPr sz="2800" b="1" spc="220" dirty="0">
                <a:latin typeface="Microsoft JhengHei"/>
                <a:cs typeface="Microsoft JhengHei"/>
              </a:rPr>
              <a:t>根扩</a:t>
            </a:r>
            <a:r>
              <a:rPr sz="2800" b="1" spc="220" dirty="0">
                <a:latin typeface="Microsoft YaHei"/>
                <a:cs typeface="Microsoft YaHei"/>
              </a:rPr>
              <a:t>展范围</a:t>
            </a:r>
            <a:r>
              <a:rPr sz="2800" b="1" spc="229" dirty="0">
                <a:latin typeface="Microsoft JhengHei"/>
                <a:cs typeface="Microsoft JhengHei"/>
              </a:rPr>
              <a:t>很</a:t>
            </a:r>
            <a:r>
              <a:rPr sz="2800" b="1" spc="220" dirty="0">
                <a:latin typeface="Microsoft YaHei"/>
                <a:cs typeface="Microsoft YaHei"/>
              </a:rPr>
              <a:t>广</a:t>
            </a:r>
            <a:r>
              <a:rPr sz="2800" b="1" spc="130" dirty="0">
                <a:latin typeface="Microsoft JhengHei"/>
                <a:cs typeface="Microsoft JhengHei"/>
              </a:rPr>
              <a:t>，有的植物根毛发达， </a:t>
            </a:r>
            <a:r>
              <a:rPr sz="2800" b="1" spc="220" dirty="0">
                <a:latin typeface="Microsoft YaHei"/>
                <a:cs typeface="Microsoft YaHei"/>
              </a:rPr>
              <a:t>充</a:t>
            </a:r>
            <a:r>
              <a:rPr sz="2800" b="1" dirty="0">
                <a:latin typeface="Microsoft JhengHei"/>
                <a:cs typeface="Microsoft JhengHei"/>
              </a:rPr>
              <a:t>分</a:t>
            </a:r>
            <a:r>
              <a:rPr sz="2800" b="1" spc="220" dirty="0">
                <a:latin typeface="Microsoft YaHei"/>
                <a:cs typeface="Microsoft YaHei"/>
              </a:rPr>
              <a:t>增加</a:t>
            </a:r>
            <a:r>
              <a:rPr sz="2800" b="1" spc="220" dirty="0">
                <a:latin typeface="Microsoft JhengHei"/>
                <a:cs typeface="Microsoft JhengHei"/>
              </a:rPr>
              <a:t>吸水</a:t>
            </a:r>
            <a:r>
              <a:rPr sz="2800" b="1" spc="220" dirty="0">
                <a:latin typeface="Microsoft YaHei"/>
                <a:cs typeface="Microsoft YaHei"/>
              </a:rPr>
              <a:t>面</a:t>
            </a:r>
            <a:r>
              <a:rPr sz="2800" b="1" spc="110" dirty="0">
                <a:latin typeface="Microsoft JhengHei"/>
                <a:cs typeface="Microsoft JhengHei"/>
              </a:rPr>
              <a:t>积。</a:t>
            </a:r>
            <a:endParaRPr sz="2800">
              <a:latin typeface="Microsoft JhengHei"/>
              <a:cs typeface="Microsoft JhengHei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2800">
              <a:latin typeface="Microsoft JhengHei"/>
              <a:cs typeface="Microsoft JhengHei"/>
            </a:endParaRPr>
          </a:p>
          <a:p>
            <a:pPr marL="1117600" marR="3452495">
              <a:lnSpc>
                <a:spcPct val="100000"/>
              </a:lnSpc>
              <a:spcBef>
                <a:spcPts val="5"/>
              </a:spcBef>
              <a:tabLst>
                <a:tab pos="1349375" algn="l"/>
              </a:tabLst>
            </a:pPr>
            <a:r>
              <a:rPr sz="2400" b="1" spc="195" dirty="0">
                <a:latin typeface="Microsoft YaHei"/>
                <a:cs typeface="Microsoft YaHei"/>
              </a:rPr>
              <a:t>骆驼</a:t>
            </a:r>
            <a:r>
              <a:rPr sz="2400" b="1" dirty="0">
                <a:latin typeface="Microsoft YaHei"/>
                <a:cs typeface="Microsoft YaHei"/>
              </a:rPr>
              <a:t>刺</a:t>
            </a:r>
            <a:r>
              <a:rPr sz="2400" b="1" spc="45" dirty="0">
                <a:latin typeface="Microsoft YaHei"/>
                <a:cs typeface="Microsoft YaHei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Alhagi</a:t>
            </a:r>
            <a:r>
              <a:rPr sz="2400" b="1" spc="-2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pseudathag </a:t>
            </a:r>
            <a:r>
              <a:rPr sz="2400" b="1" spc="-50" dirty="0">
                <a:latin typeface="Times New Roman"/>
                <a:cs typeface="Times New Roman"/>
              </a:rPr>
              <a:t>i</a:t>
            </a:r>
            <a:r>
              <a:rPr sz="2400" b="1" dirty="0">
                <a:latin typeface="Times New Roman"/>
                <a:cs typeface="Times New Roman"/>
              </a:rPr>
              <a:t>	</a:t>
            </a:r>
            <a:r>
              <a:rPr sz="2400" b="1" spc="204" dirty="0">
                <a:latin typeface="Microsoft JhengHei"/>
                <a:cs typeface="Microsoft JhengHei"/>
              </a:rPr>
              <a:t>地</a:t>
            </a:r>
            <a:r>
              <a:rPr sz="2400" b="1" spc="195" dirty="0">
                <a:latin typeface="Microsoft JhengHei"/>
                <a:cs typeface="Microsoft JhengHei"/>
              </a:rPr>
              <a:t>下部</a:t>
            </a:r>
            <a:r>
              <a:rPr sz="2400" b="1" dirty="0">
                <a:latin typeface="Microsoft JhengHei"/>
                <a:cs typeface="Microsoft JhengHei"/>
              </a:rPr>
              <a:t>分 </a:t>
            </a:r>
            <a:r>
              <a:rPr sz="2400" b="1" dirty="0">
                <a:latin typeface="Times New Roman"/>
                <a:cs typeface="Times New Roman"/>
              </a:rPr>
              <a:t>(</a:t>
            </a:r>
            <a:r>
              <a:rPr sz="2400" b="1" spc="-1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Microsoft JhengHei"/>
                <a:cs typeface="Microsoft JhengHei"/>
              </a:rPr>
              <a:t>根 </a:t>
            </a:r>
            <a:r>
              <a:rPr sz="2400" b="1" dirty="0">
                <a:latin typeface="Times New Roman"/>
                <a:cs typeface="Times New Roman"/>
              </a:rPr>
              <a:t>)</a:t>
            </a:r>
            <a:r>
              <a:rPr sz="2400" b="1" spc="-45" dirty="0">
                <a:latin typeface="Times New Roman"/>
                <a:cs typeface="Times New Roman"/>
              </a:rPr>
              <a:t> </a:t>
            </a:r>
            <a:r>
              <a:rPr sz="2400" b="1" spc="204" dirty="0">
                <a:latin typeface="Microsoft JhengHei"/>
                <a:cs typeface="Microsoft JhengHei"/>
              </a:rPr>
              <a:t>和</a:t>
            </a:r>
            <a:r>
              <a:rPr sz="2400" b="1" spc="195" dirty="0">
                <a:latin typeface="Microsoft JhengHei"/>
                <a:cs typeface="Microsoft JhengHei"/>
              </a:rPr>
              <a:t>地</a:t>
            </a:r>
            <a:r>
              <a:rPr sz="2400" b="1" spc="-50" dirty="0">
                <a:latin typeface="Microsoft JhengHei"/>
                <a:cs typeface="Microsoft JhengHei"/>
              </a:rPr>
              <a:t>上</a:t>
            </a:r>
            <a:r>
              <a:rPr sz="2400" b="1" spc="195" dirty="0">
                <a:latin typeface="Microsoft JhengHei"/>
                <a:cs typeface="Microsoft JhengHei"/>
              </a:rPr>
              <a:t>部</a:t>
            </a:r>
            <a:r>
              <a:rPr sz="2400" b="1" dirty="0">
                <a:latin typeface="Microsoft JhengHei"/>
                <a:cs typeface="Microsoft JhengHei"/>
              </a:rPr>
              <a:t>分 </a:t>
            </a:r>
            <a:r>
              <a:rPr sz="2400" b="1" dirty="0">
                <a:latin typeface="Times New Roman"/>
                <a:cs typeface="Times New Roman"/>
              </a:rPr>
              <a:t>(</a:t>
            </a:r>
            <a:r>
              <a:rPr sz="2400" b="1" spc="-70" dirty="0">
                <a:latin typeface="Times New Roman"/>
                <a:cs typeface="Times New Roman"/>
              </a:rPr>
              <a:t> </a:t>
            </a:r>
            <a:r>
              <a:rPr sz="2400" b="1" spc="200" dirty="0">
                <a:latin typeface="Microsoft YaHei"/>
                <a:cs typeface="Microsoft YaHei"/>
              </a:rPr>
              <a:t>茎</a:t>
            </a:r>
            <a:r>
              <a:rPr sz="2400" b="1" spc="204" dirty="0">
                <a:latin typeface="Microsoft JhengHei"/>
                <a:cs typeface="Microsoft JhengHei"/>
              </a:rPr>
              <a:t>叶</a:t>
            </a:r>
            <a:r>
              <a:rPr sz="2400" b="1" spc="195" dirty="0">
                <a:latin typeface="Microsoft JhengHei"/>
                <a:cs typeface="Microsoft JhengHei"/>
              </a:rPr>
              <a:t>）</a:t>
            </a:r>
            <a:r>
              <a:rPr sz="2400" b="1" spc="204" dirty="0">
                <a:latin typeface="Microsoft JhengHei"/>
                <a:cs typeface="Microsoft JhengHei"/>
              </a:rPr>
              <a:t>比。</a:t>
            </a:r>
            <a:r>
              <a:rPr sz="2400" b="1" spc="195" dirty="0">
                <a:latin typeface="Microsoft JhengHei"/>
                <a:cs typeface="Microsoft JhengHei"/>
              </a:rPr>
              <a:t>地</a:t>
            </a:r>
            <a:r>
              <a:rPr sz="2400" b="1" spc="204" dirty="0">
                <a:latin typeface="Microsoft JhengHei"/>
                <a:cs typeface="Microsoft JhengHei"/>
              </a:rPr>
              <a:t>上</a:t>
            </a:r>
            <a:r>
              <a:rPr sz="2400" b="1" spc="-50" dirty="0">
                <a:latin typeface="Microsoft JhengHei"/>
                <a:cs typeface="Microsoft JhengHei"/>
              </a:rPr>
              <a:t>部</a:t>
            </a:r>
            <a:r>
              <a:rPr sz="2400" b="1" spc="200" dirty="0">
                <a:latin typeface="Microsoft JhengHei"/>
                <a:cs typeface="Microsoft JhengHei"/>
              </a:rPr>
              <a:t>分</a:t>
            </a:r>
            <a:r>
              <a:rPr sz="2400" b="1" spc="200" dirty="0">
                <a:latin typeface="Microsoft YaHei"/>
                <a:cs typeface="Microsoft YaHei"/>
              </a:rPr>
              <a:t>只</a:t>
            </a:r>
            <a:r>
              <a:rPr sz="2400" b="1" spc="204" dirty="0">
                <a:latin typeface="Microsoft JhengHei"/>
                <a:cs typeface="Microsoft JhengHei"/>
              </a:rPr>
              <a:t>有</a:t>
            </a:r>
            <a:r>
              <a:rPr sz="2400" b="1" spc="200" dirty="0">
                <a:latin typeface="Microsoft JhengHei"/>
                <a:cs typeface="Microsoft JhengHei"/>
              </a:rPr>
              <a:t>几</a:t>
            </a:r>
            <a:r>
              <a:rPr sz="2400" b="1" spc="200" dirty="0">
                <a:latin typeface="Microsoft YaHei"/>
                <a:cs typeface="Microsoft YaHei"/>
              </a:rPr>
              <a:t>厘</a:t>
            </a:r>
            <a:r>
              <a:rPr sz="2400" b="1" spc="204" dirty="0">
                <a:latin typeface="Microsoft JhengHei"/>
                <a:cs typeface="Microsoft JhengHei"/>
              </a:rPr>
              <a:t>米</a:t>
            </a:r>
            <a:r>
              <a:rPr sz="2400" b="1" spc="195" dirty="0">
                <a:latin typeface="Microsoft JhengHei"/>
                <a:cs typeface="Microsoft JhengHei"/>
              </a:rPr>
              <a:t>，</a:t>
            </a:r>
            <a:r>
              <a:rPr sz="2400" b="1" spc="204" dirty="0">
                <a:latin typeface="Microsoft JhengHei"/>
                <a:cs typeface="Microsoft JhengHei"/>
              </a:rPr>
              <a:t>根</a:t>
            </a:r>
            <a:r>
              <a:rPr sz="2400" b="1" spc="195" dirty="0">
                <a:latin typeface="Microsoft JhengHei"/>
                <a:cs typeface="Microsoft JhengHei"/>
              </a:rPr>
              <a:t>深</a:t>
            </a:r>
            <a:r>
              <a:rPr sz="2400" b="1" spc="-50" dirty="0">
                <a:latin typeface="Microsoft JhengHei"/>
                <a:cs typeface="Microsoft JhengHei"/>
              </a:rPr>
              <a:t>达</a:t>
            </a:r>
            <a:r>
              <a:rPr sz="2400" b="1" dirty="0">
                <a:latin typeface="Microsoft JhengHei"/>
                <a:cs typeface="Microsoft JhengHei"/>
              </a:rPr>
              <a:t>到</a:t>
            </a:r>
            <a:r>
              <a:rPr sz="2400" b="1" spc="165" dirty="0">
                <a:latin typeface="Microsoft JhengHei"/>
                <a:cs typeface="Microsoft JhengHei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15</a:t>
            </a:r>
            <a:r>
              <a:rPr sz="2400" b="1" spc="-1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m</a:t>
            </a:r>
            <a:r>
              <a:rPr sz="2400" b="1" spc="-4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Microsoft JhengHei"/>
                <a:cs typeface="Microsoft JhengHei"/>
              </a:rPr>
              <a:t>，</a:t>
            </a:r>
            <a:r>
              <a:rPr sz="2400" b="1" spc="-395" dirty="0">
                <a:latin typeface="Microsoft JhengHei"/>
                <a:cs typeface="Microsoft JhengHei"/>
              </a:rPr>
              <a:t> </a:t>
            </a:r>
            <a:r>
              <a:rPr sz="2400" b="1" spc="200" dirty="0">
                <a:latin typeface="Microsoft JhengHei"/>
                <a:cs typeface="Microsoft JhengHei"/>
              </a:rPr>
              <a:t>扩</a:t>
            </a:r>
            <a:r>
              <a:rPr sz="2400" b="1" spc="200" dirty="0">
                <a:latin typeface="Microsoft YaHei"/>
                <a:cs typeface="Microsoft YaHei"/>
              </a:rPr>
              <a:t>展</a:t>
            </a:r>
            <a:r>
              <a:rPr sz="2400" b="1" spc="210" dirty="0">
                <a:latin typeface="Microsoft JhengHei"/>
                <a:cs typeface="Microsoft JhengHei"/>
              </a:rPr>
              <a:t>的</a:t>
            </a:r>
            <a:r>
              <a:rPr sz="2400" b="1" spc="195" dirty="0">
                <a:latin typeface="Microsoft YaHei"/>
                <a:cs typeface="Microsoft YaHei"/>
              </a:rPr>
              <a:t>范</a:t>
            </a:r>
            <a:r>
              <a:rPr sz="2400" b="1" spc="210" dirty="0">
                <a:latin typeface="Microsoft YaHei"/>
                <a:cs typeface="Microsoft YaHei"/>
              </a:rPr>
              <a:t>围</a:t>
            </a:r>
            <a:r>
              <a:rPr sz="2400" b="1" spc="-50" dirty="0">
                <a:latin typeface="Microsoft JhengHei"/>
                <a:cs typeface="Microsoft JhengHei"/>
              </a:rPr>
              <a:t>达</a:t>
            </a:r>
            <a:endParaRPr sz="2400">
              <a:latin typeface="Microsoft JhengHei"/>
              <a:cs typeface="Microsoft JhengHei"/>
            </a:endParaRPr>
          </a:p>
          <a:p>
            <a:pPr marL="1117600">
              <a:lnSpc>
                <a:spcPct val="100000"/>
              </a:lnSpc>
            </a:pPr>
            <a:r>
              <a:rPr sz="2400" b="1" dirty="0">
                <a:latin typeface="Times New Roman"/>
                <a:cs typeface="Times New Roman"/>
              </a:rPr>
              <a:t>623 </a:t>
            </a:r>
            <a:r>
              <a:rPr sz="2400" b="1" spc="-60" dirty="0">
                <a:latin typeface="Times New Roman"/>
                <a:cs typeface="Times New Roman"/>
              </a:rPr>
              <a:t>m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4970" y="4364990"/>
            <a:ext cx="8077200" cy="199390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01320" y="294640"/>
            <a:ext cx="7749540" cy="38976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76835" algn="just">
              <a:lnSpc>
                <a:spcPct val="99900"/>
              </a:lnSpc>
              <a:spcBef>
                <a:spcPts val="100"/>
              </a:spcBef>
            </a:pPr>
            <a:r>
              <a:rPr sz="2800" b="1" dirty="0">
                <a:latin typeface="Microsoft JhengHei"/>
                <a:cs typeface="Microsoft JhengHei"/>
              </a:rPr>
              <a:t>（ </a:t>
            </a:r>
            <a:r>
              <a:rPr sz="2800" b="1" dirty="0">
                <a:latin typeface="Times New Roman"/>
                <a:cs typeface="Times New Roman"/>
              </a:rPr>
              <a:t>2</a:t>
            </a:r>
            <a:r>
              <a:rPr sz="2800" b="1" spc="-35" dirty="0">
                <a:latin typeface="Times New Roman"/>
                <a:cs typeface="Times New Roman"/>
              </a:rPr>
              <a:t> </a:t>
            </a:r>
            <a:r>
              <a:rPr sz="2800" b="1" spc="225" dirty="0">
                <a:latin typeface="Microsoft JhengHei"/>
                <a:cs typeface="Microsoft JhengHei"/>
              </a:rPr>
              <a:t>）</a:t>
            </a:r>
            <a:r>
              <a:rPr sz="2800" b="1" spc="220" dirty="0">
                <a:latin typeface="Microsoft JhengHei"/>
                <a:cs typeface="Microsoft JhengHei"/>
              </a:rPr>
              <a:t>气</a:t>
            </a:r>
            <a:r>
              <a:rPr sz="2800" b="1" spc="220" dirty="0">
                <a:latin typeface="Microsoft YaHei"/>
                <a:cs typeface="Microsoft YaHei"/>
              </a:rPr>
              <a:t>孔</a:t>
            </a:r>
            <a:r>
              <a:rPr sz="2800" b="1" spc="229" dirty="0">
                <a:latin typeface="Microsoft JhengHei"/>
                <a:cs typeface="Microsoft JhengHei"/>
              </a:rPr>
              <a:t>：</a:t>
            </a:r>
            <a:r>
              <a:rPr sz="2800" b="1" spc="220" dirty="0">
                <a:latin typeface="Microsoft YaHei"/>
                <a:cs typeface="Microsoft YaHei"/>
              </a:rPr>
              <a:t>不同</a:t>
            </a:r>
            <a:r>
              <a:rPr sz="2800" b="1" spc="215" dirty="0">
                <a:latin typeface="Microsoft JhengHei"/>
                <a:cs typeface="Microsoft JhengHei"/>
              </a:rPr>
              <a:t>生境植物具有</a:t>
            </a:r>
            <a:r>
              <a:rPr sz="2800" b="1" spc="220" dirty="0">
                <a:latin typeface="Microsoft YaHei"/>
                <a:cs typeface="Microsoft YaHei"/>
              </a:rPr>
              <a:t>不同</a:t>
            </a:r>
            <a:r>
              <a:rPr sz="2800" b="1" spc="220" dirty="0">
                <a:latin typeface="Microsoft JhengHei"/>
                <a:cs typeface="Microsoft JhengHei"/>
              </a:rPr>
              <a:t>的</a:t>
            </a:r>
            <a:r>
              <a:rPr sz="2800" b="1" spc="229" dirty="0">
                <a:solidFill>
                  <a:srgbClr val="FF0066"/>
                </a:solidFill>
                <a:latin typeface="Microsoft YaHei"/>
                <a:cs typeface="Microsoft YaHei"/>
              </a:rPr>
              <a:t>调</a:t>
            </a:r>
            <a:r>
              <a:rPr sz="2800" b="1" spc="80" dirty="0">
                <a:solidFill>
                  <a:srgbClr val="FF0066"/>
                </a:solidFill>
                <a:latin typeface="Microsoft JhengHei"/>
                <a:cs typeface="Microsoft JhengHei"/>
              </a:rPr>
              <a:t>节气</a:t>
            </a:r>
            <a:r>
              <a:rPr sz="2800" b="1" spc="220" dirty="0">
                <a:solidFill>
                  <a:srgbClr val="FF0066"/>
                </a:solidFill>
                <a:latin typeface="Microsoft YaHei"/>
                <a:cs typeface="Microsoft YaHei"/>
              </a:rPr>
              <a:t>孔开闭</a:t>
            </a:r>
            <a:r>
              <a:rPr sz="2800" b="1" spc="215" dirty="0">
                <a:latin typeface="Microsoft JhengHei"/>
                <a:cs typeface="Microsoft JhengHei"/>
              </a:rPr>
              <a:t>的能力。生活在潮湿、</a:t>
            </a:r>
            <a:r>
              <a:rPr sz="2800" b="1" spc="229" dirty="0">
                <a:latin typeface="Microsoft YaHei"/>
                <a:cs typeface="Microsoft YaHei"/>
              </a:rPr>
              <a:t>弱</a:t>
            </a:r>
            <a:r>
              <a:rPr sz="2800" b="1" spc="170" dirty="0">
                <a:latin typeface="Microsoft JhengHei"/>
                <a:cs typeface="Microsoft JhengHei"/>
              </a:rPr>
              <a:t>光环境中的植</a:t>
            </a:r>
            <a:r>
              <a:rPr sz="2800" b="1" spc="220" dirty="0">
                <a:latin typeface="Microsoft JhengHei"/>
                <a:cs typeface="Microsoft JhengHei"/>
              </a:rPr>
              <a:t>物，在</a:t>
            </a:r>
            <a:r>
              <a:rPr sz="2800" b="1" spc="220" dirty="0">
                <a:latin typeface="Microsoft YaHei"/>
                <a:cs typeface="Microsoft YaHei"/>
              </a:rPr>
              <a:t>轻微</a:t>
            </a:r>
            <a:r>
              <a:rPr sz="2800" b="1" spc="220" dirty="0">
                <a:latin typeface="Microsoft JhengHei"/>
                <a:cs typeface="Microsoft JhengHei"/>
              </a:rPr>
              <a:t>失水</a:t>
            </a:r>
            <a:r>
              <a:rPr sz="2800" b="1" spc="220" dirty="0">
                <a:latin typeface="Microsoft YaHei"/>
                <a:cs typeface="Microsoft YaHei"/>
              </a:rPr>
              <a:t>时</a:t>
            </a:r>
            <a:r>
              <a:rPr sz="2800" b="1" spc="229" dirty="0">
                <a:latin typeface="Microsoft JhengHei"/>
                <a:cs typeface="Microsoft JhengHei"/>
              </a:rPr>
              <a:t>，</a:t>
            </a:r>
            <a:r>
              <a:rPr sz="2800" b="1" spc="220" dirty="0">
                <a:latin typeface="Microsoft YaHei"/>
                <a:cs typeface="Microsoft YaHei"/>
              </a:rPr>
              <a:t>就</a:t>
            </a:r>
            <a:r>
              <a:rPr sz="2800" b="1" spc="220" dirty="0">
                <a:latin typeface="Microsoft JhengHei"/>
                <a:cs typeface="Microsoft JhengHei"/>
              </a:rPr>
              <a:t>减少气</a:t>
            </a:r>
            <a:r>
              <a:rPr sz="2800" b="1" spc="220" dirty="0">
                <a:latin typeface="Microsoft YaHei"/>
                <a:cs typeface="Microsoft YaHei"/>
              </a:rPr>
              <a:t>孔开张</a:t>
            </a:r>
            <a:r>
              <a:rPr sz="2800" b="1" spc="220" dirty="0">
                <a:latin typeface="Microsoft JhengHei"/>
                <a:cs typeface="Microsoft JhengHei"/>
              </a:rPr>
              <a:t>度，</a:t>
            </a:r>
            <a:r>
              <a:rPr sz="2800" b="1" spc="229" dirty="0">
                <a:latin typeface="Microsoft YaHei"/>
                <a:cs typeface="Microsoft YaHei"/>
              </a:rPr>
              <a:t>甚</a:t>
            </a:r>
            <a:r>
              <a:rPr sz="2800" b="1" spc="-50" dirty="0">
                <a:latin typeface="Microsoft JhengHei"/>
                <a:cs typeface="Microsoft JhengHei"/>
              </a:rPr>
              <a:t>至</a:t>
            </a:r>
            <a:r>
              <a:rPr sz="2800" b="1" spc="220" dirty="0">
                <a:latin typeface="Microsoft JhengHei"/>
                <a:cs typeface="Microsoft JhengHei"/>
              </a:rPr>
              <a:t>主动关</a:t>
            </a:r>
            <a:r>
              <a:rPr sz="2800" b="1" spc="229" dirty="0">
                <a:latin typeface="Microsoft YaHei"/>
                <a:cs typeface="Microsoft YaHei"/>
              </a:rPr>
              <a:t>闭</a:t>
            </a:r>
            <a:r>
              <a:rPr sz="2800" b="1" spc="220" dirty="0">
                <a:latin typeface="Microsoft JhengHei"/>
                <a:cs typeface="Microsoft JhengHei"/>
              </a:rPr>
              <a:t>气</a:t>
            </a:r>
            <a:r>
              <a:rPr sz="2800" b="1" spc="220" dirty="0">
                <a:latin typeface="Microsoft YaHei"/>
                <a:cs typeface="Microsoft YaHei"/>
              </a:rPr>
              <a:t>孔</a:t>
            </a:r>
            <a:r>
              <a:rPr sz="2800" b="1" spc="215" dirty="0">
                <a:latin typeface="Microsoft JhengHei"/>
                <a:cs typeface="Microsoft JhengHei"/>
              </a:rPr>
              <a:t>以减少失水。</a:t>
            </a:r>
            <a:r>
              <a:rPr sz="2800" b="1" spc="220" dirty="0">
                <a:latin typeface="Microsoft YaHei"/>
                <a:cs typeface="Microsoft YaHei"/>
              </a:rPr>
              <a:t>阳</a:t>
            </a:r>
            <a:r>
              <a:rPr sz="2800" b="1" spc="229" dirty="0">
                <a:latin typeface="Microsoft JhengHei"/>
                <a:cs typeface="Microsoft JhengHei"/>
              </a:rPr>
              <a:t>生</a:t>
            </a:r>
            <a:r>
              <a:rPr sz="2800" b="1" spc="220" dirty="0">
                <a:latin typeface="Microsoft YaHei"/>
                <a:cs typeface="Microsoft YaHei"/>
              </a:rPr>
              <a:t>草</a:t>
            </a:r>
            <a:r>
              <a:rPr sz="2800" b="1" spc="160" dirty="0">
                <a:latin typeface="Microsoft JhengHei"/>
                <a:cs typeface="Microsoft JhengHei"/>
              </a:rPr>
              <a:t>本植物在干</a:t>
            </a:r>
            <a:r>
              <a:rPr sz="2800" b="1" spc="215" dirty="0">
                <a:latin typeface="Microsoft JhengHei"/>
                <a:cs typeface="Microsoft JhengHei"/>
              </a:rPr>
              <a:t>燥环境中，气</a:t>
            </a:r>
            <a:r>
              <a:rPr sz="2800" b="1" spc="220" dirty="0">
                <a:latin typeface="Microsoft YaHei"/>
                <a:cs typeface="Microsoft YaHei"/>
              </a:rPr>
              <a:t>孔慢慢</a:t>
            </a:r>
            <a:r>
              <a:rPr sz="2800" b="1" spc="220" dirty="0">
                <a:latin typeface="Microsoft JhengHei"/>
                <a:cs typeface="Microsoft JhengHei"/>
              </a:rPr>
              <a:t>关</a:t>
            </a:r>
            <a:r>
              <a:rPr sz="2800" b="1" spc="220" dirty="0">
                <a:latin typeface="Microsoft YaHei"/>
                <a:cs typeface="Microsoft YaHei"/>
              </a:rPr>
              <a:t>闭</a:t>
            </a:r>
            <a:r>
              <a:rPr sz="2800" b="1" spc="220" dirty="0">
                <a:latin typeface="Microsoft JhengHei"/>
                <a:cs typeface="Microsoft JhengHei"/>
              </a:rPr>
              <a:t>。有</a:t>
            </a:r>
            <a:r>
              <a:rPr sz="2800" b="1" spc="229" dirty="0">
                <a:latin typeface="Microsoft YaHei"/>
                <a:cs typeface="Microsoft YaHei"/>
              </a:rPr>
              <a:t>些</a:t>
            </a:r>
            <a:r>
              <a:rPr sz="2800" b="1" spc="220" dirty="0">
                <a:latin typeface="Microsoft JhengHei"/>
                <a:cs typeface="Microsoft JhengHei"/>
              </a:rPr>
              <a:t>植物气</a:t>
            </a:r>
            <a:r>
              <a:rPr sz="2800" b="1" spc="220" dirty="0">
                <a:latin typeface="Microsoft YaHei"/>
                <a:cs typeface="Microsoft YaHei"/>
              </a:rPr>
              <a:t>孔</a:t>
            </a:r>
            <a:r>
              <a:rPr sz="2800" b="1" spc="229" dirty="0">
                <a:latin typeface="Microsoft JhengHei"/>
                <a:cs typeface="Microsoft JhengHei"/>
              </a:rPr>
              <a:t>深</a:t>
            </a:r>
            <a:r>
              <a:rPr sz="2800" b="1" spc="-50" dirty="0">
                <a:latin typeface="Microsoft YaHei"/>
                <a:cs typeface="Microsoft YaHei"/>
              </a:rPr>
              <a:t>陷</a:t>
            </a:r>
            <a:r>
              <a:rPr sz="2800" b="1" spc="220" dirty="0">
                <a:latin typeface="Microsoft JhengHei"/>
                <a:cs typeface="Microsoft JhengHei"/>
              </a:rPr>
              <a:t>在叶内，</a:t>
            </a:r>
            <a:r>
              <a:rPr sz="2800" b="1" spc="220" dirty="0">
                <a:latin typeface="Microsoft YaHei"/>
                <a:cs typeface="Microsoft YaHei"/>
              </a:rPr>
              <a:t>或</a:t>
            </a:r>
            <a:r>
              <a:rPr sz="2800" b="1" spc="220" dirty="0">
                <a:latin typeface="Microsoft JhengHei"/>
                <a:cs typeface="Microsoft JhengHei"/>
              </a:rPr>
              <a:t>在夜</a:t>
            </a:r>
            <a:r>
              <a:rPr sz="2800" b="1" spc="220" dirty="0">
                <a:latin typeface="Microsoft YaHei"/>
                <a:cs typeface="Microsoft YaHei"/>
              </a:rPr>
              <a:t>晚</a:t>
            </a:r>
            <a:r>
              <a:rPr sz="2800" b="1" spc="175" dirty="0">
                <a:latin typeface="Microsoft JhengHei"/>
                <a:cs typeface="Microsoft JhengHei"/>
              </a:rPr>
              <a:t>进行气体交换。</a:t>
            </a:r>
            <a:endParaRPr sz="2800">
              <a:latin typeface="Microsoft JhengHei"/>
              <a:cs typeface="Microsoft JhengHei"/>
            </a:endParaRPr>
          </a:p>
          <a:p>
            <a:pPr marL="83820" marR="5080" algn="just">
              <a:lnSpc>
                <a:spcPct val="100000"/>
              </a:lnSpc>
              <a:spcBef>
                <a:spcPts val="260"/>
              </a:spcBef>
            </a:pPr>
            <a:r>
              <a:rPr sz="2800" b="1" dirty="0">
                <a:latin typeface="Microsoft JhengHei"/>
                <a:cs typeface="Microsoft JhengHei"/>
              </a:rPr>
              <a:t>（ </a:t>
            </a:r>
            <a:r>
              <a:rPr sz="2800" b="1" dirty="0">
                <a:latin typeface="Times New Roman"/>
                <a:cs typeface="Times New Roman"/>
              </a:rPr>
              <a:t>3</a:t>
            </a:r>
            <a:r>
              <a:rPr sz="2800" b="1" spc="-45" dirty="0">
                <a:latin typeface="Times New Roman"/>
                <a:cs typeface="Times New Roman"/>
              </a:rPr>
              <a:t> </a:t>
            </a:r>
            <a:r>
              <a:rPr sz="2800" b="1" spc="225" dirty="0">
                <a:latin typeface="Microsoft JhengHei"/>
                <a:cs typeface="Microsoft JhengHei"/>
              </a:rPr>
              <a:t>）</a:t>
            </a:r>
            <a:r>
              <a:rPr sz="2800" b="1" spc="220" dirty="0">
                <a:latin typeface="Microsoft JhengHei"/>
                <a:cs typeface="Microsoft JhengHei"/>
              </a:rPr>
              <a:t>叶</a:t>
            </a:r>
            <a:r>
              <a:rPr sz="2800" b="1" spc="220" dirty="0">
                <a:latin typeface="Microsoft YaHei"/>
                <a:cs typeface="Microsoft YaHei"/>
              </a:rPr>
              <a:t>子</a:t>
            </a:r>
            <a:r>
              <a:rPr sz="2800" b="1" spc="220" dirty="0">
                <a:latin typeface="Microsoft JhengHei"/>
                <a:cs typeface="Microsoft JhengHei"/>
              </a:rPr>
              <a:t>：外表</a:t>
            </a:r>
            <a:r>
              <a:rPr sz="2800" b="1" spc="220" dirty="0">
                <a:latin typeface="Microsoft YaHei"/>
                <a:cs typeface="Microsoft YaHei"/>
              </a:rPr>
              <a:t>面覆盖</a:t>
            </a:r>
            <a:r>
              <a:rPr sz="2800" b="1" spc="220" dirty="0">
                <a:latin typeface="Microsoft JhengHei"/>
                <a:cs typeface="Microsoft JhengHei"/>
              </a:rPr>
              <a:t>有</a:t>
            </a:r>
            <a:r>
              <a:rPr sz="2800" b="1" spc="229" dirty="0">
                <a:latin typeface="Microsoft YaHei"/>
                <a:cs typeface="Microsoft YaHei"/>
              </a:rPr>
              <a:t>蜡</a:t>
            </a:r>
            <a:r>
              <a:rPr sz="2800" b="1" spc="220" dirty="0">
                <a:latin typeface="Microsoft JhengHei"/>
                <a:cs typeface="Microsoft JhengHei"/>
              </a:rPr>
              <a:t>质的、</a:t>
            </a:r>
            <a:r>
              <a:rPr sz="2800" b="1" spc="220" dirty="0">
                <a:latin typeface="Microsoft YaHei"/>
                <a:cs typeface="Microsoft YaHei"/>
              </a:rPr>
              <a:t>不</a:t>
            </a:r>
            <a:r>
              <a:rPr sz="2800" b="1" spc="229" dirty="0">
                <a:latin typeface="Microsoft JhengHei"/>
                <a:cs typeface="Microsoft JhengHei"/>
              </a:rPr>
              <a:t>易</a:t>
            </a:r>
            <a:r>
              <a:rPr sz="2800" b="1" spc="220" dirty="0">
                <a:latin typeface="Microsoft YaHei"/>
                <a:cs typeface="Microsoft YaHei"/>
              </a:rPr>
              <a:t>透</a:t>
            </a:r>
            <a:r>
              <a:rPr sz="2800" b="1" spc="-50" dirty="0">
                <a:latin typeface="Microsoft JhengHei"/>
                <a:cs typeface="Microsoft JhengHei"/>
              </a:rPr>
              <a:t>水</a:t>
            </a:r>
            <a:r>
              <a:rPr sz="2800" b="1" spc="229" dirty="0">
                <a:latin typeface="Microsoft JhengHei"/>
                <a:cs typeface="Microsoft JhengHei"/>
              </a:rPr>
              <a:t>的</a:t>
            </a:r>
            <a:r>
              <a:rPr sz="2800" b="1" spc="220" dirty="0">
                <a:latin typeface="Microsoft YaHei"/>
                <a:cs typeface="Microsoft YaHei"/>
              </a:rPr>
              <a:t>角</a:t>
            </a:r>
            <a:r>
              <a:rPr sz="2800" b="1" spc="215" dirty="0">
                <a:latin typeface="Microsoft JhengHei"/>
                <a:cs typeface="Microsoft JhengHei"/>
              </a:rPr>
              <a:t>质层，以降</a:t>
            </a:r>
            <a:r>
              <a:rPr sz="2800" b="1" spc="220" dirty="0">
                <a:latin typeface="Microsoft YaHei"/>
                <a:cs typeface="Microsoft YaHei"/>
              </a:rPr>
              <a:t>低</a:t>
            </a:r>
            <a:r>
              <a:rPr sz="2800" b="1" spc="220" dirty="0">
                <a:latin typeface="Microsoft JhengHei"/>
                <a:cs typeface="Microsoft JhengHei"/>
              </a:rPr>
              <a:t>叶表</a:t>
            </a:r>
            <a:r>
              <a:rPr sz="2800" b="1" spc="229" dirty="0">
                <a:latin typeface="Microsoft YaHei"/>
                <a:cs typeface="Microsoft YaHei"/>
              </a:rPr>
              <a:t>面</a:t>
            </a:r>
            <a:r>
              <a:rPr sz="2800" b="1" spc="215" dirty="0">
                <a:latin typeface="Microsoft JhengHei"/>
                <a:cs typeface="Microsoft JhengHei"/>
              </a:rPr>
              <a:t>的蒸腾量；干燥地</a:t>
            </a:r>
            <a:r>
              <a:rPr sz="2800" b="1" spc="-50" dirty="0">
                <a:latin typeface="Microsoft YaHei"/>
                <a:cs typeface="Microsoft YaHei"/>
              </a:rPr>
              <a:t>区</a:t>
            </a:r>
            <a:r>
              <a:rPr sz="2800" b="1" spc="220" dirty="0">
                <a:latin typeface="Microsoft JhengHei"/>
                <a:cs typeface="Microsoft JhengHei"/>
              </a:rPr>
              <a:t>植物</a:t>
            </a:r>
            <a:r>
              <a:rPr sz="2800" b="1" spc="220" dirty="0">
                <a:latin typeface="Microsoft YaHei"/>
                <a:cs typeface="Microsoft YaHei"/>
              </a:rPr>
              <a:t>尽</a:t>
            </a:r>
            <a:r>
              <a:rPr sz="2800" b="1" spc="229" dirty="0">
                <a:latin typeface="Microsoft JhengHei"/>
                <a:cs typeface="Microsoft JhengHei"/>
              </a:rPr>
              <a:t>量</a:t>
            </a:r>
            <a:r>
              <a:rPr sz="2800" b="1" spc="220" dirty="0">
                <a:latin typeface="Microsoft YaHei"/>
                <a:cs typeface="Microsoft YaHei"/>
              </a:rPr>
              <a:t>缩小</a:t>
            </a:r>
            <a:r>
              <a:rPr sz="2800" b="1" spc="220" dirty="0">
                <a:latin typeface="Microsoft JhengHei"/>
                <a:cs typeface="Microsoft JhengHei"/>
              </a:rPr>
              <a:t>叶</a:t>
            </a:r>
            <a:r>
              <a:rPr sz="2800" b="1" spc="220" dirty="0">
                <a:latin typeface="Microsoft YaHei"/>
                <a:cs typeface="Microsoft YaHei"/>
              </a:rPr>
              <a:t>面</a:t>
            </a:r>
            <a:r>
              <a:rPr sz="2800" b="1" spc="180" dirty="0">
                <a:latin typeface="Microsoft JhengHei"/>
                <a:cs typeface="Microsoft JhengHei"/>
              </a:rPr>
              <a:t>积以减少蒸腾量。</a:t>
            </a:r>
            <a:endParaRPr sz="2800">
              <a:latin typeface="Microsoft JhengHei"/>
              <a:cs typeface="Microsoft JhengHe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06070" y="491490"/>
            <a:ext cx="797052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90575" algn="l"/>
              </a:tabLst>
            </a:pPr>
            <a:r>
              <a:rPr sz="3200" spc="-50" dirty="0">
                <a:latin typeface="Times New Roman"/>
                <a:cs typeface="Times New Roman"/>
              </a:rPr>
              <a:t>2</a:t>
            </a:r>
            <a:r>
              <a:rPr sz="3200" dirty="0">
                <a:latin typeface="Times New Roman"/>
                <a:cs typeface="Times New Roman"/>
              </a:rPr>
              <a:t>	</a:t>
            </a:r>
            <a:r>
              <a:rPr sz="3200" spc="265" dirty="0"/>
              <a:t>陆生植物</a:t>
            </a:r>
            <a:r>
              <a:rPr sz="3200" dirty="0"/>
              <a:t>（</a:t>
            </a:r>
            <a:r>
              <a:rPr sz="3200" spc="-525" dirty="0"/>
              <a:t> </a:t>
            </a:r>
            <a:r>
              <a:rPr sz="2800" spc="215" dirty="0"/>
              <a:t>湿生植物、中生植物与</a:t>
            </a:r>
            <a:r>
              <a:rPr sz="2800" spc="229" dirty="0">
                <a:latin typeface="Microsoft YaHei"/>
                <a:cs typeface="Microsoft YaHei"/>
              </a:rPr>
              <a:t>旱</a:t>
            </a:r>
            <a:r>
              <a:rPr sz="2800" spc="80" dirty="0"/>
              <a:t>生植</a:t>
            </a:r>
            <a:endParaRPr sz="2800">
              <a:latin typeface="Microsoft YaHei"/>
              <a:cs typeface="Microsoft YaHe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28600" y="979170"/>
            <a:ext cx="8061325" cy="5237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100"/>
              </a:spcBef>
            </a:pPr>
            <a:r>
              <a:rPr sz="2800" b="1" spc="215" dirty="0">
                <a:solidFill>
                  <a:schemeClr val="tx1"/>
                </a:solidFill>
                <a:latin typeface="Microsoft JhengHei"/>
                <a:cs typeface="Microsoft JhengHei"/>
              </a:rPr>
              <a:t>物</a:t>
            </a:r>
            <a:r>
              <a:rPr sz="2800" b="1" spc="-50" dirty="0">
                <a:solidFill>
                  <a:schemeClr val="tx1"/>
                </a:solidFill>
                <a:latin typeface="Microsoft JhengHei"/>
                <a:cs typeface="Microsoft JhengHei"/>
              </a:rPr>
              <a:t>）</a:t>
            </a:r>
            <a:endParaRPr sz="2800">
              <a:solidFill>
                <a:schemeClr val="tx1"/>
              </a:solidFill>
              <a:latin typeface="Microsoft JhengHei"/>
              <a:cs typeface="Microsoft JhengHei"/>
            </a:endParaRPr>
          </a:p>
          <a:p>
            <a:pPr marL="90170" marR="2231390" algn="just">
              <a:lnSpc>
                <a:spcPct val="100000"/>
              </a:lnSpc>
            </a:pPr>
            <a:r>
              <a:rPr sz="2800" b="1" spc="215" dirty="0">
                <a:solidFill>
                  <a:schemeClr val="tx1"/>
                </a:solidFill>
                <a:latin typeface="Microsoft JhengHei"/>
                <a:cs typeface="Microsoft JhengHei"/>
              </a:rPr>
              <a:t>湿生植物：</a:t>
            </a:r>
            <a:r>
              <a:rPr sz="2800" b="1" spc="220" dirty="0">
                <a:solidFill>
                  <a:schemeClr val="tx1"/>
                </a:solidFill>
                <a:latin typeface="Microsoft YaHei"/>
                <a:cs typeface="Microsoft YaHei"/>
              </a:rPr>
              <a:t>抗旱</a:t>
            </a:r>
            <a:r>
              <a:rPr sz="2800" b="1" spc="215" dirty="0">
                <a:solidFill>
                  <a:schemeClr val="tx1"/>
                </a:solidFill>
                <a:latin typeface="Microsoft JhengHei"/>
                <a:cs typeface="Microsoft JhengHei"/>
              </a:rPr>
              <a:t>能力</a:t>
            </a:r>
            <a:r>
              <a:rPr sz="2800" b="1" spc="229" dirty="0">
                <a:solidFill>
                  <a:schemeClr val="tx1"/>
                </a:solidFill>
                <a:latin typeface="Microsoft YaHei"/>
                <a:cs typeface="Microsoft YaHei"/>
              </a:rPr>
              <a:t>小</a:t>
            </a:r>
            <a:r>
              <a:rPr sz="2800" b="1" spc="220" dirty="0">
                <a:solidFill>
                  <a:schemeClr val="tx1"/>
                </a:solidFill>
                <a:latin typeface="Microsoft JhengHei"/>
                <a:cs typeface="Microsoft JhengHei"/>
              </a:rPr>
              <a:t>，</a:t>
            </a:r>
            <a:r>
              <a:rPr sz="2800" b="1" spc="229" dirty="0">
                <a:solidFill>
                  <a:schemeClr val="tx1"/>
                </a:solidFill>
                <a:latin typeface="Microsoft YaHei"/>
                <a:cs typeface="Microsoft YaHei"/>
              </a:rPr>
              <a:t>不</a:t>
            </a:r>
            <a:r>
              <a:rPr sz="2800" b="1" spc="220" dirty="0">
                <a:solidFill>
                  <a:schemeClr val="tx1"/>
                </a:solidFill>
                <a:latin typeface="Microsoft JhengHei"/>
                <a:cs typeface="Microsoft JhengHei"/>
              </a:rPr>
              <a:t>能</a:t>
            </a:r>
            <a:r>
              <a:rPr sz="2800" b="1" spc="220" dirty="0">
                <a:solidFill>
                  <a:schemeClr val="tx1"/>
                </a:solidFill>
                <a:latin typeface="Microsoft YaHei"/>
                <a:cs typeface="Microsoft YaHei"/>
              </a:rPr>
              <a:t>忍</a:t>
            </a:r>
            <a:r>
              <a:rPr sz="2800" b="1" spc="-50" dirty="0">
                <a:solidFill>
                  <a:schemeClr val="tx1"/>
                </a:solidFill>
                <a:latin typeface="Microsoft JhengHei"/>
                <a:cs typeface="Microsoft JhengHei"/>
              </a:rPr>
              <a:t>受</a:t>
            </a:r>
            <a:r>
              <a:rPr sz="2800" b="1" spc="220" dirty="0">
                <a:solidFill>
                  <a:schemeClr val="tx1"/>
                </a:solidFill>
                <a:latin typeface="Microsoft JhengHei"/>
                <a:cs typeface="Microsoft JhengHei"/>
              </a:rPr>
              <a:t>长</a:t>
            </a:r>
            <a:r>
              <a:rPr sz="2800" b="1" spc="229" dirty="0">
                <a:solidFill>
                  <a:schemeClr val="tx1"/>
                </a:solidFill>
                <a:latin typeface="Microsoft YaHei"/>
                <a:cs typeface="Microsoft YaHei"/>
              </a:rPr>
              <a:t>时</a:t>
            </a:r>
            <a:r>
              <a:rPr sz="2800" b="1" spc="215" dirty="0">
                <a:solidFill>
                  <a:schemeClr val="tx1"/>
                </a:solidFill>
                <a:latin typeface="Microsoft JhengHei"/>
                <a:cs typeface="Microsoft JhengHei"/>
              </a:rPr>
              <a:t>间缺水，</a:t>
            </a:r>
            <a:r>
              <a:rPr sz="2800" b="1" spc="220" dirty="0">
                <a:solidFill>
                  <a:schemeClr val="tx1"/>
                </a:solidFill>
                <a:latin typeface="Microsoft YaHei"/>
                <a:cs typeface="Microsoft YaHei"/>
              </a:rPr>
              <a:t>但抗涝</a:t>
            </a:r>
            <a:r>
              <a:rPr sz="2800" b="1" spc="220" dirty="0">
                <a:solidFill>
                  <a:schemeClr val="tx1"/>
                </a:solidFill>
                <a:latin typeface="Microsoft JhengHei"/>
                <a:cs typeface="Microsoft JhengHei"/>
              </a:rPr>
              <a:t>性很</a:t>
            </a:r>
            <a:r>
              <a:rPr sz="2800" b="1" spc="229" dirty="0">
                <a:solidFill>
                  <a:schemeClr val="tx1"/>
                </a:solidFill>
                <a:latin typeface="Microsoft YaHei"/>
                <a:cs typeface="Microsoft YaHei"/>
              </a:rPr>
              <a:t>强</a:t>
            </a:r>
            <a:r>
              <a:rPr sz="2800" b="1" spc="125" dirty="0">
                <a:solidFill>
                  <a:schemeClr val="tx1"/>
                </a:solidFill>
                <a:latin typeface="Microsoft JhengHei"/>
                <a:cs typeface="Microsoft JhengHei"/>
              </a:rPr>
              <a:t>，根部</a:t>
            </a:r>
            <a:r>
              <a:rPr sz="2800" b="1" spc="220" dirty="0">
                <a:solidFill>
                  <a:schemeClr val="tx1"/>
                </a:solidFill>
                <a:latin typeface="Microsoft YaHei"/>
                <a:cs typeface="Microsoft YaHei"/>
              </a:rPr>
              <a:t>通</a:t>
            </a:r>
            <a:r>
              <a:rPr sz="2800" b="1" spc="229" dirty="0">
                <a:solidFill>
                  <a:schemeClr val="tx1"/>
                </a:solidFill>
                <a:latin typeface="Microsoft JhengHei"/>
                <a:cs typeface="Microsoft JhengHei"/>
              </a:rPr>
              <a:t>过</a:t>
            </a:r>
            <a:r>
              <a:rPr sz="2800" b="1" spc="220" dirty="0">
                <a:solidFill>
                  <a:schemeClr val="tx1"/>
                </a:solidFill>
                <a:latin typeface="Microsoft YaHei"/>
                <a:cs typeface="Microsoft YaHei"/>
              </a:rPr>
              <a:t>通</a:t>
            </a:r>
            <a:r>
              <a:rPr sz="2800" b="1" spc="220" dirty="0">
                <a:solidFill>
                  <a:schemeClr val="tx1"/>
                </a:solidFill>
                <a:latin typeface="Microsoft JhengHei"/>
                <a:cs typeface="Microsoft JhengHei"/>
              </a:rPr>
              <a:t>气组</a:t>
            </a:r>
            <a:r>
              <a:rPr sz="2800" b="1" spc="220" dirty="0">
                <a:solidFill>
                  <a:schemeClr val="tx1"/>
                </a:solidFill>
                <a:latin typeface="Microsoft YaHei"/>
                <a:cs typeface="Microsoft YaHei"/>
              </a:rPr>
              <a:t>织</a:t>
            </a:r>
            <a:r>
              <a:rPr sz="2800" b="1" spc="229" dirty="0">
                <a:solidFill>
                  <a:schemeClr val="tx1"/>
                </a:solidFill>
                <a:latin typeface="Microsoft JhengHei"/>
                <a:cs typeface="Microsoft JhengHei"/>
              </a:rPr>
              <a:t>和</a:t>
            </a:r>
            <a:r>
              <a:rPr sz="2800" b="1" spc="220" dirty="0">
                <a:solidFill>
                  <a:schemeClr val="tx1"/>
                </a:solidFill>
                <a:latin typeface="Microsoft YaHei"/>
                <a:cs typeface="Microsoft YaHei"/>
              </a:rPr>
              <a:t>茎</a:t>
            </a:r>
            <a:r>
              <a:rPr sz="2800" b="1" spc="220" dirty="0">
                <a:solidFill>
                  <a:schemeClr val="tx1"/>
                </a:solidFill>
                <a:latin typeface="Microsoft JhengHei"/>
                <a:cs typeface="Microsoft JhengHei"/>
              </a:rPr>
              <a:t>叶的</a:t>
            </a:r>
            <a:r>
              <a:rPr sz="2800" b="1" spc="220" dirty="0">
                <a:solidFill>
                  <a:schemeClr val="tx1"/>
                </a:solidFill>
                <a:latin typeface="Microsoft YaHei"/>
                <a:cs typeface="Microsoft YaHei"/>
              </a:rPr>
              <a:t>通</a:t>
            </a:r>
            <a:r>
              <a:rPr sz="2800" b="1" spc="220" dirty="0">
                <a:solidFill>
                  <a:schemeClr val="tx1"/>
                </a:solidFill>
                <a:latin typeface="Microsoft JhengHei"/>
                <a:cs typeface="Microsoft JhengHei"/>
              </a:rPr>
              <a:t>气组</a:t>
            </a:r>
            <a:r>
              <a:rPr sz="2800" b="1" spc="220" dirty="0">
                <a:solidFill>
                  <a:schemeClr val="tx1"/>
                </a:solidFill>
                <a:latin typeface="Microsoft YaHei"/>
                <a:cs typeface="Microsoft YaHei"/>
              </a:rPr>
              <a:t>织</a:t>
            </a:r>
            <a:r>
              <a:rPr sz="2800" b="1" spc="-50" dirty="0">
                <a:solidFill>
                  <a:schemeClr val="tx1"/>
                </a:solidFill>
                <a:latin typeface="Microsoft JhengHei"/>
                <a:cs typeface="Microsoft JhengHei"/>
              </a:rPr>
              <a:t>相</a:t>
            </a:r>
            <a:r>
              <a:rPr sz="2800" b="1" spc="220" dirty="0">
                <a:solidFill>
                  <a:schemeClr val="tx1"/>
                </a:solidFill>
                <a:latin typeface="Microsoft YaHei"/>
                <a:cs typeface="Microsoft YaHei"/>
              </a:rPr>
              <a:t>连接</a:t>
            </a:r>
            <a:r>
              <a:rPr sz="2800" b="1" spc="220" dirty="0">
                <a:solidFill>
                  <a:schemeClr val="tx1"/>
                </a:solidFill>
                <a:latin typeface="Microsoft JhengHei"/>
                <a:cs typeface="Microsoft JhengHei"/>
              </a:rPr>
              <a:t>，以保</a:t>
            </a:r>
            <a:r>
              <a:rPr sz="2800" b="1" spc="220" dirty="0">
                <a:solidFill>
                  <a:schemeClr val="tx1"/>
                </a:solidFill>
                <a:latin typeface="Microsoft YaHei"/>
                <a:cs typeface="Microsoft YaHei"/>
              </a:rPr>
              <a:t>证</a:t>
            </a:r>
            <a:r>
              <a:rPr sz="2800" b="1" spc="220" dirty="0">
                <a:solidFill>
                  <a:schemeClr val="tx1"/>
                </a:solidFill>
                <a:latin typeface="Microsoft JhengHei"/>
                <a:cs typeface="Microsoft JhengHei"/>
              </a:rPr>
              <a:t>根的</a:t>
            </a:r>
            <a:r>
              <a:rPr sz="2800" b="1" spc="220" dirty="0">
                <a:solidFill>
                  <a:schemeClr val="tx1"/>
                </a:solidFill>
                <a:latin typeface="Microsoft YaHei"/>
                <a:cs typeface="Microsoft YaHei"/>
              </a:rPr>
              <a:t>供氧</a:t>
            </a:r>
            <a:r>
              <a:rPr sz="2800" b="1" spc="-50" dirty="0">
                <a:solidFill>
                  <a:schemeClr val="tx1"/>
                </a:solidFill>
                <a:latin typeface="Microsoft JhengHei"/>
                <a:cs typeface="Microsoft JhengHei"/>
              </a:rPr>
              <a:t>。</a:t>
            </a:r>
            <a:endParaRPr sz="2800">
              <a:solidFill>
                <a:schemeClr val="tx1"/>
              </a:solidFill>
              <a:latin typeface="Microsoft JhengHei"/>
              <a:cs typeface="Microsoft JhengHei"/>
            </a:endParaRPr>
          </a:p>
          <a:p>
            <a:pPr marL="90170" marR="2192020" algn="just">
              <a:lnSpc>
                <a:spcPct val="100099"/>
              </a:lnSpc>
              <a:spcBef>
                <a:spcPts val="1235"/>
              </a:spcBef>
            </a:pPr>
            <a:r>
              <a:rPr sz="2000" b="1" spc="165" dirty="0">
                <a:solidFill>
                  <a:schemeClr val="tx1"/>
                </a:solidFill>
                <a:latin typeface="Microsoft YaHei"/>
                <a:cs typeface="Microsoft YaHei"/>
              </a:rPr>
              <a:t>如阴</a:t>
            </a:r>
            <a:r>
              <a:rPr sz="2000" b="1" spc="165" dirty="0">
                <a:solidFill>
                  <a:schemeClr val="tx1"/>
                </a:solidFill>
                <a:latin typeface="Microsoft JhengHei"/>
                <a:cs typeface="Microsoft JhengHei"/>
              </a:rPr>
              <a:t>性湿生植物大海</a:t>
            </a:r>
            <a:r>
              <a:rPr sz="2000" b="1" spc="170" dirty="0">
                <a:solidFill>
                  <a:schemeClr val="tx1"/>
                </a:solidFill>
                <a:latin typeface="Microsoft YaHei"/>
                <a:cs typeface="Microsoft YaHei"/>
              </a:rPr>
              <a:t>芋</a:t>
            </a:r>
            <a:r>
              <a:rPr sz="2000" b="1" spc="170" dirty="0">
                <a:solidFill>
                  <a:schemeClr val="tx1"/>
                </a:solidFill>
                <a:latin typeface="Microsoft JhengHei"/>
                <a:cs typeface="Microsoft JhengHei"/>
              </a:rPr>
              <a:t>，生长在</a:t>
            </a:r>
            <a:r>
              <a:rPr sz="2000" b="1" spc="170" dirty="0">
                <a:solidFill>
                  <a:schemeClr val="tx1"/>
                </a:solidFill>
                <a:latin typeface="Microsoft YaHei"/>
                <a:cs typeface="Microsoft YaHei"/>
              </a:rPr>
              <a:t>热</a:t>
            </a:r>
            <a:r>
              <a:rPr sz="2000" b="1" spc="165" dirty="0">
                <a:solidFill>
                  <a:schemeClr val="tx1"/>
                </a:solidFill>
                <a:latin typeface="Microsoft JhengHei"/>
                <a:cs typeface="Microsoft JhengHei"/>
              </a:rPr>
              <a:t>带雨</a:t>
            </a:r>
            <a:r>
              <a:rPr sz="2000" b="1" spc="170" dirty="0">
                <a:solidFill>
                  <a:schemeClr val="tx1"/>
                </a:solidFill>
                <a:latin typeface="Microsoft YaHei"/>
                <a:cs typeface="Microsoft YaHei"/>
              </a:rPr>
              <a:t>林</a:t>
            </a:r>
            <a:r>
              <a:rPr sz="2000" b="1" spc="170" dirty="0">
                <a:solidFill>
                  <a:schemeClr val="tx1"/>
                </a:solidFill>
                <a:latin typeface="Microsoft JhengHei"/>
                <a:cs typeface="Microsoft JhengHei"/>
              </a:rPr>
              <a:t>下层</a:t>
            </a:r>
            <a:r>
              <a:rPr sz="2000" b="1" spc="-50" dirty="0">
                <a:solidFill>
                  <a:schemeClr val="tx1"/>
                </a:solidFill>
                <a:latin typeface="Microsoft YaHei"/>
                <a:cs typeface="Microsoft YaHei"/>
              </a:rPr>
              <a:t>隐</a:t>
            </a:r>
            <a:r>
              <a:rPr sz="2000" b="1" spc="170" dirty="0">
                <a:solidFill>
                  <a:schemeClr val="tx1"/>
                </a:solidFill>
                <a:latin typeface="Microsoft YaHei"/>
                <a:cs typeface="Microsoft YaHei"/>
              </a:rPr>
              <a:t>蔽</a:t>
            </a:r>
            <a:r>
              <a:rPr sz="2000" b="1" spc="165" dirty="0">
                <a:solidFill>
                  <a:schemeClr val="tx1"/>
                </a:solidFill>
                <a:latin typeface="Microsoft JhengHei"/>
                <a:cs typeface="Microsoft JhengHei"/>
              </a:rPr>
              <a:t>潮湿环境中，大气湿度大，植物蒸腾</a:t>
            </a:r>
            <a:r>
              <a:rPr sz="2000" b="1" spc="170" dirty="0">
                <a:solidFill>
                  <a:schemeClr val="tx1"/>
                </a:solidFill>
                <a:latin typeface="Microsoft YaHei"/>
                <a:cs typeface="Microsoft YaHei"/>
              </a:rPr>
              <a:t>弱</a:t>
            </a:r>
            <a:r>
              <a:rPr sz="2000" b="1" spc="95" dirty="0">
                <a:solidFill>
                  <a:schemeClr val="tx1"/>
                </a:solidFill>
                <a:latin typeface="Microsoft JhengHei"/>
                <a:cs typeface="Microsoft JhengHei"/>
              </a:rPr>
              <a:t>，，易</a:t>
            </a:r>
            <a:r>
              <a:rPr sz="2000" b="1" spc="165" dirty="0">
                <a:solidFill>
                  <a:schemeClr val="tx1"/>
                </a:solidFill>
                <a:latin typeface="Microsoft JhengHei"/>
                <a:cs typeface="Microsoft JhengHei"/>
              </a:rPr>
              <a:t>保持水分，因</a:t>
            </a:r>
            <a:r>
              <a:rPr sz="2000" b="1" spc="170" dirty="0">
                <a:solidFill>
                  <a:schemeClr val="tx1"/>
                </a:solidFill>
                <a:latin typeface="Microsoft YaHei"/>
                <a:cs typeface="Microsoft YaHei"/>
              </a:rPr>
              <a:t>此</a:t>
            </a:r>
            <a:r>
              <a:rPr sz="2000" b="1" spc="165" dirty="0">
                <a:solidFill>
                  <a:schemeClr val="tx1"/>
                </a:solidFill>
                <a:latin typeface="Microsoft JhengHei"/>
                <a:cs typeface="Microsoft JhengHei"/>
              </a:rPr>
              <a:t>其根系极</a:t>
            </a:r>
            <a:r>
              <a:rPr sz="2000" b="1" spc="170" dirty="0">
                <a:solidFill>
                  <a:schemeClr val="tx1"/>
                </a:solidFill>
                <a:latin typeface="Microsoft YaHei"/>
                <a:cs typeface="Microsoft YaHei"/>
              </a:rPr>
              <a:t>不</a:t>
            </a:r>
            <a:r>
              <a:rPr sz="2000" b="1" spc="170" dirty="0">
                <a:solidFill>
                  <a:schemeClr val="tx1"/>
                </a:solidFill>
                <a:latin typeface="Microsoft JhengHei"/>
                <a:cs typeface="Microsoft JhengHei"/>
              </a:rPr>
              <a:t>发达。</a:t>
            </a:r>
            <a:r>
              <a:rPr sz="2000" b="1" spc="165" dirty="0">
                <a:solidFill>
                  <a:schemeClr val="tx1"/>
                </a:solidFill>
                <a:latin typeface="Microsoft YaHei"/>
                <a:cs typeface="Microsoft YaHei"/>
              </a:rPr>
              <a:t>该类</a:t>
            </a:r>
            <a:r>
              <a:rPr sz="2000" b="1" spc="170" dirty="0">
                <a:solidFill>
                  <a:schemeClr val="tx1"/>
                </a:solidFill>
                <a:latin typeface="Microsoft JhengHei"/>
                <a:cs typeface="Microsoft JhengHei"/>
              </a:rPr>
              <a:t>植物有</a:t>
            </a:r>
            <a:r>
              <a:rPr sz="2000" b="1" spc="-50" dirty="0">
                <a:solidFill>
                  <a:schemeClr val="tx1"/>
                </a:solidFill>
                <a:latin typeface="Microsoft YaHei"/>
                <a:cs typeface="Microsoft YaHei"/>
              </a:rPr>
              <a:t>秋</a:t>
            </a:r>
            <a:r>
              <a:rPr sz="2000" b="1" spc="170" dirty="0">
                <a:solidFill>
                  <a:schemeClr val="tx1"/>
                </a:solidFill>
                <a:latin typeface="Microsoft JhengHei"/>
                <a:cs typeface="Microsoft JhengHei"/>
              </a:rPr>
              <a:t>海</a:t>
            </a:r>
            <a:r>
              <a:rPr sz="2000" b="1" spc="170" dirty="0">
                <a:solidFill>
                  <a:schemeClr val="tx1"/>
                </a:solidFill>
                <a:latin typeface="Microsoft YaHei"/>
                <a:cs typeface="Microsoft YaHei"/>
              </a:rPr>
              <a:t>棠</a:t>
            </a:r>
            <a:r>
              <a:rPr sz="2000" b="1" spc="170" dirty="0">
                <a:solidFill>
                  <a:schemeClr val="tx1"/>
                </a:solidFill>
                <a:latin typeface="Microsoft JhengHei"/>
                <a:cs typeface="Microsoft JhengHei"/>
              </a:rPr>
              <a:t>、水</a:t>
            </a:r>
            <a:r>
              <a:rPr sz="2000" b="1" spc="170" dirty="0">
                <a:solidFill>
                  <a:schemeClr val="tx1"/>
                </a:solidFill>
                <a:latin typeface="Microsoft YaHei"/>
                <a:cs typeface="Microsoft YaHei"/>
              </a:rPr>
              <a:t>稻</a:t>
            </a:r>
            <a:r>
              <a:rPr sz="2000" b="1" spc="170" dirty="0">
                <a:solidFill>
                  <a:schemeClr val="tx1"/>
                </a:solidFill>
                <a:latin typeface="Microsoft JhengHei"/>
                <a:cs typeface="Microsoft JhengHei"/>
              </a:rPr>
              <a:t>、</a:t>
            </a:r>
            <a:r>
              <a:rPr sz="2000" b="1" spc="170" dirty="0">
                <a:solidFill>
                  <a:schemeClr val="tx1"/>
                </a:solidFill>
                <a:latin typeface="Microsoft YaHei"/>
                <a:cs typeface="Microsoft YaHei"/>
              </a:rPr>
              <a:t>灯芯草</a:t>
            </a:r>
            <a:r>
              <a:rPr sz="2000" b="1" spc="55" dirty="0">
                <a:solidFill>
                  <a:schemeClr val="tx1"/>
                </a:solidFill>
                <a:latin typeface="Microsoft JhengHei"/>
                <a:cs typeface="Microsoft JhengHei"/>
              </a:rPr>
              <a:t>等。</a:t>
            </a:r>
            <a:endParaRPr sz="2000">
              <a:solidFill>
                <a:schemeClr val="tx1"/>
              </a:solidFill>
              <a:latin typeface="Microsoft JhengHei"/>
              <a:cs typeface="Microsoft JhengHei"/>
            </a:endParaRPr>
          </a:p>
          <a:p>
            <a:pPr marL="12700" marR="5080" algn="just">
              <a:lnSpc>
                <a:spcPct val="100000"/>
              </a:lnSpc>
              <a:spcBef>
                <a:spcPts val="3310"/>
              </a:spcBef>
            </a:pPr>
            <a:r>
              <a:rPr sz="2800" b="1" spc="215" dirty="0">
                <a:solidFill>
                  <a:schemeClr val="tx1"/>
                </a:solidFill>
                <a:latin typeface="Microsoft JhengHei"/>
                <a:cs typeface="Microsoft JhengHei"/>
              </a:rPr>
              <a:t>中生植物，</a:t>
            </a:r>
            <a:r>
              <a:rPr sz="2800" b="1" spc="229" dirty="0">
                <a:solidFill>
                  <a:schemeClr val="tx1"/>
                </a:solidFill>
                <a:latin typeface="Microsoft YaHei"/>
                <a:cs typeface="Microsoft YaHei"/>
              </a:rPr>
              <a:t>如</a:t>
            </a:r>
            <a:r>
              <a:rPr sz="2800" b="1" spc="220" dirty="0">
                <a:solidFill>
                  <a:schemeClr val="tx1"/>
                </a:solidFill>
                <a:latin typeface="Microsoft JhengHei"/>
                <a:cs typeface="Microsoft JhengHei"/>
              </a:rPr>
              <a:t>大多</a:t>
            </a:r>
            <a:r>
              <a:rPr sz="2800" b="1" spc="215" dirty="0">
                <a:solidFill>
                  <a:schemeClr val="tx1"/>
                </a:solidFill>
                <a:latin typeface="Microsoft YaHei"/>
                <a:cs typeface="Microsoft YaHei"/>
              </a:rPr>
              <a:t>数农</a:t>
            </a:r>
            <a:r>
              <a:rPr sz="2800" b="1" spc="220" dirty="0">
                <a:solidFill>
                  <a:schemeClr val="tx1"/>
                </a:solidFill>
                <a:latin typeface="Microsoft JhengHei"/>
                <a:cs typeface="Microsoft JhengHei"/>
              </a:rPr>
              <a:t>作物，</a:t>
            </a:r>
            <a:r>
              <a:rPr sz="2800" b="1" spc="220" dirty="0">
                <a:solidFill>
                  <a:schemeClr val="tx1"/>
                </a:solidFill>
                <a:latin typeface="Microsoft YaHei"/>
                <a:cs typeface="Microsoft YaHei"/>
              </a:rPr>
              <a:t>森林树</a:t>
            </a:r>
            <a:r>
              <a:rPr sz="2800" b="1" spc="160" dirty="0">
                <a:solidFill>
                  <a:schemeClr val="tx1"/>
                </a:solidFill>
                <a:latin typeface="Microsoft JhengHei"/>
                <a:cs typeface="Microsoft JhengHei"/>
              </a:rPr>
              <a:t>种。由于环</a:t>
            </a:r>
            <a:r>
              <a:rPr sz="2800" b="1" spc="215" dirty="0">
                <a:solidFill>
                  <a:schemeClr val="tx1"/>
                </a:solidFill>
                <a:latin typeface="Microsoft JhengHei"/>
                <a:cs typeface="Microsoft JhengHei"/>
              </a:rPr>
              <a:t>境中水分减少，而逐</a:t>
            </a:r>
            <a:r>
              <a:rPr sz="2800" b="1" spc="220" dirty="0">
                <a:solidFill>
                  <a:schemeClr val="tx1"/>
                </a:solidFill>
                <a:latin typeface="Microsoft YaHei"/>
                <a:cs typeface="Microsoft YaHei"/>
              </a:rPr>
              <a:t>步</a:t>
            </a:r>
            <a:r>
              <a:rPr sz="2800" b="1" spc="220" dirty="0">
                <a:solidFill>
                  <a:schemeClr val="tx1"/>
                </a:solidFill>
                <a:latin typeface="Microsoft JhengHei"/>
                <a:cs typeface="Microsoft JhengHei"/>
              </a:rPr>
              <a:t>形成一</a:t>
            </a:r>
            <a:r>
              <a:rPr sz="2800" b="1" spc="220" dirty="0">
                <a:solidFill>
                  <a:schemeClr val="tx1"/>
                </a:solidFill>
                <a:latin typeface="Microsoft YaHei"/>
                <a:cs typeface="Microsoft YaHei"/>
              </a:rPr>
              <a:t>套</a:t>
            </a:r>
            <a:r>
              <a:rPr sz="2800" b="1" spc="175" dirty="0">
                <a:solidFill>
                  <a:schemeClr val="tx1"/>
                </a:solidFill>
                <a:latin typeface="Microsoft JhengHei"/>
                <a:cs typeface="Microsoft JhengHei"/>
              </a:rPr>
              <a:t>保持水分平衡的</a:t>
            </a:r>
            <a:r>
              <a:rPr sz="2800" b="1" spc="220" dirty="0">
                <a:solidFill>
                  <a:schemeClr val="tx1"/>
                </a:solidFill>
                <a:latin typeface="Microsoft YaHei"/>
                <a:cs typeface="Microsoft YaHei"/>
              </a:rPr>
              <a:t>结构</a:t>
            </a:r>
            <a:r>
              <a:rPr sz="2800" b="1" spc="229" dirty="0">
                <a:solidFill>
                  <a:schemeClr val="tx1"/>
                </a:solidFill>
                <a:latin typeface="Microsoft JhengHei"/>
                <a:cs typeface="Microsoft JhengHei"/>
              </a:rPr>
              <a:t>与</a:t>
            </a:r>
            <a:r>
              <a:rPr sz="2800" b="1" spc="220" dirty="0">
                <a:solidFill>
                  <a:schemeClr val="tx1"/>
                </a:solidFill>
                <a:latin typeface="Microsoft YaHei"/>
                <a:cs typeface="Microsoft YaHei"/>
              </a:rPr>
              <a:t>功</a:t>
            </a:r>
            <a:r>
              <a:rPr sz="2800" b="1" spc="80" dirty="0">
                <a:solidFill>
                  <a:schemeClr val="tx1"/>
                </a:solidFill>
                <a:latin typeface="Microsoft JhengHei"/>
                <a:cs typeface="Microsoft JhengHei"/>
              </a:rPr>
              <a:t>能。</a:t>
            </a:r>
            <a:endParaRPr sz="2800">
              <a:solidFill>
                <a:schemeClr val="tx1"/>
              </a:solidFill>
              <a:latin typeface="Microsoft JhengHei"/>
              <a:cs typeface="Microsoft JhengHe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24600" y="1524000"/>
            <a:ext cx="2571750" cy="193547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29870" y="186690"/>
            <a:ext cx="219329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260" dirty="0">
                <a:solidFill>
                  <a:srgbClr val="FFFFFF"/>
                </a:solidFill>
                <a:latin typeface="Microsoft YaHei"/>
                <a:cs typeface="Microsoft YaHei"/>
              </a:rPr>
              <a:t>旱</a:t>
            </a:r>
            <a:r>
              <a:rPr sz="3200" spc="265" dirty="0">
                <a:solidFill>
                  <a:srgbClr val="FFFFFF"/>
                </a:solidFill>
              </a:rPr>
              <a:t>生植物</a:t>
            </a:r>
            <a:r>
              <a:rPr sz="3200" spc="-50" dirty="0">
                <a:solidFill>
                  <a:srgbClr val="FFFF00"/>
                </a:solidFill>
              </a:rPr>
              <a:t>：</a:t>
            </a:r>
            <a:endParaRPr sz="3200">
              <a:latin typeface="Microsoft YaHei"/>
              <a:cs typeface="Microsoft YaHe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29870" y="896620"/>
            <a:ext cx="6612890" cy="4783360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12700" marR="93345">
              <a:lnSpc>
                <a:spcPts val="3350"/>
              </a:lnSpc>
              <a:spcBef>
                <a:spcPts val="219"/>
              </a:spcBef>
            </a:pPr>
            <a:r>
              <a:rPr sz="2800" b="1" spc="215" dirty="0">
                <a:solidFill>
                  <a:schemeClr val="tx1"/>
                </a:solidFill>
                <a:latin typeface="Microsoft JhengHei"/>
                <a:cs typeface="Microsoft JhengHei"/>
              </a:rPr>
              <a:t>生长在干</a:t>
            </a:r>
            <a:r>
              <a:rPr sz="2800" b="1" spc="220" dirty="0">
                <a:solidFill>
                  <a:schemeClr val="tx1"/>
                </a:solidFill>
                <a:latin typeface="Microsoft YaHei"/>
                <a:cs typeface="Microsoft YaHei"/>
              </a:rPr>
              <a:t>热草原</a:t>
            </a:r>
            <a:r>
              <a:rPr sz="2800" b="1" spc="220" dirty="0">
                <a:solidFill>
                  <a:schemeClr val="tx1"/>
                </a:solidFill>
                <a:latin typeface="Microsoft JhengHei"/>
                <a:cs typeface="Microsoft JhengHei"/>
              </a:rPr>
              <a:t>和</a:t>
            </a:r>
            <a:r>
              <a:rPr sz="2800" b="1" spc="220" dirty="0">
                <a:solidFill>
                  <a:schemeClr val="tx1"/>
                </a:solidFill>
                <a:latin typeface="Microsoft YaHei"/>
                <a:cs typeface="Microsoft YaHei"/>
              </a:rPr>
              <a:t>荒</a:t>
            </a:r>
            <a:r>
              <a:rPr sz="2800" b="1" spc="220" dirty="0">
                <a:solidFill>
                  <a:schemeClr val="tx1"/>
                </a:solidFill>
                <a:latin typeface="Microsoft JhengHei"/>
                <a:cs typeface="Microsoft JhengHei"/>
              </a:rPr>
              <a:t>漠地</a:t>
            </a:r>
            <a:r>
              <a:rPr sz="2800" b="1" spc="229" dirty="0">
                <a:solidFill>
                  <a:schemeClr val="tx1"/>
                </a:solidFill>
                <a:latin typeface="Microsoft YaHei"/>
                <a:cs typeface="Microsoft YaHei"/>
              </a:rPr>
              <a:t>区</a:t>
            </a:r>
            <a:r>
              <a:rPr sz="2800" b="1" spc="215" dirty="0">
                <a:solidFill>
                  <a:schemeClr val="tx1"/>
                </a:solidFill>
                <a:latin typeface="Microsoft JhengHei"/>
                <a:cs typeface="Microsoft JhengHei"/>
              </a:rPr>
              <a:t>，其</a:t>
            </a:r>
            <a:r>
              <a:rPr sz="2800" b="1" spc="220" dirty="0">
                <a:solidFill>
                  <a:schemeClr val="tx1"/>
                </a:solidFill>
                <a:latin typeface="Microsoft YaHei"/>
                <a:cs typeface="Microsoft YaHei"/>
              </a:rPr>
              <a:t>抗旱</a:t>
            </a:r>
            <a:r>
              <a:rPr sz="2800" b="1" spc="-50" dirty="0">
                <a:solidFill>
                  <a:schemeClr val="tx1"/>
                </a:solidFill>
                <a:latin typeface="Microsoft JhengHei"/>
                <a:cs typeface="Microsoft JhengHei"/>
              </a:rPr>
              <a:t>能</a:t>
            </a:r>
            <a:r>
              <a:rPr sz="2800" b="1" spc="220" dirty="0">
                <a:solidFill>
                  <a:schemeClr val="tx1"/>
                </a:solidFill>
                <a:latin typeface="Microsoft JhengHei"/>
                <a:cs typeface="Microsoft JhengHei"/>
              </a:rPr>
              <a:t>力极</a:t>
            </a:r>
            <a:r>
              <a:rPr sz="2800" b="1" spc="220" dirty="0">
                <a:solidFill>
                  <a:schemeClr val="tx1"/>
                </a:solidFill>
                <a:latin typeface="Microsoft YaHei"/>
                <a:cs typeface="Microsoft YaHei"/>
              </a:rPr>
              <a:t>强</a:t>
            </a:r>
            <a:r>
              <a:rPr sz="2800" b="1" spc="-50" dirty="0">
                <a:solidFill>
                  <a:schemeClr val="tx1"/>
                </a:solidFill>
                <a:latin typeface="Microsoft JhengHei"/>
                <a:cs typeface="Microsoft JhengHei"/>
              </a:rPr>
              <a:t>。</a:t>
            </a:r>
            <a:endParaRPr sz="2800" dirty="0">
              <a:solidFill>
                <a:schemeClr val="tx1"/>
              </a:solidFill>
              <a:latin typeface="Microsoft JhengHei"/>
              <a:cs typeface="Microsoft JhengHei"/>
            </a:endParaRPr>
          </a:p>
          <a:p>
            <a:pPr marL="12700" marR="93345">
              <a:lnSpc>
                <a:spcPct val="100000"/>
              </a:lnSpc>
              <a:spcBef>
                <a:spcPts val="1639"/>
              </a:spcBef>
            </a:pPr>
            <a:r>
              <a:rPr sz="2800" b="1" spc="220" dirty="0">
                <a:solidFill>
                  <a:schemeClr val="tx1"/>
                </a:solidFill>
                <a:latin typeface="Microsoft JhengHei"/>
                <a:cs typeface="Microsoft JhengHei"/>
              </a:rPr>
              <a:t>少</a:t>
            </a:r>
            <a:r>
              <a:rPr sz="2800" b="1" spc="229" dirty="0">
                <a:solidFill>
                  <a:schemeClr val="tx1"/>
                </a:solidFill>
                <a:latin typeface="Microsoft YaHei"/>
                <a:cs typeface="Microsoft YaHei"/>
              </a:rPr>
              <a:t>浆</a:t>
            </a:r>
            <a:r>
              <a:rPr sz="2800" b="1" spc="220" dirty="0">
                <a:solidFill>
                  <a:schemeClr val="tx1"/>
                </a:solidFill>
                <a:latin typeface="Microsoft JhengHei"/>
                <a:cs typeface="Microsoft JhengHei"/>
              </a:rPr>
              <a:t>液</a:t>
            </a:r>
            <a:r>
              <a:rPr sz="2800" b="1" spc="220" dirty="0">
                <a:solidFill>
                  <a:schemeClr val="tx1"/>
                </a:solidFill>
                <a:latin typeface="Microsoft YaHei"/>
                <a:cs typeface="Microsoft YaHei"/>
              </a:rPr>
              <a:t>旱</a:t>
            </a:r>
            <a:r>
              <a:rPr sz="2800" b="1" spc="220" dirty="0">
                <a:solidFill>
                  <a:schemeClr val="tx1"/>
                </a:solidFill>
                <a:latin typeface="Microsoft JhengHei"/>
                <a:cs typeface="Microsoft JhengHei"/>
              </a:rPr>
              <a:t>生植物</a:t>
            </a:r>
            <a:r>
              <a:rPr sz="2800" b="1" spc="215" dirty="0">
                <a:solidFill>
                  <a:schemeClr val="tx1"/>
                </a:solidFill>
                <a:latin typeface="Microsoft JhengHei"/>
                <a:cs typeface="Microsoft JhengHei"/>
              </a:rPr>
              <a:t>：体内含水量极少，</a:t>
            </a:r>
            <a:r>
              <a:rPr sz="2800" b="1" spc="-50" dirty="0">
                <a:solidFill>
                  <a:schemeClr val="tx1"/>
                </a:solidFill>
                <a:latin typeface="Microsoft YaHei"/>
                <a:cs typeface="Microsoft YaHei"/>
              </a:rPr>
              <a:t>当</a:t>
            </a:r>
            <a:r>
              <a:rPr sz="2800" b="1" spc="130" dirty="0">
                <a:solidFill>
                  <a:schemeClr val="tx1"/>
                </a:solidFill>
                <a:latin typeface="Microsoft JhengHei"/>
                <a:cs typeface="Microsoft JhengHei"/>
              </a:rPr>
              <a:t>失水 </a:t>
            </a:r>
            <a:r>
              <a:rPr sz="2800" b="1" dirty="0">
                <a:solidFill>
                  <a:schemeClr val="tx1"/>
                </a:solidFill>
                <a:latin typeface="Times New Roman"/>
                <a:cs typeface="Times New Roman"/>
              </a:rPr>
              <a:t>50%</a:t>
            </a:r>
            <a:r>
              <a:rPr sz="2800" b="1" spc="-45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sz="2800" b="1" spc="220" dirty="0">
                <a:solidFill>
                  <a:schemeClr val="tx1"/>
                </a:solidFill>
                <a:latin typeface="Microsoft YaHei"/>
                <a:cs typeface="Microsoft YaHei"/>
              </a:rPr>
              <a:t>时仍</a:t>
            </a:r>
            <a:r>
              <a:rPr sz="2800" b="1" spc="220" dirty="0">
                <a:solidFill>
                  <a:schemeClr val="tx1"/>
                </a:solidFill>
                <a:latin typeface="Microsoft JhengHei"/>
                <a:cs typeface="Microsoft JhengHei"/>
              </a:rPr>
              <a:t>能生</a:t>
            </a:r>
            <a:r>
              <a:rPr sz="2800" b="1" spc="220" dirty="0">
                <a:solidFill>
                  <a:schemeClr val="tx1"/>
                </a:solidFill>
                <a:latin typeface="Microsoft YaHei"/>
                <a:cs typeface="Microsoft YaHei"/>
              </a:rPr>
              <a:t>存</a:t>
            </a:r>
            <a:r>
              <a:rPr sz="2800" b="1" spc="-50" dirty="0">
                <a:solidFill>
                  <a:schemeClr val="tx1"/>
                </a:solidFill>
                <a:latin typeface="Microsoft JhengHei"/>
                <a:cs typeface="Microsoft JhengHei"/>
              </a:rPr>
              <a:t>；</a:t>
            </a:r>
            <a:endParaRPr sz="2800" dirty="0">
              <a:solidFill>
                <a:schemeClr val="tx1"/>
              </a:solidFill>
              <a:latin typeface="Microsoft JhengHei"/>
              <a:cs typeface="Microsoft JhengHei"/>
            </a:endParaRPr>
          </a:p>
          <a:p>
            <a:pPr marL="12700" marR="5080" algn="just">
              <a:lnSpc>
                <a:spcPct val="100000"/>
              </a:lnSpc>
              <a:spcBef>
                <a:spcPts val="1750"/>
              </a:spcBef>
            </a:pPr>
            <a:r>
              <a:rPr sz="2800" b="1" spc="220" dirty="0">
                <a:solidFill>
                  <a:srgbClr val="FF0000"/>
                </a:solidFill>
                <a:latin typeface="Microsoft JhengHei"/>
                <a:cs typeface="Microsoft JhengHei"/>
              </a:rPr>
              <a:t>叶</a:t>
            </a:r>
            <a:r>
              <a:rPr sz="2800" b="1" spc="229" dirty="0">
                <a:solidFill>
                  <a:srgbClr val="FF0000"/>
                </a:solidFill>
                <a:latin typeface="Microsoft YaHei"/>
                <a:cs typeface="Microsoft YaHei"/>
              </a:rPr>
              <a:t>面</a:t>
            </a:r>
            <a:r>
              <a:rPr sz="2800" b="1" spc="220" dirty="0">
                <a:solidFill>
                  <a:srgbClr val="FF0000"/>
                </a:solidFill>
                <a:latin typeface="Microsoft JhengHei"/>
                <a:cs typeface="Microsoft JhengHei"/>
              </a:rPr>
              <a:t>积</a:t>
            </a:r>
            <a:r>
              <a:rPr sz="2800" b="1" spc="220" dirty="0">
                <a:solidFill>
                  <a:srgbClr val="FF0000"/>
                </a:solidFill>
                <a:latin typeface="Microsoft YaHei"/>
                <a:cs typeface="Microsoft YaHei"/>
              </a:rPr>
              <a:t>缩小</a:t>
            </a:r>
            <a:r>
              <a:rPr sz="2800" b="1" spc="220" dirty="0">
                <a:solidFill>
                  <a:schemeClr val="tx1"/>
                </a:solidFill>
                <a:latin typeface="Microsoft JhengHei"/>
                <a:cs typeface="Microsoft JhengHei"/>
              </a:rPr>
              <a:t>，叶</a:t>
            </a:r>
            <a:r>
              <a:rPr sz="2800" b="1" spc="220" dirty="0">
                <a:solidFill>
                  <a:schemeClr val="tx1"/>
                </a:solidFill>
                <a:latin typeface="Microsoft YaHei"/>
                <a:cs typeface="Microsoft YaHei"/>
              </a:rPr>
              <a:t>片</a:t>
            </a:r>
            <a:r>
              <a:rPr sz="2800" b="1" spc="220" dirty="0">
                <a:solidFill>
                  <a:schemeClr val="tx1"/>
                </a:solidFill>
                <a:latin typeface="Microsoft JhengHei"/>
                <a:cs typeface="Microsoft JhengHei"/>
              </a:rPr>
              <a:t>极度</a:t>
            </a:r>
            <a:r>
              <a:rPr sz="2800" b="1" spc="220" dirty="0">
                <a:solidFill>
                  <a:schemeClr val="tx1"/>
                </a:solidFill>
                <a:latin typeface="Microsoft YaHei"/>
                <a:cs typeface="Microsoft YaHei"/>
              </a:rPr>
              <a:t>退</a:t>
            </a:r>
            <a:r>
              <a:rPr sz="2800" b="1" spc="220" dirty="0">
                <a:solidFill>
                  <a:schemeClr val="tx1"/>
                </a:solidFill>
                <a:latin typeface="Microsoft JhengHei"/>
                <a:cs typeface="Microsoft JhengHei"/>
              </a:rPr>
              <a:t>化成</a:t>
            </a:r>
            <a:r>
              <a:rPr sz="2800" b="1" spc="220" dirty="0">
                <a:solidFill>
                  <a:schemeClr val="tx1"/>
                </a:solidFill>
                <a:latin typeface="Microsoft YaHei"/>
                <a:cs typeface="Microsoft YaHei"/>
              </a:rPr>
              <a:t>针刺状</a:t>
            </a:r>
            <a:r>
              <a:rPr sz="2800" b="1" spc="-50" dirty="0">
                <a:solidFill>
                  <a:schemeClr val="tx1"/>
                </a:solidFill>
                <a:latin typeface="Microsoft JhengHei"/>
                <a:cs typeface="Microsoft JhengHei"/>
              </a:rPr>
              <a:t>，</a:t>
            </a:r>
            <a:r>
              <a:rPr sz="2800" b="1" spc="140" dirty="0">
                <a:solidFill>
                  <a:schemeClr val="tx1"/>
                </a:solidFill>
                <a:latin typeface="Microsoft YaHei"/>
                <a:cs typeface="Microsoft YaHei"/>
              </a:rPr>
              <a:t>或小鳞片状 </a:t>
            </a:r>
            <a:r>
              <a:rPr sz="2800" b="1" spc="114" dirty="0">
                <a:solidFill>
                  <a:schemeClr val="tx1"/>
                </a:solidFill>
                <a:latin typeface="Times New Roman"/>
                <a:cs typeface="Times New Roman"/>
              </a:rPr>
              <a:t>; </a:t>
            </a:r>
            <a:r>
              <a:rPr sz="2800" b="1" spc="229" dirty="0">
                <a:solidFill>
                  <a:schemeClr val="tx1"/>
                </a:solidFill>
                <a:latin typeface="Microsoft JhengHei"/>
                <a:cs typeface="Microsoft JhengHei"/>
              </a:rPr>
              <a:t>以</a:t>
            </a:r>
            <a:r>
              <a:rPr sz="2800" b="1" spc="220" dirty="0">
                <a:solidFill>
                  <a:schemeClr val="tx1"/>
                </a:solidFill>
                <a:latin typeface="Microsoft YaHei"/>
                <a:cs typeface="Microsoft YaHei"/>
              </a:rPr>
              <a:t>绿色茎</a:t>
            </a:r>
            <a:r>
              <a:rPr sz="2800" b="1" spc="220" dirty="0">
                <a:solidFill>
                  <a:schemeClr val="tx1"/>
                </a:solidFill>
                <a:latin typeface="Microsoft JhengHei"/>
                <a:cs typeface="Microsoft JhengHei"/>
              </a:rPr>
              <a:t>进行光</a:t>
            </a:r>
            <a:r>
              <a:rPr sz="2800" b="1" spc="220" dirty="0">
                <a:solidFill>
                  <a:schemeClr val="tx1"/>
                </a:solidFill>
                <a:latin typeface="Microsoft YaHei"/>
                <a:cs typeface="Microsoft YaHei"/>
              </a:rPr>
              <a:t>合</a:t>
            </a:r>
            <a:r>
              <a:rPr sz="2800" b="1" spc="220" dirty="0">
                <a:solidFill>
                  <a:schemeClr val="tx1"/>
                </a:solidFill>
                <a:latin typeface="Microsoft JhengHei"/>
                <a:cs typeface="Microsoft JhengHei"/>
              </a:rPr>
              <a:t>作用</a:t>
            </a:r>
            <a:r>
              <a:rPr sz="2800" b="1" spc="-50" dirty="0">
                <a:solidFill>
                  <a:schemeClr val="tx1"/>
                </a:solidFill>
                <a:latin typeface="Microsoft JhengHei"/>
                <a:cs typeface="Microsoft JhengHei"/>
              </a:rPr>
              <a:t>；</a:t>
            </a:r>
            <a:r>
              <a:rPr sz="2800" b="1" spc="220" dirty="0">
                <a:solidFill>
                  <a:schemeClr val="tx1"/>
                </a:solidFill>
                <a:latin typeface="Microsoft JhengHei"/>
                <a:cs typeface="Microsoft JhengHei"/>
              </a:rPr>
              <a:t>叶</a:t>
            </a:r>
            <a:r>
              <a:rPr sz="2800" b="1" spc="220" dirty="0">
                <a:solidFill>
                  <a:schemeClr val="tx1"/>
                </a:solidFill>
                <a:latin typeface="Microsoft YaHei"/>
                <a:cs typeface="Microsoft YaHei"/>
              </a:rPr>
              <a:t>片结构改</a:t>
            </a:r>
            <a:r>
              <a:rPr sz="2800" b="1" spc="220" dirty="0">
                <a:solidFill>
                  <a:schemeClr val="tx1"/>
                </a:solidFill>
                <a:latin typeface="Microsoft JhengHei"/>
                <a:cs typeface="Microsoft JhengHei"/>
              </a:rPr>
              <a:t>变，</a:t>
            </a:r>
            <a:r>
              <a:rPr sz="2800" b="1" spc="220" dirty="0">
                <a:solidFill>
                  <a:srgbClr val="FF0000"/>
                </a:solidFill>
                <a:latin typeface="Microsoft JhengHei"/>
                <a:cs typeface="Microsoft JhengHei"/>
              </a:rPr>
              <a:t>气</a:t>
            </a:r>
            <a:r>
              <a:rPr sz="2800" b="1" spc="229" dirty="0">
                <a:solidFill>
                  <a:srgbClr val="FF0000"/>
                </a:solidFill>
                <a:latin typeface="Microsoft YaHei"/>
                <a:cs typeface="Microsoft YaHei"/>
              </a:rPr>
              <a:t>孔</a:t>
            </a:r>
            <a:r>
              <a:rPr sz="2800" b="1" spc="215" dirty="0">
                <a:solidFill>
                  <a:srgbClr val="FF0000"/>
                </a:solidFill>
                <a:latin typeface="Microsoft JhengHei"/>
                <a:cs typeface="Microsoft JhengHei"/>
              </a:rPr>
              <a:t>多下</a:t>
            </a:r>
            <a:r>
              <a:rPr sz="2800" b="1" spc="229" dirty="0">
                <a:solidFill>
                  <a:srgbClr val="FF0000"/>
                </a:solidFill>
                <a:latin typeface="Microsoft YaHei"/>
                <a:cs typeface="Microsoft YaHei"/>
              </a:rPr>
              <a:t>陷</a:t>
            </a:r>
            <a:r>
              <a:rPr sz="2800" b="1" spc="220" dirty="0">
                <a:solidFill>
                  <a:schemeClr val="tx1"/>
                </a:solidFill>
                <a:latin typeface="Microsoft JhengHei"/>
                <a:cs typeface="Microsoft JhengHei"/>
              </a:rPr>
              <a:t>；</a:t>
            </a:r>
            <a:r>
              <a:rPr sz="2800" b="1" spc="145" dirty="0">
                <a:solidFill>
                  <a:schemeClr val="tx1"/>
                </a:solidFill>
                <a:latin typeface="Microsoft JhengHei"/>
                <a:cs typeface="Microsoft JhengHei"/>
              </a:rPr>
              <a:t>根系发达</a:t>
            </a:r>
            <a:endParaRPr sz="2800" dirty="0">
              <a:solidFill>
                <a:schemeClr val="tx1"/>
              </a:solidFill>
              <a:latin typeface="Microsoft JhengHei"/>
              <a:cs typeface="Microsoft JhengHei"/>
            </a:endParaRPr>
          </a:p>
          <a:p>
            <a:pPr marL="12700" marR="93345" algn="just">
              <a:lnSpc>
                <a:spcPct val="100000"/>
              </a:lnSpc>
            </a:pPr>
            <a:r>
              <a:rPr sz="2800" b="1" spc="220" dirty="0">
                <a:solidFill>
                  <a:schemeClr val="tx1"/>
                </a:solidFill>
                <a:latin typeface="Microsoft JhengHei"/>
                <a:cs typeface="Microsoft JhengHei"/>
              </a:rPr>
              <a:t>，</a:t>
            </a:r>
            <a:r>
              <a:rPr sz="2800" b="1" spc="229" dirty="0">
                <a:solidFill>
                  <a:schemeClr val="tx1"/>
                </a:solidFill>
                <a:latin typeface="Microsoft YaHei"/>
                <a:cs typeface="Microsoft YaHei"/>
              </a:rPr>
              <a:t>可</a:t>
            </a:r>
            <a:r>
              <a:rPr sz="2800" b="1" spc="110" dirty="0">
                <a:solidFill>
                  <a:schemeClr val="tx1"/>
                </a:solidFill>
                <a:latin typeface="Microsoft JhengHei"/>
                <a:cs typeface="Microsoft JhengHei"/>
              </a:rPr>
              <a:t>从深的地下吸水； </a:t>
            </a:r>
            <a:r>
              <a:rPr sz="2800" b="1" spc="220" dirty="0">
                <a:solidFill>
                  <a:srgbClr val="FF0000"/>
                </a:solidFill>
                <a:latin typeface="Microsoft YaHei"/>
                <a:cs typeface="Microsoft YaHei"/>
              </a:rPr>
              <a:t>细胞</a:t>
            </a:r>
            <a:r>
              <a:rPr sz="2800" b="1" spc="215" dirty="0">
                <a:solidFill>
                  <a:srgbClr val="FF0000"/>
                </a:solidFill>
                <a:latin typeface="Microsoft JhengHei"/>
                <a:cs typeface="Microsoft JhengHei"/>
              </a:rPr>
              <a:t>内有大量</a:t>
            </a:r>
            <a:r>
              <a:rPr sz="2800" b="1" dirty="0">
                <a:solidFill>
                  <a:srgbClr val="FF0000"/>
                </a:solidFill>
                <a:latin typeface="Microsoft YaHei"/>
                <a:cs typeface="Microsoft YaHei"/>
              </a:rPr>
              <a:t>亲</a:t>
            </a:r>
            <a:r>
              <a:rPr sz="2800" b="1" spc="220" dirty="0">
                <a:solidFill>
                  <a:srgbClr val="FF0000"/>
                </a:solidFill>
                <a:latin typeface="Microsoft JhengHei"/>
                <a:cs typeface="Microsoft JhengHei"/>
              </a:rPr>
              <a:t>水</a:t>
            </a:r>
            <a:r>
              <a:rPr sz="2800" b="1" spc="229" dirty="0">
                <a:solidFill>
                  <a:srgbClr val="FF0000"/>
                </a:solidFill>
                <a:latin typeface="Microsoft YaHei"/>
                <a:cs typeface="Microsoft YaHei"/>
              </a:rPr>
              <a:t>胶</a:t>
            </a:r>
            <a:r>
              <a:rPr sz="2800" b="1" spc="215" dirty="0">
                <a:solidFill>
                  <a:srgbClr val="FF0000"/>
                </a:solidFill>
                <a:latin typeface="Microsoft JhengHei"/>
                <a:cs typeface="Microsoft JhengHei"/>
              </a:rPr>
              <a:t>体物质</a:t>
            </a:r>
            <a:r>
              <a:rPr sz="2800" b="1" spc="220" dirty="0">
                <a:solidFill>
                  <a:schemeClr val="tx1"/>
                </a:solidFill>
                <a:latin typeface="Microsoft JhengHei"/>
                <a:cs typeface="Microsoft JhengHei"/>
              </a:rPr>
              <a:t>，</a:t>
            </a:r>
            <a:r>
              <a:rPr sz="2800" b="1" spc="220" dirty="0">
                <a:solidFill>
                  <a:schemeClr val="tx1"/>
                </a:solidFill>
                <a:latin typeface="Microsoft YaHei"/>
                <a:cs typeface="Microsoft YaHei"/>
              </a:rPr>
              <a:t>使胞</a:t>
            </a:r>
            <a:r>
              <a:rPr sz="2800" b="1" spc="220" dirty="0">
                <a:solidFill>
                  <a:schemeClr val="tx1"/>
                </a:solidFill>
                <a:latin typeface="Microsoft JhengHei"/>
                <a:cs typeface="Microsoft JhengHei"/>
              </a:rPr>
              <a:t>内</a:t>
            </a:r>
            <a:r>
              <a:rPr sz="2800" b="1" spc="220" dirty="0">
                <a:solidFill>
                  <a:schemeClr val="tx1"/>
                </a:solidFill>
                <a:latin typeface="Microsoft YaHei"/>
                <a:cs typeface="Microsoft YaHei"/>
              </a:rPr>
              <a:t>渗透压高</a:t>
            </a:r>
            <a:r>
              <a:rPr sz="2800" b="1" spc="220" dirty="0">
                <a:solidFill>
                  <a:schemeClr val="tx1"/>
                </a:solidFill>
                <a:latin typeface="Microsoft JhengHei"/>
                <a:cs typeface="Microsoft JhengHei"/>
              </a:rPr>
              <a:t>，能</a:t>
            </a:r>
            <a:r>
              <a:rPr sz="2800" b="1" spc="220" dirty="0">
                <a:solidFill>
                  <a:schemeClr val="tx1"/>
                </a:solidFill>
                <a:latin typeface="Microsoft YaHei"/>
                <a:cs typeface="Microsoft YaHei"/>
              </a:rPr>
              <a:t>使</a:t>
            </a:r>
            <a:r>
              <a:rPr sz="2800" b="1" dirty="0">
                <a:solidFill>
                  <a:schemeClr val="tx1"/>
                </a:solidFill>
                <a:latin typeface="Microsoft JhengHei"/>
                <a:cs typeface="Microsoft JhengHei"/>
              </a:rPr>
              <a:t>根</a:t>
            </a:r>
            <a:r>
              <a:rPr sz="2800" b="1" spc="200" dirty="0">
                <a:solidFill>
                  <a:schemeClr val="tx1"/>
                </a:solidFill>
                <a:latin typeface="Microsoft JhengHei"/>
                <a:cs typeface="Microsoft JhengHei"/>
              </a:rPr>
              <a:t>从含水量很少的土壤中吸收水分。</a:t>
            </a:r>
            <a:endParaRPr sz="2800" dirty="0">
              <a:solidFill>
                <a:schemeClr val="tx1"/>
              </a:solidFill>
              <a:latin typeface="Microsoft JhengHei"/>
              <a:cs typeface="Microsoft JhengHe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64069" y="1412239"/>
            <a:ext cx="1795779" cy="381000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6557009" y="5478779"/>
            <a:ext cx="245427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b="1" spc="210" dirty="0">
                <a:solidFill>
                  <a:schemeClr val="tx1"/>
                </a:solidFill>
                <a:latin typeface="Microsoft YaHei"/>
                <a:cs typeface="Microsoft YaHei"/>
              </a:rPr>
              <a:t>刺</a:t>
            </a:r>
            <a:r>
              <a:rPr sz="2400" b="1" spc="200" dirty="0">
                <a:solidFill>
                  <a:schemeClr val="tx1"/>
                </a:solidFill>
                <a:latin typeface="Microsoft JhengHei"/>
                <a:cs typeface="Microsoft JhengHei"/>
              </a:rPr>
              <a:t>叶</a:t>
            </a:r>
            <a:r>
              <a:rPr sz="2400" b="1" spc="85" dirty="0">
                <a:solidFill>
                  <a:schemeClr val="tx1"/>
                </a:solidFill>
                <a:latin typeface="Microsoft YaHei"/>
                <a:cs typeface="Microsoft YaHei"/>
              </a:rPr>
              <a:t>石竹 </a:t>
            </a:r>
            <a:r>
              <a:rPr sz="2400" b="1" spc="-10" dirty="0">
                <a:solidFill>
                  <a:schemeClr val="tx1"/>
                </a:solidFill>
                <a:latin typeface="Times New Roman"/>
                <a:cs typeface="Times New Roman"/>
              </a:rPr>
              <a:t>(</a:t>
            </a:r>
            <a:r>
              <a:rPr sz="2400" b="1" i="1" spc="-10" dirty="0">
                <a:solidFill>
                  <a:schemeClr val="tx1"/>
                </a:solidFill>
                <a:latin typeface="Times New Roman"/>
                <a:cs typeface="Times New Roman"/>
              </a:rPr>
              <a:t>Acanth </a:t>
            </a:r>
            <a:r>
              <a:rPr sz="2400" b="1" i="1" dirty="0">
                <a:solidFill>
                  <a:schemeClr val="tx1"/>
                </a:solidFill>
                <a:latin typeface="Times New Roman"/>
                <a:cs typeface="Times New Roman"/>
              </a:rPr>
              <a:t>ophyllum</a:t>
            </a:r>
            <a:r>
              <a:rPr sz="2400" b="1" i="1" spc="-70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sz="2400" b="1" i="1" spc="-10" dirty="0">
                <a:solidFill>
                  <a:schemeClr val="tx1"/>
                </a:solidFill>
                <a:latin typeface="Times New Roman"/>
                <a:cs typeface="Times New Roman"/>
              </a:rPr>
              <a:t>pungens)</a:t>
            </a:r>
            <a:endParaRPr sz="2400" dirty="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27659" y="914400"/>
            <a:ext cx="5894070" cy="58750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3672204" algn="l"/>
              </a:tabLst>
            </a:pPr>
            <a:r>
              <a:rPr sz="3200" b="1" spc="270" dirty="0">
                <a:solidFill>
                  <a:schemeClr val="tx1"/>
                </a:solidFill>
                <a:latin typeface="Microsoft JhengHei"/>
                <a:cs typeface="Microsoft JhengHei"/>
              </a:rPr>
              <a:t>多</a:t>
            </a:r>
            <a:r>
              <a:rPr sz="3200" b="1" spc="270" dirty="0">
                <a:solidFill>
                  <a:schemeClr val="tx1"/>
                </a:solidFill>
                <a:latin typeface="Microsoft YaHei"/>
                <a:cs typeface="Microsoft YaHei"/>
              </a:rPr>
              <a:t>浆</a:t>
            </a:r>
            <a:r>
              <a:rPr sz="3200" b="1" spc="270" dirty="0">
                <a:solidFill>
                  <a:schemeClr val="tx1"/>
                </a:solidFill>
                <a:latin typeface="Microsoft JhengHei"/>
                <a:cs typeface="Microsoft JhengHei"/>
              </a:rPr>
              <a:t>液</a:t>
            </a:r>
            <a:r>
              <a:rPr sz="3200" b="1" spc="270" dirty="0">
                <a:solidFill>
                  <a:schemeClr val="tx1"/>
                </a:solidFill>
                <a:latin typeface="Microsoft YaHei"/>
                <a:cs typeface="Microsoft YaHei"/>
              </a:rPr>
              <a:t>旱</a:t>
            </a:r>
            <a:r>
              <a:rPr sz="3200" b="1" spc="254" dirty="0">
                <a:solidFill>
                  <a:schemeClr val="tx1"/>
                </a:solidFill>
                <a:latin typeface="Microsoft JhengHei"/>
                <a:cs typeface="Microsoft JhengHei"/>
              </a:rPr>
              <a:t>生</a:t>
            </a:r>
            <a:r>
              <a:rPr sz="3200" b="1" spc="265" dirty="0">
                <a:solidFill>
                  <a:schemeClr val="tx1"/>
                </a:solidFill>
                <a:latin typeface="Microsoft JhengHei"/>
                <a:cs typeface="Microsoft JhengHei"/>
              </a:rPr>
              <a:t>植物</a:t>
            </a:r>
            <a:r>
              <a:rPr sz="3200" b="1" dirty="0">
                <a:solidFill>
                  <a:schemeClr val="tx1"/>
                </a:solidFill>
                <a:latin typeface="Microsoft JhengHei"/>
                <a:cs typeface="Microsoft JhengHei"/>
              </a:rPr>
              <a:t>：</a:t>
            </a:r>
            <a:r>
              <a:rPr sz="3200" b="1" spc="-520" dirty="0">
                <a:solidFill>
                  <a:schemeClr val="tx1"/>
                </a:solidFill>
                <a:latin typeface="Microsoft JhengHei"/>
                <a:cs typeface="Microsoft JhengHei"/>
              </a:rPr>
              <a:t> </a:t>
            </a:r>
            <a:r>
              <a:rPr sz="3200" b="1" spc="254" dirty="0">
                <a:solidFill>
                  <a:srgbClr val="FF0000"/>
                </a:solidFill>
                <a:latin typeface="Microsoft JhengHei"/>
                <a:cs typeface="Microsoft JhengHei"/>
              </a:rPr>
              <a:t>根</a:t>
            </a:r>
            <a:r>
              <a:rPr sz="3200" b="1" spc="270" dirty="0">
                <a:solidFill>
                  <a:srgbClr val="FF0000"/>
                </a:solidFill>
                <a:latin typeface="Microsoft JhengHei"/>
                <a:cs typeface="Microsoft JhengHei"/>
              </a:rPr>
              <a:t>、</a:t>
            </a:r>
            <a:r>
              <a:rPr sz="3200" b="1" spc="270" dirty="0">
                <a:solidFill>
                  <a:srgbClr val="FF0000"/>
                </a:solidFill>
                <a:latin typeface="Microsoft YaHei"/>
                <a:cs typeface="Microsoft YaHei"/>
              </a:rPr>
              <a:t>茎</a:t>
            </a:r>
            <a:r>
              <a:rPr sz="3200" b="1" spc="265" dirty="0">
                <a:solidFill>
                  <a:srgbClr val="FF0000"/>
                </a:solidFill>
                <a:latin typeface="Microsoft JhengHei"/>
                <a:cs typeface="Microsoft JhengHei"/>
              </a:rPr>
              <a:t>、</a:t>
            </a:r>
            <a:r>
              <a:rPr sz="3200" b="1" spc="-50" dirty="0">
                <a:solidFill>
                  <a:srgbClr val="FF0000"/>
                </a:solidFill>
                <a:latin typeface="Microsoft JhengHei"/>
                <a:cs typeface="Microsoft JhengHei"/>
              </a:rPr>
              <a:t>叶</a:t>
            </a:r>
            <a:r>
              <a:rPr sz="3200" b="1" spc="270" dirty="0">
                <a:solidFill>
                  <a:srgbClr val="FF0000"/>
                </a:solidFill>
                <a:latin typeface="Microsoft YaHei"/>
                <a:cs typeface="Microsoft YaHei"/>
              </a:rPr>
              <a:t>薄</a:t>
            </a:r>
            <a:r>
              <a:rPr sz="3200" b="1" spc="265" dirty="0">
                <a:solidFill>
                  <a:srgbClr val="FF0000"/>
                </a:solidFill>
                <a:latin typeface="Microsoft JhengHei"/>
                <a:cs typeface="Microsoft JhengHei"/>
              </a:rPr>
              <a:t>壁</a:t>
            </a:r>
            <a:r>
              <a:rPr sz="3200" b="1" spc="270" dirty="0">
                <a:solidFill>
                  <a:srgbClr val="FF0000"/>
                </a:solidFill>
                <a:latin typeface="Microsoft JhengHei"/>
                <a:cs typeface="Microsoft JhengHei"/>
              </a:rPr>
              <a:t>组</a:t>
            </a:r>
            <a:r>
              <a:rPr sz="3200" b="1" spc="270" dirty="0">
                <a:solidFill>
                  <a:srgbClr val="FF0000"/>
                </a:solidFill>
                <a:latin typeface="Microsoft YaHei"/>
                <a:cs typeface="Microsoft YaHei"/>
              </a:rPr>
              <a:t>织</a:t>
            </a:r>
            <a:r>
              <a:rPr sz="3200" b="1" spc="254" dirty="0">
                <a:solidFill>
                  <a:srgbClr val="FF0000"/>
                </a:solidFill>
                <a:latin typeface="Microsoft JhengHei"/>
                <a:cs typeface="Microsoft JhengHei"/>
              </a:rPr>
              <a:t>逐</a:t>
            </a:r>
            <a:r>
              <a:rPr sz="3200" b="1" spc="265" dirty="0">
                <a:solidFill>
                  <a:srgbClr val="FF0000"/>
                </a:solidFill>
                <a:latin typeface="Microsoft JhengHei"/>
                <a:cs typeface="Microsoft JhengHei"/>
              </a:rPr>
              <a:t>渐变</a:t>
            </a:r>
            <a:r>
              <a:rPr sz="3200" b="1" spc="280" dirty="0">
                <a:solidFill>
                  <a:srgbClr val="FF0000"/>
                </a:solidFill>
                <a:latin typeface="Microsoft JhengHei"/>
                <a:cs typeface="Microsoft JhengHei"/>
              </a:rPr>
              <a:t>为</a:t>
            </a:r>
            <a:r>
              <a:rPr sz="3200" b="1" spc="270" dirty="0">
                <a:solidFill>
                  <a:srgbClr val="FF0000"/>
                </a:solidFill>
                <a:latin typeface="Microsoft YaHei"/>
                <a:cs typeface="Microsoft YaHei"/>
              </a:rPr>
              <a:t>储</a:t>
            </a:r>
            <a:r>
              <a:rPr sz="3200" b="1" spc="254" dirty="0">
                <a:solidFill>
                  <a:srgbClr val="FF0000"/>
                </a:solidFill>
                <a:latin typeface="Microsoft JhengHei"/>
                <a:cs typeface="Microsoft JhengHei"/>
              </a:rPr>
              <a:t>水</a:t>
            </a:r>
            <a:r>
              <a:rPr sz="3200" b="1" spc="270" dirty="0">
                <a:solidFill>
                  <a:srgbClr val="FF0000"/>
                </a:solidFill>
                <a:latin typeface="Microsoft JhengHei"/>
                <a:cs typeface="Microsoft JhengHei"/>
              </a:rPr>
              <a:t>组</a:t>
            </a:r>
            <a:r>
              <a:rPr sz="3200" b="1" spc="270" dirty="0">
                <a:solidFill>
                  <a:srgbClr val="FF0000"/>
                </a:solidFill>
                <a:latin typeface="Microsoft YaHei"/>
                <a:cs typeface="Microsoft YaHei"/>
              </a:rPr>
              <a:t>织</a:t>
            </a:r>
            <a:r>
              <a:rPr sz="3200" b="1" spc="-50" dirty="0">
                <a:solidFill>
                  <a:schemeClr val="tx1"/>
                </a:solidFill>
                <a:latin typeface="Microsoft JhengHei"/>
                <a:cs typeface="Microsoft JhengHei"/>
              </a:rPr>
              <a:t>，</a:t>
            </a:r>
            <a:r>
              <a:rPr sz="3200" b="1" spc="265" dirty="0">
                <a:solidFill>
                  <a:schemeClr val="tx1"/>
                </a:solidFill>
                <a:latin typeface="Microsoft JhengHei"/>
                <a:cs typeface="Microsoft JhengHei"/>
              </a:rPr>
              <a:t>成</a:t>
            </a:r>
            <a:r>
              <a:rPr sz="3200" b="1" spc="270" dirty="0">
                <a:solidFill>
                  <a:schemeClr val="tx1"/>
                </a:solidFill>
                <a:latin typeface="Microsoft JhengHei"/>
                <a:cs typeface="Microsoft JhengHei"/>
              </a:rPr>
              <a:t>为</a:t>
            </a:r>
            <a:r>
              <a:rPr sz="3200" b="1" spc="270" dirty="0">
                <a:solidFill>
                  <a:schemeClr val="tx1"/>
                </a:solidFill>
                <a:latin typeface="Microsoft YaHei"/>
                <a:cs typeface="Microsoft YaHei"/>
              </a:rPr>
              <a:t>肉</a:t>
            </a:r>
            <a:r>
              <a:rPr sz="3200" b="1" spc="265" dirty="0">
                <a:solidFill>
                  <a:schemeClr val="tx1"/>
                </a:solidFill>
                <a:latin typeface="Microsoft JhengHei"/>
                <a:cs typeface="Microsoft JhengHei"/>
              </a:rPr>
              <a:t>质</a:t>
            </a:r>
            <a:r>
              <a:rPr sz="3200" b="1" spc="260" dirty="0">
                <a:solidFill>
                  <a:schemeClr val="tx1"/>
                </a:solidFill>
                <a:latin typeface="Microsoft JhengHei"/>
                <a:cs typeface="Microsoft JhengHei"/>
              </a:rPr>
              <a:t>性</a:t>
            </a:r>
            <a:r>
              <a:rPr sz="3200" b="1" spc="265" dirty="0">
                <a:solidFill>
                  <a:schemeClr val="tx1"/>
                </a:solidFill>
                <a:latin typeface="Microsoft YaHei"/>
                <a:cs typeface="Microsoft YaHei"/>
              </a:rPr>
              <a:t>器</a:t>
            </a:r>
            <a:r>
              <a:rPr sz="3200" b="1" spc="270" dirty="0">
                <a:solidFill>
                  <a:schemeClr val="tx1"/>
                </a:solidFill>
                <a:latin typeface="Microsoft YaHei"/>
                <a:cs typeface="Microsoft YaHei"/>
              </a:rPr>
              <a:t>官</a:t>
            </a:r>
            <a:r>
              <a:rPr sz="3200" b="1" spc="265" dirty="0">
                <a:solidFill>
                  <a:schemeClr val="tx1"/>
                </a:solidFill>
                <a:latin typeface="Microsoft JhengHei"/>
                <a:cs typeface="Microsoft JhengHei"/>
              </a:rPr>
              <a:t>。能</a:t>
            </a:r>
            <a:r>
              <a:rPr sz="3200" b="1" spc="254" dirty="0">
                <a:solidFill>
                  <a:schemeClr val="tx1"/>
                </a:solidFill>
                <a:latin typeface="Microsoft JhengHei"/>
                <a:cs typeface="Microsoft JhengHei"/>
              </a:rPr>
              <a:t>在</a:t>
            </a:r>
            <a:r>
              <a:rPr sz="3200" b="1" spc="280" dirty="0">
                <a:solidFill>
                  <a:schemeClr val="tx1"/>
                </a:solidFill>
                <a:latin typeface="Microsoft JhengHei"/>
                <a:cs typeface="Microsoft JhengHei"/>
              </a:rPr>
              <a:t>极</a:t>
            </a:r>
            <a:r>
              <a:rPr sz="3200" b="1" spc="270" dirty="0">
                <a:solidFill>
                  <a:schemeClr val="tx1"/>
                </a:solidFill>
                <a:latin typeface="Microsoft YaHei"/>
                <a:cs typeface="Microsoft YaHei"/>
              </a:rPr>
              <a:t>端</a:t>
            </a:r>
            <a:r>
              <a:rPr sz="3200" b="1" spc="-50" dirty="0">
                <a:solidFill>
                  <a:schemeClr val="tx1"/>
                </a:solidFill>
                <a:latin typeface="Microsoft JhengHei"/>
                <a:cs typeface="Microsoft JhengHei"/>
              </a:rPr>
              <a:t>干</a:t>
            </a:r>
            <a:r>
              <a:rPr sz="3200" b="1" spc="270" dirty="0">
                <a:solidFill>
                  <a:schemeClr val="tx1"/>
                </a:solidFill>
                <a:latin typeface="Microsoft YaHei"/>
                <a:cs typeface="Microsoft YaHei"/>
              </a:rPr>
              <a:t>旱</a:t>
            </a:r>
            <a:r>
              <a:rPr sz="3200" b="1" spc="270" dirty="0">
                <a:solidFill>
                  <a:schemeClr val="tx1"/>
                </a:solidFill>
                <a:latin typeface="Microsoft JhengHei"/>
                <a:cs typeface="Microsoft JhengHei"/>
              </a:rPr>
              <a:t>的</a:t>
            </a:r>
            <a:r>
              <a:rPr sz="3200" b="1" spc="270" dirty="0">
                <a:solidFill>
                  <a:schemeClr val="tx1"/>
                </a:solidFill>
                <a:latin typeface="Microsoft YaHei"/>
                <a:cs typeface="Microsoft YaHei"/>
              </a:rPr>
              <a:t>荒</a:t>
            </a:r>
            <a:r>
              <a:rPr sz="3200" b="1" spc="265" dirty="0">
                <a:solidFill>
                  <a:schemeClr val="tx1"/>
                </a:solidFill>
                <a:latin typeface="Microsoft JhengHei"/>
                <a:cs typeface="Microsoft JhengHei"/>
              </a:rPr>
              <a:t>漠</a:t>
            </a:r>
            <a:r>
              <a:rPr sz="3200" b="1" spc="254" dirty="0">
                <a:solidFill>
                  <a:schemeClr val="tx1"/>
                </a:solidFill>
                <a:latin typeface="Microsoft JhengHei"/>
                <a:cs typeface="Microsoft JhengHei"/>
              </a:rPr>
              <a:t>地</a:t>
            </a:r>
            <a:r>
              <a:rPr sz="3200" b="1" spc="265" dirty="0">
                <a:solidFill>
                  <a:schemeClr val="tx1"/>
                </a:solidFill>
                <a:latin typeface="Microsoft JhengHei"/>
                <a:cs typeface="Microsoft JhengHei"/>
              </a:rPr>
              <a:t>带长的</a:t>
            </a:r>
            <a:r>
              <a:rPr sz="3200" b="1" spc="290" dirty="0">
                <a:solidFill>
                  <a:schemeClr val="tx1"/>
                </a:solidFill>
                <a:latin typeface="Microsoft JhengHei"/>
                <a:cs typeface="Microsoft JhengHei"/>
              </a:rPr>
              <a:t>很</a:t>
            </a:r>
            <a:r>
              <a:rPr sz="3200" b="1" spc="260" dirty="0">
                <a:solidFill>
                  <a:schemeClr val="tx1"/>
                </a:solidFill>
                <a:latin typeface="Microsoft YaHei"/>
                <a:cs typeface="Microsoft YaHei"/>
              </a:rPr>
              <a:t>高</a:t>
            </a:r>
            <a:r>
              <a:rPr sz="3200" b="1" spc="265" dirty="0">
                <a:solidFill>
                  <a:schemeClr val="tx1"/>
                </a:solidFill>
                <a:latin typeface="Microsoft JhengHei"/>
                <a:cs typeface="Microsoft JhengHei"/>
              </a:rPr>
              <a:t>大；</a:t>
            </a:r>
            <a:r>
              <a:rPr sz="3200" b="1" spc="-50" dirty="0">
                <a:solidFill>
                  <a:schemeClr val="tx1"/>
                </a:solidFill>
                <a:latin typeface="Microsoft JhengHei"/>
                <a:cs typeface="Microsoft JhengHei"/>
              </a:rPr>
              <a:t>大</a:t>
            </a:r>
            <a:r>
              <a:rPr sz="3200" b="1" spc="270" dirty="0">
                <a:solidFill>
                  <a:schemeClr val="tx1"/>
                </a:solidFill>
                <a:latin typeface="Microsoft JhengHei"/>
                <a:cs typeface="Microsoft JhengHei"/>
              </a:rPr>
              <a:t>多</a:t>
            </a:r>
            <a:r>
              <a:rPr sz="3200" b="1" spc="270" dirty="0">
                <a:solidFill>
                  <a:schemeClr val="tx1"/>
                </a:solidFill>
                <a:latin typeface="Microsoft YaHei"/>
                <a:cs typeface="Microsoft YaHei"/>
              </a:rPr>
              <a:t>数</a:t>
            </a:r>
            <a:r>
              <a:rPr sz="3200" b="1" spc="270" dirty="0">
                <a:solidFill>
                  <a:schemeClr val="tx1"/>
                </a:solidFill>
                <a:latin typeface="Microsoft JhengHei"/>
                <a:cs typeface="Microsoft JhengHei"/>
              </a:rPr>
              <a:t>失</a:t>
            </a:r>
            <a:r>
              <a:rPr sz="3200" b="1" spc="270" dirty="0">
                <a:solidFill>
                  <a:schemeClr val="tx1"/>
                </a:solidFill>
                <a:latin typeface="Microsoft YaHei"/>
                <a:cs typeface="Microsoft YaHei"/>
              </a:rPr>
              <a:t>去</a:t>
            </a:r>
            <a:r>
              <a:rPr sz="3200" b="1" spc="260" dirty="0">
                <a:solidFill>
                  <a:schemeClr val="tx1"/>
                </a:solidFill>
                <a:latin typeface="Microsoft JhengHei"/>
                <a:cs typeface="Microsoft JhengHei"/>
              </a:rPr>
              <a:t>叶</a:t>
            </a:r>
            <a:r>
              <a:rPr sz="3200" b="1" spc="270" dirty="0">
                <a:solidFill>
                  <a:schemeClr val="tx1"/>
                </a:solidFill>
                <a:latin typeface="Microsoft YaHei"/>
                <a:cs typeface="Microsoft YaHei"/>
              </a:rPr>
              <a:t>片</a:t>
            </a:r>
            <a:r>
              <a:rPr sz="3200" b="1" spc="265" dirty="0">
                <a:solidFill>
                  <a:schemeClr val="tx1"/>
                </a:solidFill>
                <a:latin typeface="Microsoft JhengHei"/>
                <a:cs typeface="Microsoft JhengHei"/>
              </a:rPr>
              <a:t>，</a:t>
            </a:r>
            <a:r>
              <a:rPr sz="3200" b="1" spc="270" dirty="0">
                <a:solidFill>
                  <a:schemeClr val="tx1"/>
                </a:solidFill>
                <a:latin typeface="Microsoft JhengHei"/>
                <a:cs typeface="Microsoft JhengHei"/>
              </a:rPr>
              <a:t>由</a:t>
            </a:r>
            <a:r>
              <a:rPr sz="3200" b="1" spc="254" dirty="0">
                <a:solidFill>
                  <a:schemeClr val="tx1"/>
                </a:solidFill>
                <a:latin typeface="Microsoft YaHei"/>
                <a:cs typeface="Microsoft YaHei"/>
              </a:rPr>
              <a:t>绿</a:t>
            </a:r>
            <a:r>
              <a:rPr sz="3200" b="1" spc="265" dirty="0">
                <a:solidFill>
                  <a:schemeClr val="tx1"/>
                </a:solidFill>
                <a:latin typeface="Microsoft YaHei"/>
                <a:cs typeface="Microsoft YaHei"/>
              </a:rPr>
              <a:t>色</a:t>
            </a:r>
            <a:r>
              <a:rPr sz="3200" b="1" spc="275" dirty="0">
                <a:solidFill>
                  <a:schemeClr val="tx1"/>
                </a:solidFill>
                <a:latin typeface="Microsoft YaHei"/>
                <a:cs typeface="Microsoft YaHei"/>
              </a:rPr>
              <a:t>茎</a:t>
            </a:r>
            <a:r>
              <a:rPr sz="3200" b="1" spc="265" dirty="0">
                <a:solidFill>
                  <a:schemeClr val="tx1"/>
                </a:solidFill>
                <a:latin typeface="Microsoft JhengHei"/>
                <a:cs typeface="Microsoft JhengHei"/>
              </a:rPr>
              <a:t>代</a:t>
            </a:r>
            <a:r>
              <a:rPr sz="3200" b="1" spc="-50" dirty="0">
                <a:solidFill>
                  <a:schemeClr val="tx1"/>
                </a:solidFill>
                <a:latin typeface="Microsoft JhengHei"/>
                <a:cs typeface="Microsoft JhengHei"/>
              </a:rPr>
              <a:t>行</a:t>
            </a:r>
            <a:r>
              <a:rPr sz="3200" b="1" spc="270" dirty="0">
                <a:solidFill>
                  <a:schemeClr val="tx1"/>
                </a:solidFill>
                <a:latin typeface="Microsoft JhengHei"/>
                <a:cs typeface="Microsoft JhengHei"/>
              </a:rPr>
              <a:t>光</a:t>
            </a:r>
            <a:r>
              <a:rPr sz="3200" b="1" spc="270" dirty="0">
                <a:solidFill>
                  <a:schemeClr val="tx1"/>
                </a:solidFill>
                <a:latin typeface="Microsoft YaHei"/>
                <a:cs typeface="Microsoft YaHei"/>
              </a:rPr>
              <a:t>合</a:t>
            </a:r>
            <a:r>
              <a:rPr sz="3200" b="1" spc="265" dirty="0">
                <a:solidFill>
                  <a:schemeClr val="tx1"/>
                </a:solidFill>
                <a:latin typeface="Microsoft JhengHei"/>
                <a:cs typeface="Microsoft JhengHei"/>
              </a:rPr>
              <a:t>作</a:t>
            </a:r>
            <a:r>
              <a:rPr sz="3200" b="1" spc="270" dirty="0">
                <a:solidFill>
                  <a:schemeClr val="tx1"/>
                </a:solidFill>
                <a:latin typeface="Microsoft JhengHei"/>
                <a:cs typeface="Microsoft JhengHei"/>
              </a:rPr>
              <a:t>用</a:t>
            </a:r>
            <a:r>
              <a:rPr sz="3200" b="1" spc="260" dirty="0">
                <a:solidFill>
                  <a:schemeClr val="tx1"/>
                </a:solidFill>
                <a:latin typeface="Microsoft JhengHei"/>
                <a:cs typeface="Microsoft JhengHei"/>
              </a:rPr>
              <a:t>；</a:t>
            </a:r>
            <a:r>
              <a:rPr sz="3200" b="1" spc="270" dirty="0">
                <a:solidFill>
                  <a:schemeClr val="tx1"/>
                </a:solidFill>
                <a:latin typeface="Microsoft YaHei"/>
                <a:cs typeface="Microsoft YaHei"/>
              </a:rPr>
              <a:t>白</a:t>
            </a:r>
            <a:r>
              <a:rPr sz="3200" b="1" spc="265" dirty="0">
                <a:solidFill>
                  <a:schemeClr val="tx1"/>
                </a:solidFill>
                <a:latin typeface="Microsoft JhengHei"/>
                <a:cs typeface="Microsoft JhengHei"/>
              </a:rPr>
              <a:t>天</a:t>
            </a:r>
            <a:r>
              <a:rPr sz="3200" b="1" spc="270" dirty="0">
                <a:solidFill>
                  <a:schemeClr val="tx1"/>
                </a:solidFill>
                <a:latin typeface="Microsoft JhengHei"/>
                <a:cs typeface="Microsoft JhengHei"/>
              </a:rPr>
              <a:t>气</a:t>
            </a:r>
            <a:r>
              <a:rPr sz="3200" b="1" spc="270" dirty="0">
                <a:solidFill>
                  <a:schemeClr val="tx1"/>
                </a:solidFill>
                <a:latin typeface="Microsoft YaHei"/>
                <a:cs typeface="Microsoft YaHei"/>
              </a:rPr>
              <a:t>孔</a:t>
            </a:r>
            <a:r>
              <a:rPr sz="3200" b="1" spc="270" dirty="0">
                <a:solidFill>
                  <a:schemeClr val="tx1"/>
                </a:solidFill>
                <a:latin typeface="Microsoft JhengHei"/>
                <a:cs typeface="Microsoft JhengHei"/>
              </a:rPr>
              <a:t>关</a:t>
            </a:r>
            <a:r>
              <a:rPr sz="3200" b="1" spc="260" dirty="0">
                <a:solidFill>
                  <a:schemeClr val="tx1"/>
                </a:solidFill>
                <a:latin typeface="Microsoft YaHei"/>
                <a:cs typeface="Microsoft YaHei"/>
              </a:rPr>
              <a:t>闭</a:t>
            </a:r>
            <a:r>
              <a:rPr sz="3200" b="1" spc="265" dirty="0">
                <a:solidFill>
                  <a:schemeClr val="tx1"/>
                </a:solidFill>
                <a:latin typeface="Microsoft JhengHei"/>
                <a:cs typeface="Microsoft JhengHei"/>
              </a:rPr>
              <a:t>以</a:t>
            </a:r>
            <a:r>
              <a:rPr sz="3200" b="1" spc="-50" dirty="0">
                <a:solidFill>
                  <a:schemeClr val="tx1"/>
                </a:solidFill>
                <a:latin typeface="Microsoft JhengHei"/>
                <a:cs typeface="Microsoft JhengHei"/>
              </a:rPr>
              <a:t>减</a:t>
            </a:r>
            <a:r>
              <a:rPr sz="3200" b="1" spc="265" dirty="0">
                <a:solidFill>
                  <a:schemeClr val="tx1"/>
                </a:solidFill>
                <a:latin typeface="Microsoft JhengHei"/>
                <a:cs typeface="Microsoft JhengHei"/>
              </a:rPr>
              <a:t>少蒸腾量</a:t>
            </a:r>
            <a:r>
              <a:rPr sz="3200" b="1" dirty="0">
                <a:solidFill>
                  <a:schemeClr val="tx1"/>
                </a:solidFill>
                <a:latin typeface="Microsoft JhengHei"/>
                <a:cs typeface="Microsoft JhengHei"/>
              </a:rPr>
              <a:t>，</a:t>
            </a:r>
            <a:r>
              <a:rPr sz="3200" b="1" spc="-525" dirty="0">
                <a:solidFill>
                  <a:schemeClr val="tx1"/>
                </a:solidFill>
                <a:latin typeface="Microsoft JhengHei"/>
                <a:cs typeface="Microsoft JhengHei"/>
              </a:rPr>
              <a:t> </a:t>
            </a:r>
            <a:r>
              <a:rPr sz="3200" b="1" spc="265" dirty="0" err="1">
                <a:solidFill>
                  <a:srgbClr val="FF0000"/>
                </a:solidFill>
                <a:latin typeface="Microsoft JhengHei"/>
                <a:cs typeface="Microsoft JhengHei"/>
              </a:rPr>
              <a:t>夜间</a:t>
            </a:r>
            <a:r>
              <a:rPr sz="3200" b="1" spc="-50" dirty="0" err="1">
                <a:solidFill>
                  <a:srgbClr val="FF0000"/>
                </a:solidFill>
                <a:latin typeface="Microsoft JhengHei"/>
                <a:cs typeface="Microsoft JhengHei"/>
              </a:rPr>
              <a:t>气</a:t>
            </a:r>
            <a:r>
              <a:rPr sz="3200" b="1" dirty="0">
                <a:solidFill>
                  <a:srgbClr val="FF0000"/>
                </a:solidFill>
                <a:latin typeface="Microsoft JhengHei"/>
                <a:cs typeface="Microsoft JhengHei"/>
              </a:rPr>
              <a:t>	</a:t>
            </a:r>
            <a:r>
              <a:rPr sz="3200" b="1" spc="265" dirty="0" err="1">
                <a:solidFill>
                  <a:srgbClr val="FF0000"/>
                </a:solidFill>
                <a:latin typeface="Microsoft YaHei"/>
                <a:cs typeface="Microsoft YaHei"/>
              </a:rPr>
              <a:t>孔</a:t>
            </a:r>
            <a:r>
              <a:rPr sz="3200" b="1" spc="254" dirty="0" err="1">
                <a:solidFill>
                  <a:srgbClr val="FF0000"/>
                </a:solidFill>
                <a:latin typeface="Microsoft YaHei"/>
                <a:cs typeface="Microsoft YaHei"/>
              </a:rPr>
              <a:t>张</a:t>
            </a:r>
            <a:r>
              <a:rPr sz="3200" b="1" spc="275" dirty="0" err="1">
                <a:solidFill>
                  <a:srgbClr val="FF0000"/>
                </a:solidFill>
                <a:latin typeface="Microsoft YaHei"/>
                <a:cs typeface="Microsoft YaHei"/>
              </a:rPr>
              <a:t>开</a:t>
            </a:r>
            <a:r>
              <a:rPr sz="3200" b="1" dirty="0">
                <a:solidFill>
                  <a:schemeClr val="tx1"/>
                </a:solidFill>
                <a:latin typeface="Microsoft JhengHei"/>
                <a:cs typeface="Microsoft JhengHei"/>
              </a:rPr>
              <a:t>，</a:t>
            </a:r>
            <a:r>
              <a:rPr sz="3200" b="1" spc="229" dirty="0">
                <a:solidFill>
                  <a:schemeClr val="tx1"/>
                </a:solidFill>
                <a:latin typeface="Microsoft JhengHei"/>
                <a:cs typeface="Microsoft JhengHei"/>
              </a:rPr>
              <a:t> </a:t>
            </a:r>
            <a:r>
              <a:rPr sz="3200" b="1" spc="-50" dirty="0">
                <a:solidFill>
                  <a:schemeClr val="tx1"/>
                </a:solidFill>
                <a:latin typeface="Times New Roman"/>
                <a:cs typeface="Times New Roman"/>
              </a:rPr>
              <a:t>C </a:t>
            </a:r>
            <a:r>
              <a:rPr sz="3200" b="1" dirty="0">
                <a:solidFill>
                  <a:schemeClr val="tx1"/>
                </a:solidFill>
                <a:latin typeface="Times New Roman"/>
                <a:cs typeface="Times New Roman"/>
              </a:rPr>
              <a:t>O2</a:t>
            </a:r>
            <a:r>
              <a:rPr sz="3200" b="1" spc="-155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sz="3200" b="1" spc="270" dirty="0" err="1">
                <a:solidFill>
                  <a:schemeClr val="tx1"/>
                </a:solidFill>
                <a:latin typeface="Microsoft JhengHei"/>
                <a:cs typeface="Microsoft JhengHei"/>
              </a:rPr>
              <a:t>进</a:t>
            </a:r>
            <a:r>
              <a:rPr sz="3200" b="1" spc="265" dirty="0" err="1">
                <a:solidFill>
                  <a:schemeClr val="tx1"/>
                </a:solidFill>
                <a:latin typeface="Microsoft YaHei"/>
                <a:cs typeface="Microsoft YaHei"/>
              </a:rPr>
              <a:t>入细</a:t>
            </a:r>
            <a:r>
              <a:rPr sz="3200" b="1" spc="275" dirty="0" err="1">
                <a:solidFill>
                  <a:schemeClr val="tx1"/>
                </a:solidFill>
                <a:latin typeface="Microsoft YaHei"/>
                <a:cs typeface="Microsoft YaHei"/>
              </a:rPr>
              <a:t>胞</a:t>
            </a:r>
            <a:r>
              <a:rPr sz="3200" b="1" spc="260" dirty="0" err="1">
                <a:solidFill>
                  <a:schemeClr val="tx1"/>
                </a:solidFill>
                <a:latin typeface="Microsoft JhengHei"/>
                <a:cs typeface="Microsoft JhengHei"/>
              </a:rPr>
              <a:t>内</a:t>
            </a:r>
            <a:r>
              <a:rPr sz="3200" b="1" spc="270" dirty="0" err="1">
                <a:solidFill>
                  <a:schemeClr val="tx1"/>
                </a:solidFill>
                <a:latin typeface="Microsoft YaHei"/>
                <a:cs typeface="Microsoft YaHei"/>
              </a:rPr>
              <a:t>被</a:t>
            </a:r>
            <a:r>
              <a:rPr sz="3200" b="1" spc="265" dirty="0" err="1">
                <a:solidFill>
                  <a:schemeClr val="tx1"/>
                </a:solidFill>
                <a:latin typeface="Microsoft JhengHei"/>
                <a:cs typeface="Microsoft JhengHei"/>
              </a:rPr>
              <a:t>有</a:t>
            </a:r>
            <a:r>
              <a:rPr sz="3200" b="1" spc="270" dirty="0" err="1">
                <a:solidFill>
                  <a:schemeClr val="tx1"/>
                </a:solidFill>
                <a:latin typeface="Microsoft JhengHei"/>
                <a:cs typeface="Microsoft JhengHei"/>
              </a:rPr>
              <a:t>机</a:t>
            </a:r>
            <a:r>
              <a:rPr sz="3200" b="1" spc="265" dirty="0" err="1">
                <a:solidFill>
                  <a:schemeClr val="tx1"/>
                </a:solidFill>
                <a:latin typeface="Microsoft YaHei"/>
                <a:cs typeface="Microsoft YaHei"/>
              </a:rPr>
              <a:t>酸</a:t>
            </a:r>
            <a:r>
              <a:rPr sz="3200" b="1" spc="254" dirty="0" err="1">
                <a:solidFill>
                  <a:schemeClr val="tx1"/>
                </a:solidFill>
                <a:latin typeface="Microsoft YaHei"/>
                <a:cs typeface="Microsoft YaHei"/>
              </a:rPr>
              <a:t>固</a:t>
            </a:r>
            <a:r>
              <a:rPr sz="3200" b="1" spc="275" dirty="0" err="1">
                <a:solidFill>
                  <a:schemeClr val="tx1"/>
                </a:solidFill>
                <a:latin typeface="Microsoft YaHei"/>
                <a:cs typeface="Microsoft YaHei"/>
              </a:rPr>
              <a:t>定</a:t>
            </a:r>
            <a:r>
              <a:rPr sz="3200" b="1" spc="-50" dirty="0" err="1">
                <a:solidFill>
                  <a:schemeClr val="tx1"/>
                </a:solidFill>
                <a:latin typeface="Microsoft JhengHei"/>
                <a:cs typeface="Microsoft JhengHei"/>
              </a:rPr>
              <a:t>。</a:t>
            </a:r>
            <a:r>
              <a:rPr sz="3200" b="1" spc="270" dirty="0" err="1">
                <a:solidFill>
                  <a:schemeClr val="tx1"/>
                </a:solidFill>
                <a:latin typeface="Microsoft JhengHei"/>
                <a:cs typeface="Microsoft JhengHei"/>
              </a:rPr>
              <a:t>到</a:t>
            </a:r>
            <a:r>
              <a:rPr sz="3200" b="1" spc="270" dirty="0" err="1">
                <a:solidFill>
                  <a:schemeClr val="tx1"/>
                </a:solidFill>
                <a:latin typeface="Microsoft YaHei"/>
                <a:cs typeface="Microsoft YaHei"/>
              </a:rPr>
              <a:t>白</a:t>
            </a:r>
            <a:r>
              <a:rPr sz="3200" b="1" spc="265" dirty="0" err="1">
                <a:solidFill>
                  <a:schemeClr val="tx1"/>
                </a:solidFill>
                <a:latin typeface="Microsoft JhengHei"/>
                <a:cs typeface="Microsoft JhengHei"/>
              </a:rPr>
              <a:t>天</a:t>
            </a:r>
            <a:r>
              <a:rPr sz="3200" b="1" spc="270" dirty="0" err="1">
                <a:solidFill>
                  <a:schemeClr val="tx1"/>
                </a:solidFill>
                <a:latin typeface="Microsoft JhengHei"/>
                <a:cs typeface="Microsoft JhengHei"/>
              </a:rPr>
              <a:t>光</a:t>
            </a:r>
            <a:r>
              <a:rPr sz="3200" b="1" spc="260" dirty="0" err="1">
                <a:solidFill>
                  <a:schemeClr val="tx1"/>
                </a:solidFill>
                <a:latin typeface="Microsoft YaHei"/>
                <a:cs typeface="Microsoft YaHei"/>
              </a:rPr>
              <a:t>照</a:t>
            </a:r>
            <a:r>
              <a:rPr sz="3200" b="1" spc="265" dirty="0" err="1">
                <a:solidFill>
                  <a:schemeClr val="tx1"/>
                </a:solidFill>
                <a:latin typeface="Microsoft JhengHei"/>
                <a:cs typeface="Microsoft JhengHei"/>
              </a:rPr>
              <a:t>下</a:t>
            </a:r>
            <a:r>
              <a:rPr sz="3200" b="1" dirty="0">
                <a:solidFill>
                  <a:schemeClr val="tx1"/>
                </a:solidFill>
                <a:latin typeface="Microsoft JhengHei"/>
                <a:cs typeface="Microsoft JhengHei"/>
              </a:rPr>
              <a:t>， </a:t>
            </a:r>
            <a:r>
              <a:rPr sz="3200" b="1" dirty="0">
                <a:solidFill>
                  <a:schemeClr val="tx1"/>
                </a:solidFill>
                <a:latin typeface="Times New Roman"/>
                <a:cs typeface="Times New Roman"/>
              </a:rPr>
              <a:t>CO2</a:t>
            </a:r>
            <a:r>
              <a:rPr sz="3200" b="1" spc="-40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sz="3200" b="1" spc="270" dirty="0" err="1">
                <a:solidFill>
                  <a:schemeClr val="tx1"/>
                </a:solidFill>
                <a:latin typeface="Microsoft YaHei"/>
                <a:cs typeface="Microsoft YaHei"/>
              </a:rPr>
              <a:t>被</a:t>
            </a:r>
            <a:r>
              <a:rPr sz="3200" b="1" spc="270" dirty="0" err="1">
                <a:solidFill>
                  <a:schemeClr val="tx1"/>
                </a:solidFill>
                <a:latin typeface="Microsoft JhengHei"/>
                <a:cs typeface="Microsoft JhengHei"/>
              </a:rPr>
              <a:t>分</a:t>
            </a:r>
            <a:r>
              <a:rPr sz="3200" b="1" spc="254" dirty="0" err="1">
                <a:solidFill>
                  <a:schemeClr val="tx1"/>
                </a:solidFill>
                <a:latin typeface="Microsoft YaHei"/>
                <a:cs typeface="Microsoft YaHei"/>
              </a:rPr>
              <a:t>解</a:t>
            </a:r>
            <a:r>
              <a:rPr sz="3200" b="1" spc="-50" dirty="0" err="1">
                <a:solidFill>
                  <a:schemeClr val="tx1"/>
                </a:solidFill>
                <a:latin typeface="Microsoft YaHei"/>
                <a:cs typeface="Microsoft YaHei"/>
              </a:rPr>
              <a:t>出</a:t>
            </a:r>
            <a:r>
              <a:rPr sz="3200" b="1" spc="265" dirty="0" err="1">
                <a:solidFill>
                  <a:schemeClr val="tx1"/>
                </a:solidFill>
                <a:latin typeface="Microsoft JhengHei"/>
                <a:cs typeface="Microsoft JhengHei"/>
              </a:rPr>
              <a:t>来，成为</a:t>
            </a:r>
            <a:r>
              <a:rPr sz="3200" b="1" spc="275" dirty="0" err="1">
                <a:solidFill>
                  <a:schemeClr val="tx1"/>
                </a:solidFill>
                <a:latin typeface="Microsoft JhengHei"/>
                <a:cs typeface="Microsoft JhengHei"/>
              </a:rPr>
              <a:t>光</a:t>
            </a:r>
            <a:r>
              <a:rPr sz="3200" b="1" spc="270" dirty="0" err="1">
                <a:solidFill>
                  <a:schemeClr val="tx1"/>
                </a:solidFill>
                <a:latin typeface="Microsoft YaHei"/>
                <a:cs typeface="Microsoft YaHei"/>
              </a:rPr>
              <a:t>合</a:t>
            </a:r>
            <a:r>
              <a:rPr sz="3200" b="1" spc="265" dirty="0" err="1">
                <a:solidFill>
                  <a:schemeClr val="tx1"/>
                </a:solidFill>
                <a:latin typeface="Microsoft JhengHei"/>
                <a:cs typeface="Microsoft JhengHei"/>
              </a:rPr>
              <a:t>作用</a:t>
            </a:r>
            <a:r>
              <a:rPr sz="3200" b="1" spc="275" dirty="0" err="1">
                <a:solidFill>
                  <a:schemeClr val="tx1"/>
                </a:solidFill>
                <a:latin typeface="Microsoft JhengHei"/>
                <a:cs typeface="Microsoft JhengHei"/>
              </a:rPr>
              <a:t>的</a:t>
            </a:r>
            <a:r>
              <a:rPr sz="3200" b="1" spc="254" dirty="0" err="1">
                <a:solidFill>
                  <a:schemeClr val="tx1"/>
                </a:solidFill>
                <a:latin typeface="Microsoft YaHei"/>
                <a:cs typeface="Microsoft YaHei"/>
              </a:rPr>
              <a:t>原</a:t>
            </a:r>
            <a:r>
              <a:rPr sz="3200" b="1" spc="270" dirty="0" err="1">
                <a:solidFill>
                  <a:schemeClr val="tx1"/>
                </a:solidFill>
                <a:latin typeface="Microsoft YaHei"/>
                <a:cs typeface="Microsoft YaHei"/>
              </a:rPr>
              <a:t>料</a:t>
            </a:r>
            <a:r>
              <a:rPr sz="3200" b="1" spc="265" dirty="0" err="1">
                <a:solidFill>
                  <a:schemeClr val="tx1"/>
                </a:solidFill>
                <a:latin typeface="Microsoft JhengHei"/>
                <a:cs typeface="Microsoft JhengHei"/>
              </a:rPr>
              <a:t>。</a:t>
            </a:r>
            <a:r>
              <a:rPr sz="3200" b="1" spc="-50" dirty="0" err="1">
                <a:solidFill>
                  <a:schemeClr val="tx1"/>
                </a:solidFill>
                <a:latin typeface="Microsoft JhengHei"/>
                <a:cs typeface="Microsoft JhengHei"/>
              </a:rPr>
              <a:t>由</a:t>
            </a:r>
            <a:r>
              <a:rPr sz="3200" b="1" spc="265" dirty="0" err="1">
                <a:solidFill>
                  <a:schemeClr val="tx1"/>
                </a:solidFill>
                <a:latin typeface="Microsoft JhengHei"/>
                <a:cs typeface="Microsoft JhengHei"/>
              </a:rPr>
              <a:t>于其代谢</a:t>
            </a:r>
            <a:r>
              <a:rPr sz="3200" b="1" spc="275" dirty="0" err="1">
                <a:solidFill>
                  <a:schemeClr val="tx1"/>
                </a:solidFill>
                <a:latin typeface="Microsoft JhengHei"/>
                <a:cs typeface="Microsoft JhengHei"/>
              </a:rPr>
              <a:t>的</a:t>
            </a:r>
            <a:r>
              <a:rPr sz="3200" b="1" spc="265" dirty="0" err="1">
                <a:solidFill>
                  <a:schemeClr val="tx1"/>
                </a:solidFill>
                <a:latin typeface="Microsoft YaHei"/>
                <a:cs typeface="Microsoft YaHei"/>
              </a:rPr>
              <a:t>特</a:t>
            </a:r>
            <a:r>
              <a:rPr sz="3200" b="1" spc="270" dirty="0" err="1">
                <a:solidFill>
                  <a:schemeClr val="tx1"/>
                </a:solidFill>
                <a:latin typeface="Microsoft YaHei"/>
                <a:cs typeface="Microsoft YaHei"/>
              </a:rPr>
              <a:t>殊</a:t>
            </a:r>
            <a:r>
              <a:rPr sz="3200" b="1" spc="265" dirty="0" err="1">
                <a:solidFill>
                  <a:schemeClr val="tx1"/>
                </a:solidFill>
                <a:latin typeface="Microsoft JhengHei"/>
                <a:cs typeface="Microsoft JhengHei"/>
              </a:rPr>
              <a:t>性，</a:t>
            </a:r>
            <a:r>
              <a:rPr sz="3200" b="1" spc="254" dirty="0" err="1">
                <a:solidFill>
                  <a:srgbClr val="FF0000"/>
                </a:solidFill>
                <a:latin typeface="Microsoft JhengHei"/>
                <a:cs typeface="Microsoft JhengHei"/>
              </a:rPr>
              <a:t>植</a:t>
            </a:r>
            <a:r>
              <a:rPr sz="3200" b="1" spc="265" dirty="0" err="1">
                <a:solidFill>
                  <a:srgbClr val="FF0000"/>
                </a:solidFill>
                <a:latin typeface="Microsoft JhengHei"/>
                <a:cs typeface="Microsoft JhengHei"/>
              </a:rPr>
              <a:t>物生</a:t>
            </a:r>
            <a:r>
              <a:rPr sz="3200" b="1" spc="-50" dirty="0" err="1">
                <a:solidFill>
                  <a:srgbClr val="FF0000"/>
                </a:solidFill>
                <a:latin typeface="Microsoft JhengHei"/>
                <a:cs typeface="Microsoft JhengHei"/>
              </a:rPr>
              <a:t>长</a:t>
            </a:r>
            <a:r>
              <a:rPr sz="3200" b="1" spc="265" dirty="0" err="1">
                <a:solidFill>
                  <a:srgbClr val="FF0000"/>
                </a:solidFill>
                <a:latin typeface="Microsoft YaHei"/>
                <a:cs typeface="Microsoft YaHei"/>
              </a:rPr>
              <a:t>缓</a:t>
            </a:r>
            <a:r>
              <a:rPr sz="3200" b="1" spc="270" dirty="0" err="1">
                <a:solidFill>
                  <a:srgbClr val="FF0000"/>
                </a:solidFill>
                <a:latin typeface="Microsoft YaHei"/>
                <a:cs typeface="Microsoft YaHei"/>
              </a:rPr>
              <a:t>慢</a:t>
            </a:r>
            <a:r>
              <a:rPr sz="3200" b="1" spc="265" dirty="0" err="1">
                <a:solidFill>
                  <a:schemeClr val="tx1"/>
                </a:solidFill>
                <a:latin typeface="Microsoft JhengHei"/>
                <a:cs typeface="Microsoft JhengHei"/>
              </a:rPr>
              <a:t>，生</a:t>
            </a:r>
            <a:r>
              <a:rPr sz="3200" b="1" spc="254" dirty="0" err="1">
                <a:solidFill>
                  <a:schemeClr val="tx1"/>
                </a:solidFill>
                <a:latin typeface="Microsoft JhengHei"/>
                <a:cs typeface="Microsoft JhengHei"/>
              </a:rPr>
              <a:t>产</a:t>
            </a:r>
            <a:r>
              <a:rPr sz="3200" b="1" spc="265" dirty="0" err="1">
                <a:solidFill>
                  <a:schemeClr val="tx1"/>
                </a:solidFill>
                <a:latin typeface="Microsoft JhengHei"/>
                <a:cs typeface="Microsoft JhengHei"/>
              </a:rPr>
              <a:t>量</a:t>
            </a:r>
            <a:r>
              <a:rPr sz="3200" b="1" spc="285" dirty="0" err="1">
                <a:solidFill>
                  <a:schemeClr val="tx1"/>
                </a:solidFill>
                <a:latin typeface="Microsoft JhengHei"/>
                <a:cs typeface="Microsoft JhengHei"/>
              </a:rPr>
              <a:t>很</a:t>
            </a:r>
            <a:r>
              <a:rPr sz="3200" b="1" spc="270" dirty="0" err="1">
                <a:solidFill>
                  <a:schemeClr val="tx1"/>
                </a:solidFill>
                <a:latin typeface="Microsoft YaHei"/>
                <a:cs typeface="Microsoft YaHei"/>
              </a:rPr>
              <a:t>低</a:t>
            </a:r>
            <a:r>
              <a:rPr sz="3200" b="1" spc="-50" dirty="0">
                <a:solidFill>
                  <a:schemeClr val="tx1"/>
                </a:solidFill>
                <a:latin typeface="Microsoft JhengHei"/>
                <a:cs typeface="Microsoft JhengHei"/>
              </a:rPr>
              <a:t>。</a:t>
            </a:r>
            <a:endParaRPr sz="3200" dirty="0">
              <a:solidFill>
                <a:schemeClr val="tx1"/>
              </a:solidFill>
              <a:latin typeface="Microsoft JhengHei"/>
              <a:cs typeface="Microsoft JhengHe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16369" y="260350"/>
            <a:ext cx="2376170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72440" y="367029"/>
            <a:ext cx="7037070" cy="1000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13384" algn="l"/>
              </a:tabLst>
            </a:pPr>
            <a:r>
              <a:rPr sz="3200" spc="-50" dirty="0">
                <a:latin typeface="Times New Roman"/>
                <a:cs typeface="Times New Roman"/>
              </a:rPr>
              <a:t>3</a:t>
            </a:r>
            <a:r>
              <a:rPr sz="3200" dirty="0">
                <a:latin typeface="Times New Roman"/>
                <a:cs typeface="Times New Roman"/>
              </a:rPr>
              <a:t>	</a:t>
            </a:r>
            <a:r>
              <a:rPr sz="3200" spc="200" dirty="0"/>
              <a:t>水生植物 </a:t>
            </a:r>
            <a:r>
              <a:rPr sz="3200" spc="-50" dirty="0">
                <a:latin typeface="Times New Roman"/>
                <a:cs typeface="Times New Roman"/>
              </a:rPr>
              <a:t>:</a:t>
            </a:r>
            <a:endParaRPr sz="3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3200" spc="270" dirty="0"/>
              <a:t>（</a:t>
            </a:r>
            <a:r>
              <a:rPr sz="3200" spc="260" dirty="0">
                <a:latin typeface="Microsoft YaHei"/>
                <a:cs typeface="Microsoft YaHei"/>
              </a:rPr>
              <a:t>沉</a:t>
            </a:r>
            <a:r>
              <a:rPr sz="3200" spc="265" dirty="0"/>
              <a:t>水植物、</a:t>
            </a:r>
            <a:r>
              <a:rPr sz="3200" spc="260" dirty="0">
                <a:latin typeface="Microsoft YaHei"/>
                <a:cs typeface="Microsoft YaHei"/>
              </a:rPr>
              <a:t>浮</a:t>
            </a:r>
            <a:r>
              <a:rPr sz="3200" spc="265" dirty="0"/>
              <a:t>水植物、</a:t>
            </a:r>
            <a:r>
              <a:rPr sz="3200" spc="260" dirty="0">
                <a:latin typeface="Microsoft YaHei"/>
                <a:cs typeface="Microsoft YaHei"/>
              </a:rPr>
              <a:t>挺</a:t>
            </a:r>
            <a:r>
              <a:rPr sz="3200" spc="265" dirty="0"/>
              <a:t>水植物</a:t>
            </a:r>
            <a:r>
              <a:rPr sz="3200" spc="-50" dirty="0"/>
              <a:t>）</a:t>
            </a:r>
            <a:endParaRPr sz="3200">
              <a:latin typeface="Microsoft YaHei"/>
              <a:cs typeface="Microsoft YaHe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72440" y="1708150"/>
            <a:ext cx="7750809" cy="17310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marR="5080" indent="-457200" algn="just">
              <a:lnSpc>
                <a:spcPct val="99900"/>
              </a:lnSpc>
              <a:spcBef>
                <a:spcPts val="100"/>
              </a:spcBef>
            </a:pPr>
            <a:r>
              <a:rPr sz="2800" b="1" spc="215" dirty="0">
                <a:latin typeface="Microsoft JhengHei"/>
                <a:cs typeface="Microsoft JhengHei"/>
              </a:rPr>
              <a:t>体内具发达的</a:t>
            </a:r>
            <a:r>
              <a:rPr sz="2800" b="1" spc="229" dirty="0">
                <a:latin typeface="Microsoft YaHei"/>
                <a:cs typeface="Microsoft YaHei"/>
              </a:rPr>
              <a:t>通</a:t>
            </a:r>
            <a:r>
              <a:rPr sz="2800" b="1" spc="215" dirty="0">
                <a:latin typeface="Microsoft JhengHei"/>
                <a:cs typeface="Microsoft JhengHei"/>
              </a:rPr>
              <a:t>气系</a:t>
            </a:r>
            <a:r>
              <a:rPr sz="2800" b="1" spc="229" dirty="0">
                <a:latin typeface="Microsoft YaHei"/>
                <a:cs typeface="Microsoft YaHei"/>
              </a:rPr>
              <a:t>统</a:t>
            </a:r>
            <a:r>
              <a:rPr sz="2800" b="1" spc="220" dirty="0">
                <a:latin typeface="Microsoft JhengHei"/>
                <a:cs typeface="Microsoft JhengHei"/>
              </a:rPr>
              <a:t>；叶</a:t>
            </a:r>
            <a:r>
              <a:rPr sz="2800" b="1" spc="220" dirty="0">
                <a:latin typeface="Microsoft YaHei"/>
                <a:cs typeface="Microsoft YaHei"/>
              </a:rPr>
              <a:t>片</a:t>
            </a:r>
            <a:r>
              <a:rPr sz="2800" b="1" spc="220" dirty="0">
                <a:latin typeface="Microsoft JhengHei"/>
                <a:cs typeface="Microsoft JhengHei"/>
              </a:rPr>
              <a:t>很</a:t>
            </a:r>
            <a:r>
              <a:rPr sz="2800" b="1" spc="229" dirty="0">
                <a:latin typeface="Microsoft YaHei"/>
                <a:cs typeface="Microsoft YaHei"/>
              </a:rPr>
              <a:t>薄</a:t>
            </a:r>
            <a:r>
              <a:rPr sz="2800" b="1" spc="220" dirty="0">
                <a:latin typeface="Microsoft JhengHei"/>
                <a:cs typeface="Microsoft JhengHei"/>
              </a:rPr>
              <a:t>，有</a:t>
            </a:r>
            <a:r>
              <a:rPr sz="2800" b="1" spc="220" dirty="0">
                <a:latin typeface="Microsoft YaHei"/>
                <a:cs typeface="Microsoft YaHei"/>
              </a:rPr>
              <a:t>利</a:t>
            </a:r>
            <a:r>
              <a:rPr sz="2800" b="1" spc="220" dirty="0">
                <a:latin typeface="Microsoft JhengHei"/>
                <a:cs typeface="Microsoft JhengHei"/>
              </a:rPr>
              <a:t>于</a:t>
            </a:r>
            <a:r>
              <a:rPr sz="2800" b="1" spc="-50" dirty="0">
                <a:latin typeface="Microsoft YaHei"/>
                <a:cs typeface="Microsoft YaHei"/>
              </a:rPr>
              <a:t>增</a:t>
            </a:r>
            <a:r>
              <a:rPr sz="2800" b="1" spc="220" dirty="0">
                <a:latin typeface="Microsoft YaHei"/>
                <a:cs typeface="Microsoft YaHei"/>
              </a:rPr>
              <a:t>加采</a:t>
            </a:r>
            <a:r>
              <a:rPr sz="2800" b="1" spc="220" dirty="0">
                <a:latin typeface="Microsoft JhengHei"/>
                <a:cs typeface="Microsoft JhengHei"/>
              </a:rPr>
              <a:t>光</a:t>
            </a:r>
            <a:r>
              <a:rPr sz="2800" b="1" spc="220" dirty="0">
                <a:latin typeface="Microsoft YaHei"/>
                <a:cs typeface="Microsoft YaHei"/>
              </a:rPr>
              <a:t>面</a:t>
            </a:r>
            <a:r>
              <a:rPr sz="2800" b="1" spc="220" dirty="0">
                <a:latin typeface="Microsoft JhengHei"/>
                <a:cs typeface="Microsoft JhengHei"/>
              </a:rPr>
              <a:t>积和对</a:t>
            </a:r>
            <a:r>
              <a:rPr sz="2800" b="1" spc="215" dirty="0">
                <a:latin typeface="Microsoft YaHei"/>
                <a:cs typeface="Microsoft YaHei"/>
              </a:rPr>
              <a:t>营养</a:t>
            </a:r>
            <a:r>
              <a:rPr sz="2800" b="1" spc="215" dirty="0">
                <a:latin typeface="Microsoft JhengHei"/>
                <a:cs typeface="Microsoft JhengHei"/>
              </a:rPr>
              <a:t>物的吸收；</a:t>
            </a:r>
            <a:r>
              <a:rPr sz="2800" b="1" spc="229" dirty="0">
                <a:latin typeface="Microsoft YaHei"/>
                <a:cs typeface="Microsoft YaHei"/>
              </a:rPr>
              <a:t>身</a:t>
            </a:r>
            <a:r>
              <a:rPr sz="2800" b="1" spc="220" dirty="0">
                <a:latin typeface="Microsoft JhengHei"/>
                <a:cs typeface="Microsoft JhengHei"/>
              </a:rPr>
              <a:t>体</a:t>
            </a:r>
            <a:r>
              <a:rPr sz="2800" b="1" spc="229" dirty="0">
                <a:latin typeface="Microsoft YaHei"/>
                <a:cs typeface="Microsoft YaHei"/>
              </a:rPr>
              <a:t>弹</a:t>
            </a:r>
            <a:r>
              <a:rPr sz="2800" b="1" spc="80" dirty="0">
                <a:latin typeface="Microsoft JhengHei"/>
                <a:cs typeface="Microsoft JhengHei"/>
              </a:rPr>
              <a:t>性和</a:t>
            </a:r>
            <a:r>
              <a:rPr sz="2800" b="1" spc="220" dirty="0">
                <a:latin typeface="Microsoft YaHei"/>
                <a:cs typeface="Microsoft YaHei"/>
              </a:rPr>
              <a:t>抗扭曲</a:t>
            </a:r>
            <a:r>
              <a:rPr sz="2800" b="1" spc="220" dirty="0">
                <a:latin typeface="Microsoft JhengHei"/>
                <a:cs typeface="Microsoft JhengHei"/>
              </a:rPr>
              <a:t>能力</a:t>
            </a:r>
            <a:r>
              <a:rPr sz="2800" b="1" spc="220" dirty="0">
                <a:latin typeface="Microsoft YaHei"/>
                <a:cs typeface="Microsoft YaHei"/>
              </a:rPr>
              <a:t>较强</a:t>
            </a:r>
            <a:r>
              <a:rPr sz="2800" b="1" spc="215" dirty="0">
                <a:latin typeface="Microsoft JhengHei"/>
                <a:cs typeface="Microsoft JhengHei"/>
              </a:rPr>
              <a:t>；有</a:t>
            </a:r>
            <a:r>
              <a:rPr sz="2800" b="1" spc="229" dirty="0">
                <a:latin typeface="Microsoft YaHei"/>
                <a:cs typeface="Microsoft YaHei"/>
              </a:rPr>
              <a:t>些</a:t>
            </a:r>
            <a:r>
              <a:rPr sz="2800" b="1" spc="220" dirty="0">
                <a:latin typeface="Microsoft JhengHei"/>
                <a:cs typeface="Microsoft JhengHei"/>
              </a:rPr>
              <a:t>植物</a:t>
            </a:r>
            <a:r>
              <a:rPr sz="2800" b="1" spc="215" dirty="0">
                <a:latin typeface="Microsoft YaHei"/>
                <a:cs typeface="Microsoft YaHei"/>
              </a:rPr>
              <a:t>可调</a:t>
            </a:r>
            <a:r>
              <a:rPr sz="2800" b="1" spc="229" dirty="0">
                <a:latin typeface="Microsoft JhengHei"/>
                <a:cs typeface="Microsoft JhengHei"/>
              </a:rPr>
              <a:t>节</a:t>
            </a:r>
            <a:r>
              <a:rPr sz="2800" b="1" spc="220" dirty="0">
                <a:latin typeface="Microsoft YaHei"/>
                <a:cs typeface="Microsoft YaHei"/>
              </a:rPr>
              <a:t>渗透压</a:t>
            </a:r>
            <a:r>
              <a:rPr sz="2800" b="1" spc="-50" dirty="0">
                <a:latin typeface="Microsoft JhengHei"/>
                <a:cs typeface="Microsoft JhengHei"/>
              </a:rPr>
              <a:t>。</a:t>
            </a:r>
            <a:r>
              <a:rPr sz="2800" b="1" spc="220" dirty="0">
                <a:latin typeface="Microsoft JhengHei"/>
                <a:cs typeface="Microsoft JhengHei"/>
              </a:rPr>
              <a:t>能</a:t>
            </a:r>
            <a:r>
              <a:rPr sz="2800" b="1" spc="229" dirty="0">
                <a:latin typeface="Microsoft YaHei"/>
                <a:cs typeface="Microsoft YaHei"/>
              </a:rPr>
              <a:t>耐</a:t>
            </a:r>
            <a:r>
              <a:rPr sz="2800" b="1" spc="220" dirty="0">
                <a:latin typeface="Microsoft JhengHei"/>
                <a:cs typeface="Microsoft JhengHei"/>
              </a:rPr>
              <a:t>受</a:t>
            </a:r>
            <a:r>
              <a:rPr sz="2800" b="1" spc="220" dirty="0">
                <a:latin typeface="Microsoft YaHei"/>
                <a:cs typeface="Microsoft YaHei"/>
              </a:rPr>
              <a:t>高盐</a:t>
            </a:r>
            <a:r>
              <a:rPr sz="2800" b="1" spc="220" dirty="0">
                <a:latin typeface="Microsoft JhengHei"/>
                <a:cs typeface="Microsoft JhengHei"/>
              </a:rPr>
              <a:t>。</a:t>
            </a:r>
            <a:r>
              <a:rPr sz="2800" b="1" spc="220" dirty="0">
                <a:latin typeface="Microsoft YaHei"/>
                <a:cs typeface="Microsoft YaHei"/>
              </a:rPr>
              <a:t>如红树林</a:t>
            </a:r>
            <a:r>
              <a:rPr sz="2800" b="1" spc="-50" dirty="0">
                <a:latin typeface="Microsoft JhengHei"/>
                <a:cs typeface="Microsoft JhengHei"/>
              </a:rPr>
              <a:t>。</a:t>
            </a:r>
            <a:endParaRPr sz="2800">
              <a:latin typeface="Microsoft JhengHei"/>
              <a:cs typeface="Microsoft JhengHe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8630" y="4292600"/>
            <a:ext cx="1746250" cy="228600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2416810" y="5191759"/>
            <a:ext cx="394716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3289935" algn="l"/>
              </a:tabLst>
            </a:pPr>
            <a:r>
              <a:rPr sz="2400" b="1" spc="204" dirty="0">
                <a:latin typeface="Microsoft YaHei"/>
                <a:cs typeface="Microsoft YaHei"/>
              </a:rPr>
              <a:t>红</a:t>
            </a:r>
            <a:r>
              <a:rPr sz="2400" b="1" spc="195" dirty="0">
                <a:latin typeface="Microsoft YaHei"/>
                <a:cs typeface="Microsoft YaHei"/>
              </a:rPr>
              <a:t>树</a:t>
            </a:r>
            <a:r>
              <a:rPr sz="2400" b="1" spc="200" dirty="0">
                <a:latin typeface="Microsoft YaHei"/>
                <a:cs typeface="Microsoft YaHei"/>
              </a:rPr>
              <a:t>林</a:t>
            </a:r>
            <a:r>
              <a:rPr sz="2400" b="1" dirty="0">
                <a:latin typeface="Microsoft JhengHei"/>
                <a:cs typeface="Microsoft JhengHei"/>
              </a:rPr>
              <a:t>（</a:t>
            </a:r>
            <a:r>
              <a:rPr sz="2400" b="1" spc="180" dirty="0">
                <a:latin typeface="Microsoft JhengHei"/>
                <a:cs typeface="Microsoft JhengHei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Conocarpus</a:t>
            </a:r>
            <a:r>
              <a:rPr sz="2400" b="1" dirty="0">
                <a:latin typeface="Times New Roman"/>
                <a:cs typeface="Times New Roman"/>
              </a:rPr>
              <a:t>	</a:t>
            </a:r>
            <a:r>
              <a:rPr sz="2400" b="1" spc="-10" dirty="0">
                <a:latin typeface="Times New Roman"/>
                <a:cs typeface="Times New Roman"/>
              </a:rPr>
              <a:t>erect </a:t>
            </a:r>
            <a:r>
              <a:rPr sz="2400" b="1" dirty="0">
                <a:latin typeface="Times New Roman"/>
                <a:cs typeface="Times New Roman"/>
              </a:rPr>
              <a:t>a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b="1" spc="195" dirty="0">
                <a:latin typeface="Microsoft JhengHei"/>
                <a:cs typeface="Microsoft JhengHei"/>
              </a:rPr>
              <a:t>）</a:t>
            </a:r>
            <a:r>
              <a:rPr sz="2400" b="1" spc="200" dirty="0">
                <a:latin typeface="Microsoft JhengHei"/>
                <a:cs typeface="Microsoft JhengHei"/>
              </a:rPr>
              <a:t>叶</a:t>
            </a:r>
            <a:r>
              <a:rPr sz="2400" b="1" spc="210" dirty="0">
                <a:latin typeface="Microsoft YaHei"/>
                <a:cs typeface="Microsoft YaHei"/>
              </a:rPr>
              <a:t>子</a:t>
            </a:r>
            <a:r>
              <a:rPr sz="2400" b="1" spc="200" dirty="0">
                <a:latin typeface="Microsoft JhengHei"/>
                <a:cs typeface="Microsoft JhengHei"/>
              </a:rPr>
              <a:t>的</a:t>
            </a:r>
            <a:r>
              <a:rPr sz="2400" b="1" spc="204" dirty="0">
                <a:latin typeface="Microsoft YaHei"/>
                <a:cs typeface="Microsoft YaHei"/>
              </a:rPr>
              <a:t>特</a:t>
            </a:r>
            <a:r>
              <a:rPr sz="2400" b="1" spc="195" dirty="0">
                <a:latin typeface="Microsoft YaHei"/>
                <a:cs typeface="Microsoft YaHei"/>
              </a:rPr>
              <a:t>殊盐</a:t>
            </a:r>
            <a:r>
              <a:rPr sz="2400" b="1" spc="215" dirty="0">
                <a:latin typeface="Microsoft YaHei"/>
                <a:cs typeface="Microsoft YaHei"/>
              </a:rPr>
              <a:t>腺</a:t>
            </a:r>
            <a:r>
              <a:rPr sz="2400" b="1" spc="200" dirty="0">
                <a:latin typeface="Microsoft JhengHei"/>
                <a:cs typeface="Microsoft JhengHei"/>
              </a:rPr>
              <a:t>分</a:t>
            </a:r>
            <a:r>
              <a:rPr sz="2400" b="1" spc="195" dirty="0">
                <a:latin typeface="Microsoft YaHei"/>
                <a:cs typeface="Microsoft YaHei"/>
              </a:rPr>
              <a:t>泌</a:t>
            </a:r>
            <a:r>
              <a:rPr sz="2400" b="1" spc="-50" dirty="0">
                <a:latin typeface="Microsoft YaHei"/>
                <a:cs typeface="Microsoft YaHei"/>
              </a:rPr>
              <a:t>盐</a:t>
            </a:r>
            <a:endParaRPr sz="2400">
              <a:latin typeface="Microsoft YaHei"/>
              <a:cs typeface="Microsoft YaHei"/>
            </a:endParaRPr>
          </a:p>
          <a:p>
            <a:pPr marL="12700">
              <a:lnSpc>
                <a:spcPct val="100000"/>
              </a:lnSpc>
            </a:pPr>
            <a:r>
              <a:rPr sz="2400" b="1" spc="-195" dirty="0">
                <a:latin typeface="Microsoft JhengHei"/>
                <a:cs typeface="Microsoft JhengHei"/>
              </a:rPr>
              <a:t>， </a:t>
            </a:r>
            <a:r>
              <a:rPr sz="2400" b="1" spc="195" dirty="0">
                <a:latin typeface="Microsoft YaHei"/>
                <a:cs typeface="Microsoft YaHei"/>
              </a:rPr>
              <a:t>沉淀</a:t>
            </a:r>
            <a:r>
              <a:rPr sz="2400" b="1" spc="200" dirty="0">
                <a:latin typeface="Microsoft JhengHei"/>
                <a:cs typeface="Microsoft JhengHei"/>
              </a:rPr>
              <a:t>在叶</a:t>
            </a:r>
            <a:r>
              <a:rPr sz="2400" b="1" spc="210" dirty="0">
                <a:latin typeface="Microsoft YaHei"/>
                <a:cs typeface="Microsoft YaHei"/>
              </a:rPr>
              <a:t>子</a:t>
            </a:r>
            <a:r>
              <a:rPr sz="2400" b="1" spc="200" dirty="0">
                <a:latin typeface="Microsoft JhengHei"/>
                <a:cs typeface="Microsoft JhengHei"/>
              </a:rPr>
              <a:t>的外表</a:t>
            </a:r>
            <a:r>
              <a:rPr sz="2400" b="1" spc="200" dirty="0">
                <a:latin typeface="Microsoft YaHei"/>
                <a:cs typeface="Microsoft YaHei"/>
              </a:rPr>
              <a:t>面</a:t>
            </a:r>
            <a:r>
              <a:rPr sz="2400" b="1" spc="-50" dirty="0">
                <a:latin typeface="Microsoft JhengHei"/>
                <a:cs typeface="Microsoft JhengHei"/>
              </a:rPr>
              <a:t>上</a:t>
            </a:r>
            <a:endParaRPr sz="2400">
              <a:latin typeface="Microsoft JhengHei"/>
              <a:cs typeface="Microsoft JhengHe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049019" y="4903470"/>
            <a:ext cx="514858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139440" algn="l"/>
              </a:tabLst>
            </a:pPr>
            <a:r>
              <a:rPr sz="2400" b="1" spc="195" dirty="0">
                <a:latin typeface="Microsoft YaHei"/>
                <a:cs typeface="Microsoft YaHei"/>
              </a:rPr>
              <a:t>丝柏</a:t>
            </a:r>
            <a:r>
              <a:rPr sz="2400" b="1" spc="215" dirty="0">
                <a:latin typeface="Microsoft YaHei"/>
                <a:cs typeface="Microsoft YaHei"/>
              </a:rPr>
              <a:t>树</a:t>
            </a:r>
            <a:r>
              <a:rPr sz="2400" b="1" dirty="0">
                <a:latin typeface="Microsoft JhengHei"/>
                <a:cs typeface="Microsoft JhengHei"/>
              </a:rPr>
              <a:t>（</a:t>
            </a:r>
            <a:r>
              <a:rPr sz="2400" b="1" spc="180" dirty="0">
                <a:latin typeface="Microsoft JhengHei"/>
                <a:cs typeface="Microsoft JhengHei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Taxodium</a:t>
            </a:r>
            <a:r>
              <a:rPr sz="2400" b="1" dirty="0">
                <a:latin typeface="Times New Roman"/>
                <a:cs typeface="Times New Roman"/>
              </a:rPr>
              <a:t>	distichum</a:t>
            </a:r>
            <a:r>
              <a:rPr sz="2400" b="1" spc="-120" dirty="0">
                <a:latin typeface="Times New Roman"/>
                <a:cs typeface="Times New Roman"/>
              </a:rPr>
              <a:t> </a:t>
            </a:r>
            <a:r>
              <a:rPr sz="2400" b="1" spc="195" dirty="0">
                <a:latin typeface="Microsoft JhengHei"/>
                <a:cs typeface="Microsoft JhengHei"/>
              </a:rPr>
              <a:t>）</a:t>
            </a:r>
            <a:r>
              <a:rPr sz="2400" b="1" spc="-50" dirty="0">
                <a:latin typeface="Microsoft JhengHei"/>
                <a:cs typeface="Microsoft JhengHei"/>
              </a:rPr>
              <a:t>的</a:t>
            </a:r>
            <a:endParaRPr sz="2400">
              <a:latin typeface="Microsoft JhengHei"/>
              <a:cs typeface="Microsoft JhengHei"/>
            </a:endParaRPr>
          </a:p>
          <a:p>
            <a:pPr marL="12700">
              <a:lnSpc>
                <a:spcPct val="100000"/>
              </a:lnSpc>
            </a:pPr>
            <a:r>
              <a:rPr sz="2400" b="1" spc="200" dirty="0">
                <a:latin typeface="Microsoft YaHei"/>
                <a:cs typeface="Microsoft YaHei"/>
              </a:rPr>
              <a:t>出</a:t>
            </a:r>
            <a:r>
              <a:rPr sz="2400" b="1" spc="200" dirty="0">
                <a:latin typeface="Microsoft JhengHei"/>
                <a:cs typeface="Microsoft JhengHei"/>
              </a:rPr>
              <a:t>水</a:t>
            </a:r>
            <a:r>
              <a:rPr sz="2400" b="1" spc="210" dirty="0">
                <a:latin typeface="Microsoft YaHei"/>
                <a:cs typeface="Microsoft YaHei"/>
              </a:rPr>
              <a:t>通</a:t>
            </a:r>
            <a:r>
              <a:rPr sz="2400" b="1" spc="195" dirty="0">
                <a:latin typeface="Microsoft JhengHei"/>
                <a:cs typeface="Microsoft JhengHei"/>
              </a:rPr>
              <a:t>气根从侧根上长</a:t>
            </a:r>
            <a:r>
              <a:rPr sz="2400" b="1" spc="200" dirty="0">
                <a:latin typeface="Microsoft YaHei"/>
                <a:cs typeface="Microsoft YaHei"/>
              </a:rPr>
              <a:t>出</a:t>
            </a:r>
            <a:r>
              <a:rPr sz="2400" b="1" spc="210" dirty="0">
                <a:latin typeface="Microsoft JhengHei"/>
                <a:cs typeface="Microsoft JhengHei"/>
              </a:rPr>
              <a:t>水</a:t>
            </a:r>
            <a:r>
              <a:rPr sz="2400" b="1" spc="200" dirty="0">
                <a:latin typeface="Microsoft YaHei"/>
                <a:cs typeface="Microsoft YaHei"/>
              </a:rPr>
              <a:t>面</a:t>
            </a:r>
            <a:r>
              <a:rPr sz="2400" b="1" spc="70" dirty="0">
                <a:latin typeface="Microsoft JhengHei"/>
                <a:cs typeface="Microsoft JhengHei"/>
              </a:rPr>
              <a:t>来。</a:t>
            </a:r>
            <a:endParaRPr sz="2400">
              <a:latin typeface="Microsoft JhengHei"/>
              <a:cs typeface="Microsoft JhengHe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2669" y="908050"/>
            <a:ext cx="4969509" cy="33464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62600" y="4452620"/>
            <a:ext cx="3418840" cy="240538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617667" y="250697"/>
            <a:ext cx="355600" cy="490220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95"/>
              </a:spcBef>
            </a:pPr>
            <a:r>
              <a:rPr sz="2800" b="1" spc="-50" dirty="0">
                <a:latin typeface="Microsoft JhengHei"/>
                <a:cs typeface="Microsoft JhengHei"/>
              </a:rPr>
              <a:t>。</a:t>
            </a:r>
            <a:endParaRPr sz="2800">
              <a:latin typeface="Microsoft JhengHei"/>
              <a:cs typeface="Microsoft JhengHe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29870" y="262890"/>
            <a:ext cx="5373370" cy="17322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800" spc="220" dirty="0">
                <a:latin typeface="Microsoft YaHei"/>
                <a:cs typeface="Microsoft YaHei"/>
              </a:rPr>
              <a:t>沉</a:t>
            </a:r>
            <a:r>
              <a:rPr sz="2800" spc="220" dirty="0"/>
              <a:t>水植物：</a:t>
            </a:r>
            <a:r>
              <a:rPr sz="2800" spc="220" dirty="0">
                <a:latin typeface="Microsoft YaHei"/>
                <a:cs typeface="Microsoft YaHei"/>
              </a:rPr>
              <a:t>整</a:t>
            </a:r>
            <a:r>
              <a:rPr sz="2800" spc="220" dirty="0"/>
              <a:t>株植物</a:t>
            </a:r>
            <a:r>
              <a:rPr sz="2800" spc="220" dirty="0">
                <a:latin typeface="Microsoft YaHei"/>
                <a:cs typeface="Microsoft YaHei"/>
              </a:rPr>
              <a:t>沉没</a:t>
            </a:r>
            <a:r>
              <a:rPr sz="2800" spc="130" dirty="0"/>
              <a:t>在水下</a:t>
            </a:r>
            <a:r>
              <a:rPr sz="2800" spc="220" dirty="0"/>
              <a:t>根</a:t>
            </a:r>
            <a:r>
              <a:rPr sz="2800" spc="229" dirty="0">
                <a:latin typeface="Microsoft YaHei"/>
                <a:cs typeface="Microsoft YaHei"/>
              </a:rPr>
              <a:t>退</a:t>
            </a:r>
            <a:r>
              <a:rPr sz="2800" spc="220" dirty="0"/>
              <a:t>化</a:t>
            </a:r>
            <a:r>
              <a:rPr sz="2800" spc="220" dirty="0">
                <a:latin typeface="Microsoft YaHei"/>
                <a:cs typeface="Microsoft YaHei"/>
              </a:rPr>
              <a:t>或消</a:t>
            </a:r>
            <a:r>
              <a:rPr sz="2800" spc="215" dirty="0"/>
              <a:t>失。植物具有</a:t>
            </a:r>
            <a:r>
              <a:rPr sz="2800" spc="130" dirty="0">
                <a:latin typeface="Microsoft YaHei"/>
                <a:cs typeface="Microsoft YaHei"/>
              </a:rPr>
              <a:t>封闭式</a:t>
            </a:r>
            <a:r>
              <a:rPr sz="2800" spc="220" dirty="0"/>
              <a:t>的</a:t>
            </a:r>
            <a:r>
              <a:rPr sz="2800" spc="229" dirty="0">
                <a:latin typeface="Microsoft YaHei"/>
                <a:cs typeface="Microsoft YaHei"/>
              </a:rPr>
              <a:t>通</a:t>
            </a:r>
            <a:r>
              <a:rPr sz="2800" spc="215" dirty="0"/>
              <a:t>气组</a:t>
            </a:r>
            <a:r>
              <a:rPr sz="2800" spc="229" dirty="0">
                <a:latin typeface="Microsoft YaHei"/>
                <a:cs typeface="Microsoft YaHei"/>
              </a:rPr>
              <a:t>织</a:t>
            </a:r>
            <a:r>
              <a:rPr sz="2800" spc="220" dirty="0"/>
              <a:t>系</a:t>
            </a:r>
            <a:r>
              <a:rPr sz="2800" spc="229" dirty="0">
                <a:latin typeface="Microsoft YaHei"/>
                <a:cs typeface="Microsoft YaHei"/>
              </a:rPr>
              <a:t>统</a:t>
            </a:r>
            <a:r>
              <a:rPr sz="2800" spc="215" dirty="0"/>
              <a:t>。叶</a:t>
            </a:r>
            <a:r>
              <a:rPr sz="2800" spc="229" dirty="0">
                <a:latin typeface="Microsoft YaHei"/>
                <a:cs typeface="Microsoft YaHei"/>
              </a:rPr>
              <a:t>绿</a:t>
            </a:r>
            <a:r>
              <a:rPr sz="2800" spc="145" dirty="0"/>
              <a:t>体大而多</a:t>
            </a:r>
            <a:endParaRPr sz="2800">
              <a:latin typeface="Microsoft YaHei"/>
              <a:cs typeface="Microsoft YaHei"/>
            </a:endParaRPr>
          </a:p>
          <a:p>
            <a:pPr marL="12700">
              <a:lnSpc>
                <a:spcPct val="100000"/>
              </a:lnSpc>
            </a:pPr>
            <a:r>
              <a:rPr sz="2800" spc="215" dirty="0"/>
              <a:t>，适应水中</a:t>
            </a:r>
            <a:r>
              <a:rPr sz="2800" spc="220" dirty="0">
                <a:latin typeface="Microsoft YaHei"/>
                <a:cs typeface="Microsoft YaHei"/>
              </a:rPr>
              <a:t>弱</a:t>
            </a:r>
            <a:r>
              <a:rPr sz="2800" spc="220" dirty="0"/>
              <a:t>光。</a:t>
            </a:r>
            <a:r>
              <a:rPr sz="2000" spc="170" dirty="0"/>
              <a:t>（</a:t>
            </a:r>
            <a:r>
              <a:rPr sz="2000" spc="170" dirty="0">
                <a:latin typeface="Microsoft YaHei"/>
                <a:cs typeface="Microsoft YaHei"/>
              </a:rPr>
              <a:t>充</a:t>
            </a:r>
            <a:r>
              <a:rPr sz="2000" spc="180" dirty="0"/>
              <a:t>分</a:t>
            </a:r>
            <a:r>
              <a:rPr sz="2000" spc="170" dirty="0">
                <a:latin typeface="Microsoft YaHei"/>
                <a:cs typeface="Microsoft YaHei"/>
              </a:rPr>
              <a:t>利</a:t>
            </a:r>
            <a:r>
              <a:rPr sz="2000" spc="170" dirty="0"/>
              <a:t>用</a:t>
            </a:r>
            <a:r>
              <a:rPr sz="2000" spc="165" dirty="0">
                <a:latin typeface="Microsoft YaHei"/>
                <a:cs typeface="Microsoft YaHei"/>
              </a:rPr>
              <a:t>自身</a:t>
            </a:r>
            <a:r>
              <a:rPr sz="2000" spc="-50" dirty="0"/>
              <a:t>光</a:t>
            </a:r>
            <a:endParaRPr sz="2000">
              <a:latin typeface="Microsoft YaHei"/>
              <a:cs typeface="Microsoft YaHe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7469" y="1969770"/>
            <a:ext cx="5130800" cy="4551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5100">
              <a:lnSpc>
                <a:spcPct val="100000"/>
              </a:lnSpc>
              <a:spcBef>
                <a:spcPts val="100"/>
              </a:spcBef>
            </a:pPr>
            <a:r>
              <a:rPr sz="2000" b="1" spc="170" dirty="0">
                <a:latin typeface="Microsoft YaHei"/>
                <a:cs typeface="Microsoft YaHei"/>
              </a:rPr>
              <a:t>合</a:t>
            </a:r>
            <a:r>
              <a:rPr sz="2000" b="1" spc="165" dirty="0">
                <a:latin typeface="Microsoft JhengHei"/>
                <a:cs typeface="Microsoft JhengHei"/>
              </a:rPr>
              <a:t>作用生产的</a:t>
            </a:r>
            <a:r>
              <a:rPr sz="2000" b="1" spc="170" dirty="0">
                <a:latin typeface="Microsoft YaHei"/>
                <a:cs typeface="Microsoft YaHei"/>
              </a:rPr>
              <a:t>氧</a:t>
            </a:r>
            <a:r>
              <a:rPr sz="2000" b="1" spc="-50" dirty="0">
                <a:latin typeface="Microsoft JhengHei"/>
                <a:cs typeface="Microsoft JhengHei"/>
              </a:rPr>
              <a:t>）</a:t>
            </a:r>
            <a:endParaRPr sz="2000" dirty="0">
              <a:latin typeface="Microsoft JhengHei"/>
              <a:cs typeface="Microsoft JhengHei"/>
            </a:endParaRPr>
          </a:p>
          <a:p>
            <a:pPr marL="12700" marR="147955" algn="just">
              <a:lnSpc>
                <a:spcPct val="100000"/>
              </a:lnSpc>
              <a:spcBef>
                <a:spcPts val="2160"/>
              </a:spcBef>
            </a:pPr>
            <a:r>
              <a:rPr sz="2800" b="1" spc="220" dirty="0">
                <a:latin typeface="Microsoft YaHei"/>
                <a:cs typeface="Microsoft YaHei"/>
              </a:rPr>
              <a:t>浮</a:t>
            </a:r>
            <a:r>
              <a:rPr sz="2800" b="1" spc="215" dirty="0">
                <a:latin typeface="Microsoft JhengHei"/>
                <a:cs typeface="Microsoft JhengHei"/>
              </a:rPr>
              <a:t>水植物：叶</a:t>
            </a:r>
            <a:r>
              <a:rPr sz="2800" b="1" spc="220" dirty="0">
                <a:latin typeface="Microsoft YaHei"/>
                <a:cs typeface="Microsoft YaHei"/>
              </a:rPr>
              <a:t>片飘浮</a:t>
            </a:r>
            <a:r>
              <a:rPr sz="2800" b="1" spc="229" dirty="0">
                <a:latin typeface="Microsoft JhengHei"/>
                <a:cs typeface="Microsoft JhengHei"/>
              </a:rPr>
              <a:t>水</a:t>
            </a:r>
            <a:r>
              <a:rPr sz="2800" b="1" spc="220" dirty="0">
                <a:latin typeface="Microsoft YaHei"/>
                <a:cs typeface="Microsoft YaHei"/>
              </a:rPr>
              <a:t>面</a:t>
            </a:r>
            <a:r>
              <a:rPr sz="2800" b="1" spc="80" dirty="0">
                <a:latin typeface="Microsoft JhengHei"/>
                <a:cs typeface="Microsoft JhengHei"/>
              </a:rPr>
              <a:t>，气</a:t>
            </a:r>
            <a:r>
              <a:rPr sz="2800" b="1" spc="220" dirty="0">
                <a:latin typeface="Microsoft YaHei"/>
                <a:cs typeface="Microsoft YaHei"/>
              </a:rPr>
              <a:t>孔</a:t>
            </a:r>
            <a:r>
              <a:rPr sz="2800" b="1" spc="215" dirty="0">
                <a:latin typeface="Microsoft JhengHei"/>
                <a:cs typeface="Microsoft JhengHei"/>
              </a:rPr>
              <a:t>分布在叶上</a:t>
            </a:r>
            <a:r>
              <a:rPr sz="2800" b="1" spc="220" dirty="0">
                <a:latin typeface="Microsoft YaHei"/>
                <a:cs typeface="Microsoft YaHei"/>
              </a:rPr>
              <a:t>面</a:t>
            </a:r>
            <a:r>
              <a:rPr sz="2800" b="1" spc="220" dirty="0">
                <a:latin typeface="Microsoft JhengHei"/>
                <a:cs typeface="Microsoft JhengHei"/>
              </a:rPr>
              <a:t>，机</a:t>
            </a:r>
            <a:r>
              <a:rPr sz="2800" b="1" spc="229" dirty="0">
                <a:latin typeface="Microsoft YaHei"/>
                <a:cs typeface="Microsoft YaHei"/>
              </a:rPr>
              <a:t>械</a:t>
            </a:r>
            <a:r>
              <a:rPr sz="2800" b="1" spc="220" dirty="0">
                <a:latin typeface="Microsoft JhengHei"/>
                <a:cs typeface="Microsoft JhengHei"/>
              </a:rPr>
              <a:t>组</a:t>
            </a:r>
            <a:r>
              <a:rPr sz="2800" b="1" spc="80" dirty="0">
                <a:latin typeface="Microsoft YaHei"/>
                <a:cs typeface="Microsoft YaHei"/>
              </a:rPr>
              <a:t>织不</a:t>
            </a:r>
            <a:r>
              <a:rPr sz="2800" b="1" spc="215" dirty="0">
                <a:latin typeface="Microsoft JhengHei"/>
                <a:cs typeface="Microsoft JhengHei"/>
              </a:rPr>
              <a:t>发达，</a:t>
            </a:r>
            <a:r>
              <a:rPr sz="2800" b="1" spc="220" dirty="0">
                <a:latin typeface="Microsoft YaHei"/>
                <a:cs typeface="Microsoft YaHei"/>
              </a:rPr>
              <a:t>不扎</a:t>
            </a:r>
            <a:r>
              <a:rPr sz="2800" b="1" spc="215" dirty="0">
                <a:latin typeface="Microsoft JhengHei"/>
                <a:cs typeface="Microsoft JhengHei"/>
              </a:rPr>
              <a:t>根</a:t>
            </a:r>
            <a:r>
              <a:rPr sz="2800" b="1" spc="220" dirty="0">
                <a:latin typeface="Microsoft JhengHei"/>
                <a:cs typeface="Microsoft JhengHei"/>
              </a:rPr>
              <a:t>（</a:t>
            </a:r>
            <a:r>
              <a:rPr sz="2800" b="1" spc="220" dirty="0">
                <a:latin typeface="Microsoft YaHei"/>
                <a:cs typeface="Microsoft YaHei"/>
              </a:rPr>
              <a:t>浮萍</a:t>
            </a:r>
            <a:r>
              <a:rPr sz="2800" b="1" spc="229" dirty="0">
                <a:latin typeface="Microsoft JhengHei"/>
                <a:cs typeface="Microsoft JhengHei"/>
              </a:rPr>
              <a:t>）</a:t>
            </a:r>
            <a:r>
              <a:rPr sz="2800" b="1" spc="215" dirty="0">
                <a:latin typeface="Microsoft YaHei"/>
                <a:cs typeface="Microsoft YaHei"/>
              </a:rPr>
              <a:t>或扎</a:t>
            </a:r>
            <a:r>
              <a:rPr sz="2800" b="1" spc="-50" dirty="0">
                <a:latin typeface="Microsoft JhengHei"/>
                <a:cs typeface="Microsoft JhengHei"/>
              </a:rPr>
              <a:t>根</a:t>
            </a:r>
            <a:endParaRPr sz="2800" dirty="0">
              <a:latin typeface="Microsoft JhengHei"/>
              <a:cs typeface="Microsoft JhengHei"/>
            </a:endParaRPr>
          </a:p>
          <a:p>
            <a:pPr marL="12700" marR="147320" algn="just">
              <a:lnSpc>
                <a:spcPts val="3360"/>
              </a:lnSpc>
              <a:spcBef>
                <a:spcPts val="100"/>
              </a:spcBef>
            </a:pPr>
            <a:r>
              <a:rPr sz="2800" b="1" spc="220" dirty="0">
                <a:latin typeface="Microsoft JhengHei"/>
                <a:cs typeface="Microsoft JhengHei"/>
              </a:rPr>
              <a:t>（</a:t>
            </a:r>
            <a:r>
              <a:rPr sz="2800" b="1" spc="220" dirty="0">
                <a:latin typeface="Microsoft YaHei"/>
                <a:cs typeface="Microsoft YaHei"/>
              </a:rPr>
              <a:t>睡莲</a:t>
            </a:r>
            <a:r>
              <a:rPr sz="2800" b="1" spc="220" dirty="0">
                <a:latin typeface="Microsoft JhengHei"/>
                <a:cs typeface="Microsoft JhengHei"/>
              </a:rPr>
              <a:t>、</a:t>
            </a:r>
            <a:r>
              <a:rPr sz="2800" b="1" spc="220" dirty="0">
                <a:latin typeface="Microsoft YaHei"/>
                <a:cs typeface="Microsoft YaHei"/>
              </a:rPr>
              <a:t>眼子菜</a:t>
            </a:r>
            <a:r>
              <a:rPr sz="2800" b="1" spc="220" dirty="0">
                <a:latin typeface="Microsoft JhengHei"/>
                <a:cs typeface="Microsoft JhengHei"/>
              </a:rPr>
              <a:t>）</a:t>
            </a:r>
            <a:r>
              <a:rPr sz="2800" b="1" spc="160" dirty="0">
                <a:latin typeface="Microsoft JhengHei"/>
                <a:cs typeface="Microsoft JhengHei"/>
              </a:rPr>
              <a:t>，植物体内</a:t>
            </a:r>
            <a:r>
              <a:rPr sz="2800" b="1" spc="220" dirty="0">
                <a:latin typeface="Microsoft YaHei"/>
                <a:cs typeface="Microsoft YaHei"/>
              </a:rPr>
              <a:t>存</a:t>
            </a:r>
            <a:r>
              <a:rPr sz="2800" b="1" spc="220" dirty="0">
                <a:latin typeface="Microsoft JhengHei"/>
                <a:cs typeface="Microsoft JhengHei"/>
              </a:rPr>
              <a:t>在大量</a:t>
            </a:r>
            <a:r>
              <a:rPr sz="2800" b="1" spc="229" dirty="0">
                <a:latin typeface="Microsoft YaHei"/>
                <a:cs typeface="Microsoft YaHei"/>
              </a:rPr>
              <a:t>通</a:t>
            </a:r>
            <a:r>
              <a:rPr sz="2800" b="1" spc="215" dirty="0">
                <a:latin typeface="Microsoft JhengHei"/>
                <a:cs typeface="Microsoft JhengHei"/>
              </a:rPr>
              <a:t>气组</a:t>
            </a:r>
            <a:r>
              <a:rPr sz="2800" b="1" spc="229" dirty="0">
                <a:latin typeface="Microsoft YaHei"/>
                <a:cs typeface="Microsoft YaHei"/>
              </a:rPr>
              <a:t>织</a:t>
            </a:r>
            <a:r>
              <a:rPr sz="2800" b="1" spc="220" dirty="0">
                <a:latin typeface="Microsoft JhengHei"/>
                <a:cs typeface="Microsoft JhengHei"/>
              </a:rPr>
              <a:t>，</a:t>
            </a:r>
            <a:r>
              <a:rPr sz="2800" b="1" spc="229" dirty="0">
                <a:latin typeface="Microsoft YaHei"/>
                <a:cs typeface="Microsoft YaHei"/>
              </a:rPr>
              <a:t>使</a:t>
            </a:r>
            <a:r>
              <a:rPr sz="2800" b="1" spc="125" dirty="0">
                <a:latin typeface="Microsoft JhengHei"/>
                <a:cs typeface="Microsoft JhengHei"/>
              </a:rPr>
              <a:t>植物体</a:t>
            </a:r>
            <a:r>
              <a:rPr sz="2800" b="1" spc="220" dirty="0">
                <a:latin typeface="Microsoft YaHei"/>
                <a:cs typeface="Microsoft YaHei"/>
              </a:rPr>
              <a:t>重</a:t>
            </a:r>
            <a:r>
              <a:rPr sz="2800" b="1" spc="220" dirty="0">
                <a:latin typeface="Microsoft JhengHei"/>
                <a:cs typeface="Microsoft JhengHei"/>
              </a:rPr>
              <a:t>减</a:t>
            </a:r>
            <a:r>
              <a:rPr sz="2800" b="1" spc="229" dirty="0">
                <a:latin typeface="Microsoft YaHei"/>
                <a:cs typeface="Microsoft YaHei"/>
              </a:rPr>
              <a:t>轻</a:t>
            </a:r>
            <a:r>
              <a:rPr sz="2800" b="1" spc="220" dirty="0">
                <a:latin typeface="Microsoft JhengHei"/>
                <a:cs typeface="Microsoft JhengHei"/>
              </a:rPr>
              <a:t>，</a:t>
            </a:r>
            <a:r>
              <a:rPr sz="2800" b="1" spc="220" dirty="0">
                <a:latin typeface="Microsoft YaHei"/>
                <a:cs typeface="Microsoft YaHei"/>
              </a:rPr>
              <a:t>增加</a:t>
            </a:r>
            <a:r>
              <a:rPr sz="2800" b="1" spc="220" dirty="0">
                <a:latin typeface="Microsoft JhengHei"/>
                <a:cs typeface="Microsoft JhengHei"/>
              </a:rPr>
              <a:t>了</a:t>
            </a:r>
            <a:r>
              <a:rPr sz="2800" b="1" spc="220" dirty="0">
                <a:latin typeface="Microsoft YaHei"/>
                <a:cs typeface="Microsoft YaHei"/>
              </a:rPr>
              <a:t>漂浮</a:t>
            </a:r>
            <a:r>
              <a:rPr sz="2800" b="1" spc="130" dirty="0">
                <a:latin typeface="Microsoft JhengHei"/>
                <a:cs typeface="Microsoft JhengHei"/>
              </a:rPr>
              <a:t>能力。</a:t>
            </a:r>
            <a:endParaRPr sz="2800" dirty="0">
              <a:latin typeface="Microsoft JhengHei"/>
              <a:cs typeface="Microsoft JhengHei"/>
            </a:endParaRPr>
          </a:p>
          <a:p>
            <a:pPr marL="317500" marR="993775">
              <a:lnSpc>
                <a:spcPct val="100000"/>
              </a:lnSpc>
              <a:spcBef>
                <a:spcPts val="1340"/>
              </a:spcBef>
            </a:pPr>
            <a:r>
              <a:rPr sz="2800" b="1" spc="220" dirty="0">
                <a:latin typeface="Microsoft YaHei"/>
                <a:cs typeface="Microsoft YaHei"/>
              </a:rPr>
              <a:t>挺</a:t>
            </a:r>
            <a:r>
              <a:rPr sz="2800" b="1" spc="185" dirty="0">
                <a:latin typeface="Microsoft JhengHei"/>
                <a:cs typeface="Microsoft JhengHei"/>
              </a:rPr>
              <a:t>水植物：植物体大部</a:t>
            </a:r>
            <a:r>
              <a:rPr sz="2800" b="1" spc="220" dirty="0">
                <a:latin typeface="Microsoft JhengHei"/>
                <a:cs typeface="Microsoft JhengHei"/>
              </a:rPr>
              <a:t>分</a:t>
            </a:r>
            <a:r>
              <a:rPr sz="2800" b="1" spc="220" dirty="0">
                <a:latin typeface="Microsoft YaHei"/>
                <a:cs typeface="Microsoft YaHei"/>
              </a:rPr>
              <a:t>挺出</a:t>
            </a:r>
            <a:r>
              <a:rPr sz="2800" b="1" spc="229" dirty="0">
                <a:latin typeface="Microsoft JhengHei"/>
                <a:cs typeface="Microsoft JhengHei"/>
              </a:rPr>
              <a:t>水</a:t>
            </a:r>
            <a:r>
              <a:rPr sz="2800" b="1" spc="220" dirty="0">
                <a:latin typeface="Microsoft YaHei"/>
                <a:cs typeface="Microsoft YaHei"/>
              </a:rPr>
              <a:t>面</a:t>
            </a:r>
            <a:r>
              <a:rPr sz="2800" b="1" spc="220" dirty="0">
                <a:latin typeface="Microsoft JhengHei"/>
                <a:cs typeface="Microsoft JhengHei"/>
              </a:rPr>
              <a:t>，</a:t>
            </a:r>
            <a:r>
              <a:rPr sz="2800" b="1" spc="220" dirty="0">
                <a:latin typeface="Microsoft YaHei"/>
                <a:cs typeface="Microsoft YaHei"/>
              </a:rPr>
              <a:t>如芦苇</a:t>
            </a:r>
            <a:r>
              <a:rPr sz="2800" b="1" spc="-50" dirty="0">
                <a:latin typeface="Microsoft JhengHei"/>
                <a:cs typeface="Microsoft JhengHei"/>
              </a:rPr>
              <a:t>等</a:t>
            </a:r>
            <a:endParaRPr sz="2800" dirty="0">
              <a:latin typeface="Microsoft JhengHei"/>
              <a:cs typeface="Microsoft JhengHei"/>
            </a:endParaRPr>
          </a:p>
          <a:p>
            <a:pPr marR="5080" algn="r">
              <a:lnSpc>
                <a:spcPts val="2760"/>
              </a:lnSpc>
              <a:tabLst>
                <a:tab pos="456565" algn="l"/>
              </a:tabLst>
            </a:pPr>
            <a:r>
              <a:rPr sz="2400" spc="-50" dirty="0">
                <a:latin typeface="SimSun"/>
                <a:cs typeface="SimSun"/>
              </a:rPr>
              <a:t>泽</a:t>
            </a:r>
            <a:r>
              <a:rPr sz="2400" dirty="0">
                <a:latin typeface="SimSun"/>
                <a:cs typeface="SimSun"/>
              </a:rPr>
              <a:t>	</a:t>
            </a:r>
            <a:r>
              <a:rPr sz="2400" spc="-50" dirty="0">
                <a:latin typeface="SimSun"/>
                <a:cs typeface="SimSun"/>
              </a:rPr>
              <a:t>泻</a:t>
            </a:r>
            <a:endParaRPr sz="2400" dirty="0">
              <a:latin typeface="SimSun"/>
              <a:cs typeface="SimSun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562600" y="2209800"/>
            <a:ext cx="3200400" cy="203327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791200" y="0"/>
            <a:ext cx="3200400" cy="2080260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8535669" y="491490"/>
            <a:ext cx="279400" cy="1244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000" b="1" spc="-50" dirty="0">
                <a:solidFill>
                  <a:srgbClr val="FFFF00"/>
                </a:solidFill>
                <a:latin typeface="Microsoft JhengHei"/>
                <a:cs typeface="Microsoft JhengHei"/>
              </a:rPr>
              <a:t>黄花狸藻</a:t>
            </a:r>
            <a:endParaRPr sz="2000">
              <a:latin typeface="Microsoft JhengHei"/>
              <a:cs typeface="Microsoft JhengHe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72440" y="367029"/>
            <a:ext cx="269684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17525" algn="l"/>
              </a:tabLst>
            </a:pPr>
            <a:r>
              <a:rPr sz="3200" spc="-50" dirty="0">
                <a:latin typeface="Times New Roman"/>
                <a:cs typeface="Times New Roman"/>
              </a:rPr>
              <a:t>4</a:t>
            </a:r>
            <a:r>
              <a:rPr sz="3200" dirty="0">
                <a:latin typeface="Times New Roman"/>
                <a:cs typeface="Times New Roman"/>
              </a:rPr>
              <a:t>	</a:t>
            </a:r>
            <a:r>
              <a:rPr sz="3200" spc="195" dirty="0"/>
              <a:t>植物生产力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72440" y="1076959"/>
            <a:ext cx="7838440" cy="47358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800" spc="-20" dirty="0">
                <a:latin typeface="SimSun"/>
                <a:cs typeface="SimSun"/>
              </a:rPr>
              <a:t>植物生产力和降雨量密切相关。因为水既是植物细胞的组成要素，又是光合作用的底物。在干燥地区</a:t>
            </a:r>
            <a:endParaRPr sz="2800">
              <a:latin typeface="SimSun"/>
              <a:cs typeface="SimSun"/>
            </a:endParaRPr>
          </a:p>
          <a:p>
            <a:pPr marL="12700" marR="5080" algn="just">
              <a:lnSpc>
                <a:spcPct val="100000"/>
              </a:lnSpc>
            </a:pPr>
            <a:r>
              <a:rPr sz="2800" spc="-20" dirty="0">
                <a:latin typeface="SimSun"/>
                <a:cs typeface="SimSun"/>
              </a:rPr>
              <a:t>，初级生产力随降雨量的增加有近似的直线增长。而在比较潮湿的森林气候中，生产力上升到平稳阶段后不再升高。</a:t>
            </a:r>
            <a:endParaRPr sz="2800">
              <a:latin typeface="SimSun"/>
              <a:cs typeface="SimSun"/>
            </a:endParaRPr>
          </a:p>
          <a:p>
            <a:pPr marL="12700">
              <a:lnSpc>
                <a:spcPts val="3354"/>
              </a:lnSpc>
              <a:spcBef>
                <a:spcPts val="1750"/>
              </a:spcBef>
            </a:pPr>
            <a:r>
              <a:rPr sz="2800" b="1" spc="229" dirty="0">
                <a:latin typeface="Microsoft JhengHei"/>
                <a:cs typeface="Microsoft JhengHei"/>
              </a:rPr>
              <a:t>一</a:t>
            </a:r>
            <a:r>
              <a:rPr sz="2800" b="1" spc="220" dirty="0">
                <a:latin typeface="Microsoft YaHei"/>
                <a:cs typeface="Microsoft YaHei"/>
              </a:rPr>
              <a:t>般</a:t>
            </a:r>
            <a:r>
              <a:rPr sz="2800" b="1" spc="220" dirty="0">
                <a:latin typeface="Microsoft JhengHei"/>
                <a:cs typeface="Microsoft JhengHei"/>
              </a:rPr>
              <a:t>来</a:t>
            </a:r>
            <a:r>
              <a:rPr sz="2800" b="1" spc="229" dirty="0">
                <a:latin typeface="Microsoft YaHei"/>
                <a:cs typeface="Microsoft YaHei"/>
              </a:rPr>
              <a:t>说</a:t>
            </a:r>
            <a:r>
              <a:rPr sz="2800" b="1" spc="220" dirty="0">
                <a:latin typeface="Microsoft JhengHei"/>
                <a:cs typeface="Microsoft JhengHei"/>
              </a:rPr>
              <a:t>，植物</a:t>
            </a:r>
            <a:r>
              <a:rPr sz="2800" b="1" spc="220" dirty="0">
                <a:latin typeface="Microsoft YaHei"/>
                <a:cs typeface="Microsoft YaHei"/>
              </a:rPr>
              <a:t>每</a:t>
            </a:r>
            <a:r>
              <a:rPr sz="2800" b="1" spc="135" dirty="0">
                <a:latin typeface="Microsoft JhengHei"/>
                <a:cs typeface="Microsoft JhengHei"/>
              </a:rPr>
              <a:t>生产 </a:t>
            </a:r>
            <a:r>
              <a:rPr sz="2800" b="1" dirty="0">
                <a:latin typeface="Times New Roman"/>
                <a:cs typeface="Times New Roman"/>
              </a:rPr>
              <a:t>1</a:t>
            </a:r>
            <a:r>
              <a:rPr sz="2800" b="1" spc="-25" dirty="0">
                <a:latin typeface="Times New Roman"/>
                <a:cs typeface="Times New Roman"/>
              </a:rPr>
              <a:t> </a:t>
            </a:r>
            <a:r>
              <a:rPr sz="2800" b="1" spc="220" dirty="0">
                <a:latin typeface="Microsoft YaHei"/>
                <a:cs typeface="Microsoft YaHei"/>
              </a:rPr>
              <a:t>克</a:t>
            </a:r>
            <a:r>
              <a:rPr sz="2800" b="1" spc="175" dirty="0">
                <a:latin typeface="Microsoft JhengHei"/>
                <a:cs typeface="Microsoft JhengHei"/>
              </a:rPr>
              <a:t>干物质，需 </a:t>
            </a:r>
            <a:r>
              <a:rPr sz="2800" b="1" spc="-10" dirty="0">
                <a:latin typeface="Times New Roman"/>
                <a:cs typeface="Times New Roman"/>
              </a:rPr>
              <a:t>300-</a:t>
            </a:r>
            <a:r>
              <a:rPr sz="2800" b="1" spc="-25" dirty="0">
                <a:latin typeface="Times New Roman"/>
                <a:cs typeface="Times New Roman"/>
              </a:rPr>
              <a:t>600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ts val="3354"/>
              </a:lnSpc>
            </a:pPr>
            <a:r>
              <a:rPr sz="2800" b="1" spc="229" dirty="0">
                <a:latin typeface="Microsoft YaHei"/>
                <a:cs typeface="Microsoft YaHei"/>
              </a:rPr>
              <a:t>克</a:t>
            </a:r>
            <a:r>
              <a:rPr sz="2800" b="1" spc="215" dirty="0">
                <a:latin typeface="Microsoft JhengHei"/>
                <a:cs typeface="Microsoft JhengHei"/>
              </a:rPr>
              <a:t>水，</a:t>
            </a:r>
            <a:r>
              <a:rPr sz="2800" b="1" spc="220" dirty="0">
                <a:latin typeface="Microsoft YaHei"/>
                <a:cs typeface="Microsoft YaHei"/>
              </a:rPr>
              <a:t>但不同</a:t>
            </a:r>
            <a:r>
              <a:rPr sz="2800" b="1" spc="215" dirty="0">
                <a:latin typeface="Microsoft JhengHei"/>
                <a:cs typeface="Microsoft JhengHei"/>
              </a:rPr>
              <a:t>植物</a:t>
            </a:r>
            <a:r>
              <a:rPr sz="2800" b="1" spc="220" dirty="0">
                <a:latin typeface="Microsoft YaHei"/>
                <a:cs typeface="Microsoft YaHei"/>
              </a:rPr>
              <a:t>类型</a:t>
            </a:r>
            <a:r>
              <a:rPr sz="2800" b="1" spc="220" dirty="0">
                <a:latin typeface="Microsoft JhengHei"/>
                <a:cs typeface="Microsoft JhengHei"/>
              </a:rPr>
              <a:t>需水量</a:t>
            </a:r>
            <a:r>
              <a:rPr sz="2800" b="1" spc="220" dirty="0">
                <a:latin typeface="Microsoft YaHei"/>
                <a:cs typeface="Microsoft YaHei"/>
              </a:rPr>
              <a:t>不同</a:t>
            </a:r>
            <a:r>
              <a:rPr sz="2800" b="1" spc="85" dirty="0">
                <a:latin typeface="Microsoft JhengHei"/>
                <a:cs typeface="Microsoft JhengHei"/>
              </a:rPr>
              <a:t>， </a:t>
            </a:r>
            <a:r>
              <a:rPr sz="2800" b="1" dirty="0">
                <a:latin typeface="Times New Roman"/>
                <a:cs typeface="Times New Roman"/>
              </a:rPr>
              <a:t>C4</a:t>
            </a:r>
            <a:r>
              <a:rPr sz="2800" b="1" spc="-50" dirty="0">
                <a:latin typeface="Times New Roman"/>
                <a:cs typeface="Times New Roman"/>
              </a:rPr>
              <a:t> </a:t>
            </a:r>
            <a:r>
              <a:rPr sz="2800" b="1" spc="80" dirty="0">
                <a:latin typeface="Microsoft JhengHei"/>
                <a:cs typeface="Microsoft JhengHei"/>
              </a:rPr>
              <a:t>植物</a:t>
            </a:r>
            <a:endParaRPr sz="2800">
              <a:latin typeface="Microsoft JhengHei"/>
              <a:cs typeface="Microsoft JhengHei"/>
            </a:endParaRPr>
          </a:p>
          <a:p>
            <a:pPr marL="12700" marR="330200">
              <a:lnSpc>
                <a:spcPct val="100000"/>
              </a:lnSpc>
            </a:pPr>
            <a:r>
              <a:rPr sz="2800" b="1" spc="229" dirty="0">
                <a:latin typeface="Microsoft JhengHei"/>
                <a:cs typeface="Microsoft JhengHei"/>
              </a:rPr>
              <a:t>（</a:t>
            </a:r>
            <a:r>
              <a:rPr sz="2800" b="1" spc="220" dirty="0">
                <a:latin typeface="Microsoft YaHei"/>
                <a:cs typeface="Microsoft YaHei"/>
              </a:rPr>
              <a:t>如</a:t>
            </a:r>
            <a:r>
              <a:rPr sz="2800" b="1" spc="220" dirty="0">
                <a:latin typeface="Microsoft JhengHei"/>
                <a:cs typeface="Microsoft JhengHei"/>
              </a:rPr>
              <a:t>玉米、</a:t>
            </a:r>
            <a:r>
              <a:rPr sz="2800" b="1" spc="220" dirty="0">
                <a:latin typeface="Microsoft YaHei"/>
                <a:cs typeface="Microsoft YaHei"/>
              </a:rPr>
              <a:t>狗尾草</a:t>
            </a:r>
            <a:r>
              <a:rPr sz="2800" b="1" spc="225" dirty="0">
                <a:latin typeface="Microsoft JhengHei"/>
                <a:cs typeface="Microsoft JhengHei"/>
              </a:rPr>
              <a:t>）</a:t>
            </a:r>
            <a:r>
              <a:rPr sz="2800" b="1" dirty="0">
                <a:latin typeface="Microsoft JhengHei"/>
                <a:cs typeface="Microsoft JhengHei"/>
              </a:rPr>
              <a:t>比 </a:t>
            </a:r>
            <a:r>
              <a:rPr sz="2800" b="1" dirty="0">
                <a:latin typeface="Times New Roman"/>
                <a:cs typeface="Times New Roman"/>
              </a:rPr>
              <a:t>C3</a:t>
            </a:r>
            <a:r>
              <a:rPr sz="2800" b="1" spc="-85" dirty="0">
                <a:latin typeface="Times New Roman"/>
                <a:cs typeface="Times New Roman"/>
              </a:rPr>
              <a:t> </a:t>
            </a:r>
            <a:r>
              <a:rPr sz="2800" b="1" spc="220" dirty="0">
                <a:latin typeface="Microsoft JhengHei"/>
                <a:cs typeface="Microsoft JhengHei"/>
              </a:rPr>
              <a:t>植物（</a:t>
            </a:r>
            <a:r>
              <a:rPr sz="2800" b="1" spc="220" dirty="0">
                <a:latin typeface="Microsoft YaHei"/>
                <a:cs typeface="Microsoft YaHei"/>
              </a:rPr>
              <a:t>如小麦</a:t>
            </a:r>
            <a:r>
              <a:rPr sz="2800" b="1" spc="220" dirty="0">
                <a:latin typeface="Microsoft JhengHei"/>
                <a:cs typeface="Microsoft JhengHei"/>
              </a:rPr>
              <a:t>、</a:t>
            </a:r>
            <a:r>
              <a:rPr sz="2800" b="1" spc="-50" dirty="0">
                <a:latin typeface="Microsoft YaHei"/>
                <a:cs typeface="Microsoft YaHei"/>
              </a:rPr>
              <a:t>油</a:t>
            </a:r>
            <a:r>
              <a:rPr sz="2800" b="1" spc="229" dirty="0">
                <a:latin typeface="Microsoft YaHei"/>
                <a:cs typeface="Microsoft YaHei"/>
              </a:rPr>
              <a:t>菜</a:t>
            </a:r>
            <a:r>
              <a:rPr sz="2800" b="1" spc="215" dirty="0">
                <a:latin typeface="Microsoft JhengHei"/>
                <a:cs typeface="Microsoft JhengHei"/>
              </a:rPr>
              <a:t>）</a:t>
            </a:r>
            <a:r>
              <a:rPr sz="2800" b="1" spc="220" dirty="0">
                <a:latin typeface="Microsoft JhengHei"/>
                <a:cs typeface="Microsoft JhengHei"/>
              </a:rPr>
              <a:t>需水量少</a:t>
            </a:r>
            <a:r>
              <a:rPr sz="2800" spc="-50" dirty="0">
                <a:latin typeface="SimSun"/>
                <a:cs typeface="SimSun"/>
              </a:rPr>
              <a:t>。</a:t>
            </a:r>
            <a:endParaRPr sz="280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1750"/>
              </a:spcBef>
            </a:pPr>
            <a:r>
              <a:rPr sz="2800" b="1" spc="229" dirty="0">
                <a:latin typeface="Microsoft JhengHei"/>
                <a:cs typeface="Microsoft JhengHei"/>
              </a:rPr>
              <a:t>干</a:t>
            </a:r>
            <a:r>
              <a:rPr sz="2800" b="1" spc="220" dirty="0">
                <a:latin typeface="Microsoft YaHei"/>
                <a:cs typeface="Microsoft YaHei"/>
              </a:rPr>
              <a:t>旱</a:t>
            </a:r>
            <a:r>
              <a:rPr sz="2800" b="1" spc="220" dirty="0">
                <a:latin typeface="Microsoft JhengHei"/>
                <a:cs typeface="Microsoft JhengHei"/>
              </a:rPr>
              <a:t>是</a:t>
            </a:r>
            <a:r>
              <a:rPr sz="2800" b="1" spc="229" dirty="0">
                <a:latin typeface="Microsoft YaHei"/>
                <a:cs typeface="Microsoft YaHei"/>
              </a:rPr>
              <a:t>造</a:t>
            </a:r>
            <a:r>
              <a:rPr sz="2800" b="1" spc="220" dirty="0">
                <a:latin typeface="Microsoft JhengHei"/>
                <a:cs typeface="Microsoft JhengHei"/>
              </a:rPr>
              <a:t>成</a:t>
            </a:r>
            <a:r>
              <a:rPr sz="2800" b="1" spc="229" dirty="0">
                <a:latin typeface="Microsoft YaHei"/>
                <a:cs typeface="Microsoft YaHei"/>
              </a:rPr>
              <a:t>低</a:t>
            </a:r>
            <a:r>
              <a:rPr sz="2800" b="1" spc="215" dirty="0">
                <a:latin typeface="Microsoft JhengHei"/>
                <a:cs typeface="Microsoft JhengHei"/>
              </a:rPr>
              <a:t>生产力的关</a:t>
            </a:r>
            <a:r>
              <a:rPr sz="2800" b="1" spc="220" dirty="0">
                <a:latin typeface="Microsoft YaHei"/>
                <a:cs typeface="Microsoft YaHei"/>
              </a:rPr>
              <a:t>键</a:t>
            </a:r>
            <a:r>
              <a:rPr sz="2800" b="1" spc="220" dirty="0">
                <a:latin typeface="Microsoft JhengHei"/>
                <a:cs typeface="Microsoft JhengHei"/>
              </a:rPr>
              <a:t>因素</a:t>
            </a:r>
            <a:r>
              <a:rPr sz="2800" spc="-50" dirty="0">
                <a:latin typeface="SimSun"/>
                <a:cs typeface="SimSun"/>
              </a:rPr>
              <a:t>。</a:t>
            </a:r>
            <a:endParaRPr sz="2800">
              <a:latin typeface="SimSun"/>
              <a:cs typeface="SimSu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0869" y="948690"/>
            <a:ext cx="378206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22630" algn="l"/>
              </a:tabLst>
            </a:pPr>
            <a:r>
              <a:rPr sz="3200" spc="-50" dirty="0">
                <a:latin typeface="Microsoft YaHei"/>
                <a:cs typeface="Microsoft YaHei"/>
              </a:rPr>
              <a:t>四</a:t>
            </a:r>
            <a:r>
              <a:rPr sz="3200" dirty="0">
                <a:latin typeface="Microsoft YaHei"/>
                <a:cs typeface="Microsoft YaHei"/>
              </a:rPr>
              <a:t>	</a:t>
            </a:r>
            <a:r>
              <a:rPr sz="3200" spc="265" dirty="0"/>
              <a:t>动物</a:t>
            </a:r>
            <a:r>
              <a:rPr sz="3200" spc="254" dirty="0"/>
              <a:t>与</a:t>
            </a:r>
            <a:r>
              <a:rPr sz="3200" spc="265" dirty="0"/>
              <a:t>水的关</a:t>
            </a:r>
            <a:r>
              <a:rPr sz="3200" spc="-50" dirty="0"/>
              <a:t>系</a:t>
            </a:r>
            <a:endParaRPr sz="3200">
              <a:latin typeface="Microsoft YaHei"/>
              <a:cs typeface="Microsoft YaHe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0869" y="2214879"/>
            <a:ext cx="7313930" cy="3455670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12700" marR="5715" indent="185420">
              <a:lnSpc>
                <a:spcPts val="3350"/>
              </a:lnSpc>
              <a:spcBef>
                <a:spcPts val="219"/>
              </a:spcBef>
            </a:pPr>
            <a:r>
              <a:rPr sz="2800" spc="-20" dirty="0">
                <a:latin typeface="SimSun"/>
                <a:cs typeface="SimSun"/>
              </a:rPr>
              <a:t>动物与植物一样，必须保持体内的水平衡才能维持生存。</a:t>
            </a:r>
            <a:endParaRPr sz="280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1639"/>
              </a:spcBef>
              <a:tabLst>
                <a:tab pos="4670425" algn="l"/>
                <a:tab pos="5651500" algn="l"/>
              </a:tabLst>
            </a:pPr>
            <a:r>
              <a:rPr sz="2800" spc="-15" dirty="0">
                <a:latin typeface="SimSun"/>
                <a:cs typeface="SimSun"/>
              </a:rPr>
              <a:t>水</a:t>
            </a:r>
            <a:r>
              <a:rPr sz="2800" dirty="0">
                <a:latin typeface="SimSun"/>
                <a:cs typeface="SimSun"/>
              </a:rPr>
              <a:t>生</a:t>
            </a:r>
            <a:r>
              <a:rPr sz="2800" spc="-15" dirty="0">
                <a:latin typeface="SimSun"/>
                <a:cs typeface="SimSun"/>
              </a:rPr>
              <a:t>动</a:t>
            </a:r>
            <a:r>
              <a:rPr sz="2800" dirty="0">
                <a:latin typeface="SimSun"/>
                <a:cs typeface="SimSun"/>
              </a:rPr>
              <a:t>物保</a:t>
            </a:r>
            <a:r>
              <a:rPr sz="2800" spc="-15" dirty="0">
                <a:latin typeface="SimSun"/>
                <a:cs typeface="SimSun"/>
              </a:rPr>
              <a:t>持</a:t>
            </a:r>
            <a:r>
              <a:rPr sz="2800" dirty="0">
                <a:latin typeface="SimSun"/>
                <a:cs typeface="SimSun"/>
              </a:rPr>
              <a:t>体</a:t>
            </a:r>
            <a:r>
              <a:rPr sz="2800" spc="-15" dirty="0">
                <a:latin typeface="SimSun"/>
                <a:cs typeface="SimSun"/>
              </a:rPr>
              <a:t>内</a:t>
            </a:r>
            <a:r>
              <a:rPr sz="2800" dirty="0">
                <a:latin typeface="SimSun"/>
                <a:cs typeface="SimSun"/>
              </a:rPr>
              <a:t>的水</a:t>
            </a:r>
            <a:r>
              <a:rPr sz="2800" spc="-15" dirty="0">
                <a:latin typeface="SimSun"/>
                <a:cs typeface="SimSun"/>
              </a:rPr>
              <a:t>平</a:t>
            </a:r>
            <a:r>
              <a:rPr sz="2800" dirty="0">
                <a:latin typeface="SimSun"/>
                <a:cs typeface="SimSun"/>
              </a:rPr>
              <a:t>衡</a:t>
            </a:r>
            <a:r>
              <a:rPr sz="2800" spc="-725" dirty="0">
                <a:latin typeface="SimSun"/>
                <a:cs typeface="SimSun"/>
              </a:rPr>
              <a:t> </a:t>
            </a:r>
            <a:r>
              <a:rPr sz="2800" spc="-50" dirty="0">
                <a:latin typeface="Times New Roman"/>
                <a:cs typeface="Times New Roman"/>
              </a:rPr>
              <a:t>(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10" dirty="0">
                <a:latin typeface="Times New Roman"/>
                <a:cs typeface="Times New Roman"/>
              </a:rPr>
              <a:t>water</a:t>
            </a:r>
            <a:r>
              <a:rPr sz="2800" dirty="0">
                <a:latin typeface="Times New Roman"/>
                <a:cs typeface="Times New Roman"/>
              </a:rPr>
              <a:t>	balance)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50" dirty="0">
                <a:latin typeface="SimSun"/>
                <a:cs typeface="SimSun"/>
              </a:rPr>
              <a:t>是</a:t>
            </a:r>
            <a:endParaRPr sz="280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</a:pPr>
            <a:r>
              <a:rPr sz="2800" spc="-20" dirty="0">
                <a:latin typeface="SimSun"/>
                <a:cs typeface="SimSun"/>
              </a:rPr>
              <a:t>依赖于水的渗透调节作用。</a:t>
            </a:r>
            <a:endParaRPr sz="280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1750"/>
              </a:spcBef>
            </a:pPr>
            <a:r>
              <a:rPr sz="2800" spc="-20" dirty="0">
                <a:latin typeface="SimSun"/>
                <a:cs typeface="SimSun"/>
              </a:rPr>
              <a:t>陆生动物则依靠水分的摄入与排出的动态平衡</a:t>
            </a:r>
            <a:endParaRPr sz="2800">
              <a:latin typeface="SimSun"/>
              <a:cs typeface="SimSun"/>
            </a:endParaRPr>
          </a:p>
          <a:p>
            <a:pPr marL="12700" marR="191770">
              <a:lnSpc>
                <a:spcPct val="100000"/>
              </a:lnSpc>
            </a:pPr>
            <a:r>
              <a:rPr sz="2800" spc="-20" dirty="0">
                <a:latin typeface="SimSun"/>
                <a:cs typeface="SimSun"/>
              </a:rPr>
              <a:t>，从而形成了生理的、组织形态的及行为上的</a:t>
            </a:r>
            <a:r>
              <a:rPr sz="2800" spc="-25" dirty="0">
                <a:latin typeface="SimSun"/>
                <a:cs typeface="SimSun"/>
              </a:rPr>
              <a:t>适应。</a:t>
            </a:r>
            <a:endParaRPr sz="2800">
              <a:latin typeface="SimSun"/>
              <a:cs typeface="SimSu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617219" y="434340"/>
            <a:ext cx="7678420" cy="3881120"/>
          </a:xfrm>
          <a:prstGeom prst="rect">
            <a:avLst/>
          </a:prstGeom>
        </p:spPr>
        <p:txBody>
          <a:bodyPr vert="horz" wrap="square" lIns="0" tIns="2336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40"/>
              </a:spcBef>
              <a:tabLst>
                <a:tab pos="897255" algn="l"/>
              </a:tabLst>
            </a:pPr>
            <a:r>
              <a:rPr sz="2800" b="1" spc="-50" dirty="0">
                <a:latin typeface="Microsoft YaHei"/>
                <a:cs typeface="Microsoft YaHei"/>
              </a:rPr>
              <a:t>㈠</a:t>
            </a:r>
            <a:r>
              <a:rPr sz="2800" b="1" dirty="0">
                <a:latin typeface="Microsoft YaHei"/>
                <a:cs typeface="Microsoft YaHei"/>
              </a:rPr>
              <a:t>	</a:t>
            </a:r>
            <a:r>
              <a:rPr sz="2800" b="1" spc="215" dirty="0">
                <a:latin typeface="Microsoft JhengHei"/>
                <a:cs typeface="Microsoft JhengHei"/>
              </a:rPr>
              <a:t>水</a:t>
            </a:r>
            <a:r>
              <a:rPr sz="2800" b="1" spc="225" dirty="0">
                <a:latin typeface="Microsoft JhengHei"/>
                <a:cs typeface="Microsoft JhengHei"/>
              </a:rPr>
              <a:t>生</a:t>
            </a:r>
            <a:r>
              <a:rPr sz="2800" b="1" spc="215" dirty="0">
                <a:latin typeface="Microsoft JhengHei"/>
                <a:cs typeface="Microsoft JhengHei"/>
              </a:rPr>
              <a:t>动</a:t>
            </a:r>
            <a:r>
              <a:rPr sz="2800" b="1" spc="225" dirty="0">
                <a:latin typeface="Microsoft JhengHei"/>
                <a:cs typeface="Microsoft JhengHei"/>
              </a:rPr>
              <a:t>物</a:t>
            </a:r>
            <a:r>
              <a:rPr sz="2800" b="1" spc="229" dirty="0">
                <a:latin typeface="Microsoft JhengHei"/>
                <a:cs typeface="Microsoft JhengHei"/>
              </a:rPr>
              <a:t>的</a:t>
            </a:r>
            <a:r>
              <a:rPr sz="2800" b="1" spc="215" dirty="0">
                <a:latin typeface="Microsoft YaHei"/>
                <a:cs typeface="Microsoft YaHei"/>
              </a:rPr>
              <a:t>渗</a:t>
            </a:r>
            <a:r>
              <a:rPr sz="2800" b="1" spc="225" dirty="0">
                <a:latin typeface="Microsoft YaHei"/>
                <a:cs typeface="Microsoft YaHei"/>
              </a:rPr>
              <a:t>透</a:t>
            </a:r>
            <a:r>
              <a:rPr sz="2800" b="1" spc="215" dirty="0">
                <a:latin typeface="Microsoft YaHei"/>
                <a:cs typeface="Microsoft YaHei"/>
              </a:rPr>
              <a:t>压</a:t>
            </a:r>
            <a:r>
              <a:rPr sz="2800" b="1" spc="235" dirty="0">
                <a:latin typeface="Microsoft YaHei"/>
                <a:cs typeface="Microsoft YaHei"/>
              </a:rPr>
              <a:t>调</a:t>
            </a:r>
            <a:r>
              <a:rPr sz="2800" b="1" spc="-50" dirty="0">
                <a:latin typeface="Microsoft JhengHei"/>
                <a:cs typeface="Microsoft JhengHei"/>
              </a:rPr>
              <a:t>节</a:t>
            </a:r>
            <a:endParaRPr sz="2800">
              <a:latin typeface="Microsoft JhengHei"/>
              <a:cs typeface="Microsoft JhengHei"/>
            </a:endParaRPr>
          </a:p>
          <a:p>
            <a:pPr marL="12700" marR="5080">
              <a:lnSpc>
                <a:spcPct val="100000"/>
              </a:lnSpc>
              <a:spcBef>
                <a:spcPts val="1740"/>
              </a:spcBef>
            </a:pPr>
            <a:r>
              <a:rPr sz="2800" b="1" spc="215" dirty="0">
                <a:latin typeface="Microsoft JhengHei"/>
                <a:cs typeface="Microsoft JhengHei"/>
              </a:rPr>
              <a:t>水生动物，</a:t>
            </a:r>
            <a:r>
              <a:rPr sz="2800" b="1" spc="220" dirty="0">
                <a:latin typeface="Microsoft YaHei"/>
                <a:cs typeface="Microsoft YaHei"/>
              </a:rPr>
              <a:t>当他们</a:t>
            </a:r>
            <a:r>
              <a:rPr sz="2800" b="1" spc="220" dirty="0">
                <a:latin typeface="Microsoft JhengHei"/>
                <a:cs typeface="Microsoft JhengHei"/>
              </a:rPr>
              <a:t>体液溶质</a:t>
            </a:r>
            <a:r>
              <a:rPr sz="2800" b="1" spc="220" dirty="0">
                <a:latin typeface="Microsoft YaHei"/>
                <a:cs typeface="Microsoft YaHei"/>
              </a:rPr>
              <a:t>浓</a:t>
            </a:r>
            <a:r>
              <a:rPr sz="2800" b="1" spc="220" dirty="0">
                <a:latin typeface="Microsoft JhengHei"/>
                <a:cs typeface="Microsoft JhengHei"/>
              </a:rPr>
              <a:t>度</a:t>
            </a:r>
            <a:r>
              <a:rPr sz="2800" b="1" spc="229" dirty="0">
                <a:latin typeface="Microsoft YaHei"/>
                <a:cs typeface="Microsoft YaHei"/>
              </a:rPr>
              <a:t>高</a:t>
            </a:r>
            <a:r>
              <a:rPr sz="2800" b="1" spc="160" dirty="0">
                <a:latin typeface="Microsoft JhengHei"/>
                <a:cs typeface="Microsoft JhengHei"/>
              </a:rPr>
              <a:t>于环境中的</a:t>
            </a:r>
            <a:r>
              <a:rPr sz="2800" b="1" spc="220" dirty="0">
                <a:latin typeface="Microsoft JhengHei"/>
                <a:cs typeface="Microsoft JhengHei"/>
              </a:rPr>
              <a:t>溶质</a:t>
            </a:r>
            <a:r>
              <a:rPr sz="2800" b="1" spc="220" dirty="0">
                <a:latin typeface="Microsoft YaHei"/>
                <a:cs typeface="Microsoft YaHei"/>
              </a:rPr>
              <a:t>浓</a:t>
            </a:r>
            <a:r>
              <a:rPr sz="2800" b="1" spc="220" dirty="0">
                <a:latin typeface="Microsoft JhengHei"/>
                <a:cs typeface="Microsoft JhengHei"/>
              </a:rPr>
              <a:t>度</a:t>
            </a:r>
            <a:r>
              <a:rPr sz="2800" b="1" spc="229" dirty="0">
                <a:latin typeface="Microsoft YaHei"/>
                <a:cs typeface="Microsoft YaHei"/>
              </a:rPr>
              <a:t>时</a:t>
            </a:r>
            <a:r>
              <a:rPr sz="2800" b="1" spc="220" dirty="0">
                <a:latin typeface="Microsoft JhengHei"/>
                <a:cs typeface="Microsoft JhengHei"/>
              </a:rPr>
              <a:t>，水</a:t>
            </a:r>
            <a:r>
              <a:rPr sz="2800" b="1" spc="220" dirty="0">
                <a:latin typeface="Microsoft YaHei"/>
                <a:cs typeface="Microsoft YaHei"/>
              </a:rPr>
              <a:t>将</a:t>
            </a:r>
            <a:r>
              <a:rPr sz="2800" b="1" spc="215" dirty="0">
                <a:latin typeface="Microsoft JhengHei"/>
                <a:cs typeface="Microsoft JhengHei"/>
              </a:rPr>
              <a:t>从环境中进</a:t>
            </a:r>
            <a:r>
              <a:rPr sz="2800" b="1" spc="220" dirty="0">
                <a:latin typeface="Microsoft YaHei"/>
                <a:cs typeface="Microsoft YaHei"/>
              </a:rPr>
              <a:t>入</a:t>
            </a:r>
            <a:r>
              <a:rPr sz="2800" b="1" spc="170" dirty="0">
                <a:latin typeface="Microsoft JhengHei"/>
                <a:cs typeface="Microsoft JhengHei"/>
              </a:rPr>
              <a:t>动物体，而溶</a:t>
            </a:r>
            <a:r>
              <a:rPr sz="2800" b="1" spc="220" dirty="0">
                <a:latin typeface="Microsoft JhengHei"/>
                <a:cs typeface="Microsoft JhengHei"/>
              </a:rPr>
              <a:t>质</a:t>
            </a:r>
            <a:r>
              <a:rPr sz="2800" b="1" spc="229" dirty="0">
                <a:latin typeface="Microsoft YaHei"/>
                <a:cs typeface="Microsoft YaHei"/>
              </a:rPr>
              <a:t>将</a:t>
            </a:r>
            <a:r>
              <a:rPr sz="2800" b="1" spc="215" dirty="0">
                <a:latin typeface="Microsoft JhengHei"/>
                <a:cs typeface="Microsoft JhengHei"/>
              </a:rPr>
              <a:t>从动物体内</a:t>
            </a:r>
            <a:r>
              <a:rPr sz="2800" b="1" spc="220" dirty="0">
                <a:latin typeface="Microsoft YaHei"/>
                <a:cs typeface="Microsoft YaHei"/>
              </a:rPr>
              <a:t>出</a:t>
            </a:r>
            <a:r>
              <a:rPr sz="2800" b="1" spc="220" dirty="0">
                <a:latin typeface="Microsoft JhengHei"/>
                <a:cs typeface="Microsoft JhengHei"/>
              </a:rPr>
              <a:t>来进</a:t>
            </a:r>
            <a:r>
              <a:rPr sz="2800" b="1" spc="220" dirty="0">
                <a:latin typeface="Microsoft YaHei"/>
                <a:cs typeface="Microsoft YaHei"/>
              </a:rPr>
              <a:t>入</a:t>
            </a:r>
            <a:r>
              <a:rPr sz="2800" b="1" spc="215" dirty="0">
                <a:latin typeface="Microsoft JhengHei"/>
                <a:cs typeface="Microsoft JhengHei"/>
              </a:rPr>
              <a:t>水中，动物会</a:t>
            </a:r>
            <a:r>
              <a:rPr sz="2800" b="1" spc="80" dirty="0">
                <a:latin typeface="Microsoft YaHei"/>
                <a:cs typeface="Microsoft YaHei"/>
              </a:rPr>
              <a:t>‘涨</a:t>
            </a:r>
            <a:r>
              <a:rPr sz="2800" b="1" spc="-50" dirty="0">
                <a:latin typeface="Microsoft YaHei"/>
                <a:cs typeface="Microsoft YaHei"/>
              </a:rPr>
              <a:t> </a:t>
            </a:r>
            <a:r>
              <a:rPr sz="2800" b="1" spc="220" dirty="0">
                <a:latin typeface="Microsoft YaHei"/>
                <a:cs typeface="Microsoft YaHei"/>
              </a:rPr>
              <a:t>死’</a:t>
            </a:r>
            <a:r>
              <a:rPr sz="2800" b="1" spc="229" dirty="0">
                <a:latin typeface="Microsoft JhengHei"/>
                <a:cs typeface="Microsoft JhengHei"/>
              </a:rPr>
              <a:t>；</a:t>
            </a:r>
            <a:r>
              <a:rPr sz="2800" b="1" spc="220" dirty="0">
                <a:latin typeface="Microsoft YaHei"/>
                <a:cs typeface="Microsoft YaHei"/>
              </a:rPr>
              <a:t>当</a:t>
            </a:r>
            <a:r>
              <a:rPr sz="2800" b="1" spc="220" dirty="0">
                <a:latin typeface="Microsoft JhengHei"/>
                <a:cs typeface="Microsoft JhengHei"/>
              </a:rPr>
              <a:t>体内溶质</a:t>
            </a:r>
            <a:r>
              <a:rPr sz="2800" b="1" spc="220" dirty="0">
                <a:latin typeface="Microsoft YaHei"/>
                <a:cs typeface="Microsoft YaHei"/>
              </a:rPr>
              <a:t>浓</a:t>
            </a:r>
            <a:r>
              <a:rPr sz="2800" b="1" spc="229" dirty="0">
                <a:latin typeface="Microsoft JhengHei"/>
                <a:cs typeface="Microsoft JhengHei"/>
              </a:rPr>
              <a:t>度</a:t>
            </a:r>
            <a:r>
              <a:rPr sz="2800" b="1" spc="220" dirty="0">
                <a:latin typeface="Microsoft YaHei"/>
                <a:cs typeface="Microsoft YaHei"/>
              </a:rPr>
              <a:t>低</a:t>
            </a:r>
            <a:r>
              <a:rPr sz="2800" b="1" spc="220" dirty="0">
                <a:latin typeface="Microsoft JhengHei"/>
                <a:cs typeface="Microsoft JhengHei"/>
              </a:rPr>
              <a:t>于环境中</a:t>
            </a:r>
            <a:r>
              <a:rPr sz="2800" b="1" spc="220" dirty="0">
                <a:latin typeface="Microsoft YaHei"/>
                <a:cs typeface="Microsoft YaHei"/>
              </a:rPr>
              <a:t>时</a:t>
            </a:r>
            <a:r>
              <a:rPr sz="2800" b="1" spc="220" dirty="0">
                <a:latin typeface="Microsoft JhengHei"/>
                <a:cs typeface="Microsoft JhengHei"/>
              </a:rPr>
              <a:t>，水</a:t>
            </a:r>
            <a:r>
              <a:rPr sz="2800" b="1" spc="220" dirty="0">
                <a:latin typeface="Microsoft YaHei"/>
                <a:cs typeface="Microsoft YaHei"/>
              </a:rPr>
              <a:t>将</a:t>
            </a:r>
            <a:r>
              <a:rPr sz="2800" b="1" spc="-50" dirty="0">
                <a:latin typeface="Microsoft JhengHei"/>
                <a:cs typeface="Microsoft JhengHei"/>
              </a:rPr>
              <a:t>从</a:t>
            </a:r>
            <a:r>
              <a:rPr sz="2800" b="1" spc="220" dirty="0">
                <a:latin typeface="Microsoft JhengHei"/>
                <a:cs typeface="Microsoft JhengHei"/>
              </a:rPr>
              <a:t>机体进</a:t>
            </a:r>
            <a:r>
              <a:rPr sz="2800" b="1" spc="220" dirty="0">
                <a:latin typeface="Microsoft YaHei"/>
                <a:cs typeface="Microsoft YaHei"/>
              </a:rPr>
              <a:t>入</a:t>
            </a:r>
            <a:r>
              <a:rPr sz="2800" b="1" spc="220" dirty="0">
                <a:latin typeface="Microsoft JhengHei"/>
                <a:cs typeface="Microsoft JhengHei"/>
              </a:rPr>
              <a:t>环境，</a:t>
            </a:r>
            <a:r>
              <a:rPr sz="2800" b="1" spc="215" dirty="0">
                <a:latin typeface="Microsoft YaHei"/>
                <a:cs typeface="Microsoft YaHei"/>
              </a:rPr>
              <a:t>盐将</a:t>
            </a:r>
            <a:r>
              <a:rPr sz="2800" b="1" spc="220" dirty="0">
                <a:latin typeface="Microsoft JhengHei"/>
                <a:cs typeface="Microsoft JhengHei"/>
              </a:rPr>
              <a:t>从环境进</a:t>
            </a:r>
            <a:r>
              <a:rPr sz="2800" b="1" spc="220" dirty="0">
                <a:latin typeface="Microsoft YaHei"/>
                <a:cs typeface="Microsoft YaHei"/>
              </a:rPr>
              <a:t>入</a:t>
            </a:r>
            <a:r>
              <a:rPr sz="2800" b="1" spc="170" dirty="0">
                <a:latin typeface="Microsoft JhengHei"/>
                <a:cs typeface="Microsoft JhengHei"/>
              </a:rPr>
              <a:t>机体，动物会</a:t>
            </a:r>
            <a:r>
              <a:rPr sz="2800" b="1" spc="220" dirty="0">
                <a:latin typeface="Microsoft YaHei"/>
                <a:cs typeface="Microsoft YaHei"/>
              </a:rPr>
              <a:t>出现‘</a:t>
            </a:r>
            <a:r>
              <a:rPr sz="2800" b="1" spc="220" dirty="0">
                <a:latin typeface="Microsoft JhengHei"/>
                <a:cs typeface="Microsoft JhengHei"/>
              </a:rPr>
              <a:t>缺水</a:t>
            </a:r>
            <a:r>
              <a:rPr sz="2800" b="1" spc="229" dirty="0">
                <a:latin typeface="Microsoft YaHei"/>
                <a:cs typeface="Microsoft YaHei"/>
              </a:rPr>
              <a:t>’</a:t>
            </a:r>
            <a:r>
              <a:rPr sz="2800" b="1" spc="229" dirty="0">
                <a:latin typeface="Microsoft JhengHei"/>
                <a:cs typeface="Microsoft JhengHei"/>
              </a:rPr>
              <a:t>。</a:t>
            </a:r>
            <a:r>
              <a:rPr sz="2800" b="1" spc="220" dirty="0">
                <a:latin typeface="Microsoft YaHei"/>
                <a:cs typeface="Microsoft YaHei"/>
              </a:rPr>
              <a:t>解决这</a:t>
            </a:r>
            <a:r>
              <a:rPr sz="2800" b="1" spc="220" dirty="0">
                <a:latin typeface="Microsoft JhengHei"/>
                <a:cs typeface="Microsoft JhengHei"/>
              </a:rPr>
              <a:t>一</a:t>
            </a:r>
            <a:r>
              <a:rPr sz="2800" b="1" spc="220" dirty="0">
                <a:latin typeface="Microsoft YaHei"/>
                <a:cs typeface="Microsoft YaHei"/>
              </a:rPr>
              <a:t>问题</a:t>
            </a:r>
            <a:r>
              <a:rPr sz="2800" b="1" spc="220" dirty="0">
                <a:latin typeface="Microsoft JhengHei"/>
                <a:cs typeface="Microsoft JhengHei"/>
              </a:rPr>
              <a:t>的机</a:t>
            </a:r>
            <a:r>
              <a:rPr sz="2800" b="1" spc="220" dirty="0">
                <a:latin typeface="Microsoft YaHei"/>
                <a:cs typeface="Microsoft YaHei"/>
              </a:rPr>
              <a:t>制</a:t>
            </a:r>
            <a:r>
              <a:rPr sz="2800" b="1" spc="229" dirty="0">
                <a:latin typeface="Microsoft JhengHei"/>
                <a:cs typeface="Microsoft JhengHei"/>
              </a:rPr>
              <a:t>是</a:t>
            </a:r>
            <a:r>
              <a:rPr sz="2800" b="1" spc="125" dirty="0">
                <a:latin typeface="Microsoft YaHei"/>
                <a:cs typeface="Microsoft YaHei"/>
              </a:rPr>
              <a:t>靠渗透</a:t>
            </a:r>
            <a:r>
              <a:rPr sz="2800" b="1" spc="220" dirty="0">
                <a:latin typeface="Microsoft YaHei"/>
                <a:cs typeface="Microsoft YaHei"/>
              </a:rPr>
              <a:t>压调</a:t>
            </a:r>
            <a:r>
              <a:rPr sz="2800" b="1" spc="80" dirty="0">
                <a:latin typeface="Microsoft JhengHei"/>
                <a:cs typeface="Microsoft JhengHei"/>
              </a:rPr>
              <a:t>节。</a:t>
            </a:r>
            <a:endParaRPr sz="2800">
              <a:latin typeface="Microsoft JhengHei"/>
              <a:cs typeface="Microsoft JhengHe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53200" y="4864100"/>
            <a:ext cx="2590800" cy="19939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55650" y="4221479"/>
            <a:ext cx="4537710" cy="245237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9" name="Rectangle 3">
            <a:extLst>
              <a:ext uri="{FF2B5EF4-FFF2-40B4-BE49-F238E27FC236}">
                <a16:creationId xmlns:a16="http://schemas.microsoft.com/office/drawing/2014/main" id="{AE7E4EF2-95F7-3C7B-9D26-D79FE24ECA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8313" y="333375"/>
            <a:ext cx="8351837" cy="6264275"/>
          </a:xfrm>
        </p:spPr>
        <p:txBody>
          <a:bodyPr/>
          <a:lstStyle/>
          <a:p>
            <a:r>
              <a:rPr lang="zh-CN" altLang="en-US" sz="2800" b="1" dirty="0">
                <a:solidFill>
                  <a:srgbClr val="CC0000"/>
                </a:solidFill>
                <a:latin typeface="黑体" panose="02010609060101010101" pitchFamily="49" charset="-122"/>
              </a:rPr>
              <a:t>　　　　　水分的生态学作用</a:t>
            </a:r>
          </a:p>
          <a:p>
            <a:r>
              <a:rPr lang="zh-CN" altLang="en-US" sz="2800" b="1" dirty="0">
                <a:solidFill>
                  <a:srgbClr val="CC0000"/>
                </a:solidFill>
                <a:latin typeface="黑体" panose="02010609060101010101" pitchFamily="49" charset="-122"/>
              </a:rPr>
              <a:t>水生动物的水盐代谢和渗透压调节</a:t>
            </a:r>
          </a:p>
          <a:p>
            <a:r>
              <a:rPr lang="zh-CN" altLang="en-US" sz="2800" b="1" dirty="0">
                <a:solidFill>
                  <a:schemeClr val="tx1"/>
                </a:solidFill>
                <a:latin typeface="黑体" panose="02010609060101010101" pitchFamily="49" charset="-122"/>
              </a:rPr>
              <a:t>变渗透压性动物</a:t>
            </a:r>
          </a:p>
          <a:p>
            <a:r>
              <a:rPr lang="zh-CN" altLang="en-US" sz="2800" b="1" dirty="0">
                <a:solidFill>
                  <a:schemeClr val="tx1"/>
                </a:solidFill>
                <a:latin typeface="黑体" panose="02010609060101010101" pitchFamily="49" charset="-122"/>
              </a:rPr>
              <a:t>恒渗透压性动物</a:t>
            </a:r>
          </a:p>
          <a:p>
            <a:r>
              <a:rPr lang="zh-CN" altLang="en-US" sz="2800" b="1" dirty="0">
                <a:solidFill>
                  <a:schemeClr val="tx1"/>
                </a:solidFill>
                <a:latin typeface="黑体" panose="02010609060101010101" pitchFamily="49" charset="-122"/>
              </a:rPr>
              <a:t>淡水动物，海洋动物（海洋鱼类），洄游性动物</a:t>
            </a:r>
          </a:p>
        </p:txBody>
      </p:sp>
      <p:pic>
        <p:nvPicPr>
          <p:cNvPr id="45061" name="Picture 5" descr="C:\Users\Hong\Desktop\QQ截图20141119115830.png">
            <a:extLst>
              <a:ext uri="{FF2B5EF4-FFF2-40B4-BE49-F238E27FC236}">
                <a16:creationId xmlns:a16="http://schemas.microsoft.com/office/drawing/2014/main" id="{6E1FEFE5-DE06-C11F-EB9B-52460F5EF6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2988" y="2924175"/>
            <a:ext cx="6983412" cy="3736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698500" y="1079499"/>
            <a:ext cx="7542530" cy="1323340"/>
          </a:xfrm>
          <a:prstGeom prst="rect">
            <a:avLst/>
          </a:prstGeom>
        </p:spPr>
        <p:txBody>
          <a:bodyPr vert="horz" wrap="square" lIns="0" tIns="2349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0"/>
              </a:spcBef>
              <a:tabLst>
                <a:tab pos="389255" algn="l"/>
              </a:tabLst>
            </a:pPr>
            <a:r>
              <a:rPr sz="2400" spc="-50" dirty="0">
                <a:latin typeface="Times New Roman"/>
                <a:cs typeface="Times New Roman"/>
              </a:rPr>
              <a:t>1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800" b="1" spc="229" dirty="0">
                <a:latin typeface="Microsoft YaHei"/>
                <a:cs typeface="Microsoft YaHei"/>
              </a:rPr>
              <a:t>淡</a:t>
            </a:r>
            <a:r>
              <a:rPr sz="2800" b="1" spc="220" dirty="0">
                <a:latin typeface="Microsoft JhengHei"/>
                <a:cs typeface="Microsoft JhengHei"/>
              </a:rPr>
              <a:t>水</a:t>
            </a:r>
            <a:r>
              <a:rPr sz="2800" b="1" spc="220" dirty="0">
                <a:latin typeface="Microsoft YaHei"/>
                <a:cs typeface="Microsoft YaHei"/>
              </a:rPr>
              <a:t>硬骨鱼</a:t>
            </a:r>
            <a:r>
              <a:rPr sz="2800" spc="-50" dirty="0">
                <a:latin typeface="SimSun"/>
                <a:cs typeface="SimSun"/>
              </a:rPr>
              <a:t>：</a:t>
            </a:r>
            <a:endParaRPr sz="2800">
              <a:latin typeface="SimSun"/>
              <a:cs typeface="SimSun"/>
            </a:endParaRPr>
          </a:p>
          <a:p>
            <a:pPr marL="492759">
              <a:lnSpc>
                <a:spcPct val="100000"/>
              </a:lnSpc>
              <a:spcBef>
                <a:spcPts val="1750"/>
              </a:spcBef>
            </a:pPr>
            <a:r>
              <a:rPr sz="2800" spc="-10" dirty="0">
                <a:latin typeface="SimSun"/>
                <a:cs typeface="SimSun"/>
              </a:rPr>
              <a:t>淡水硬骨鱼血液</a:t>
            </a:r>
            <a:r>
              <a:rPr sz="2800" b="1" spc="220" dirty="0">
                <a:latin typeface="Microsoft YaHei"/>
                <a:cs typeface="Microsoft YaHei"/>
              </a:rPr>
              <a:t>渗透压高</a:t>
            </a:r>
            <a:r>
              <a:rPr sz="2800" b="1" spc="220" dirty="0">
                <a:latin typeface="Microsoft JhengHei"/>
                <a:cs typeface="Microsoft JhengHei"/>
              </a:rPr>
              <a:t>于水的</a:t>
            </a:r>
            <a:r>
              <a:rPr sz="2800" b="1" spc="220" dirty="0">
                <a:latin typeface="Microsoft YaHei"/>
                <a:cs typeface="Microsoft YaHei"/>
              </a:rPr>
              <a:t>渗透压</a:t>
            </a:r>
            <a:r>
              <a:rPr sz="2800" spc="-25" dirty="0">
                <a:latin typeface="SimSun"/>
                <a:cs typeface="SimSun"/>
              </a:rPr>
              <a:t>，属</a:t>
            </a:r>
            <a:endParaRPr sz="2800">
              <a:latin typeface="SimSun"/>
              <a:cs typeface="SimSu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46100" y="2155190"/>
            <a:ext cx="5582920" cy="1323340"/>
          </a:xfrm>
          <a:prstGeom prst="rect">
            <a:avLst/>
          </a:prstGeom>
        </p:spPr>
        <p:txBody>
          <a:bodyPr vert="horz" wrap="square" lIns="0" tIns="2349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0"/>
              </a:spcBef>
            </a:pPr>
            <a:r>
              <a:rPr sz="2800" spc="-10" dirty="0">
                <a:latin typeface="SimSun"/>
                <a:cs typeface="SimSun"/>
              </a:rPr>
              <a:t>于</a:t>
            </a:r>
            <a:r>
              <a:rPr sz="2800" b="1" spc="220" dirty="0">
                <a:latin typeface="Microsoft YaHei"/>
                <a:cs typeface="Microsoft YaHei"/>
              </a:rPr>
              <a:t>高渗</a:t>
            </a:r>
            <a:r>
              <a:rPr sz="2800" b="1" spc="220" dirty="0">
                <a:latin typeface="Microsoft JhengHei"/>
                <a:cs typeface="Microsoft JhengHei"/>
              </a:rPr>
              <a:t>性，</a:t>
            </a:r>
            <a:r>
              <a:rPr sz="2800" spc="-15" dirty="0">
                <a:latin typeface="SimSun"/>
                <a:cs typeface="SimSun"/>
              </a:rPr>
              <a:t>其本身处于</a:t>
            </a:r>
            <a:r>
              <a:rPr sz="2800" b="1" spc="220" dirty="0">
                <a:latin typeface="Microsoft YaHei"/>
                <a:cs typeface="Microsoft YaHei"/>
              </a:rPr>
              <a:t>低渗</a:t>
            </a:r>
            <a:r>
              <a:rPr sz="2800" b="1" spc="215" dirty="0">
                <a:latin typeface="Microsoft JhengHei"/>
                <a:cs typeface="Microsoft JhengHei"/>
              </a:rPr>
              <a:t>环境</a:t>
            </a:r>
            <a:r>
              <a:rPr sz="2800" spc="-50" dirty="0">
                <a:latin typeface="SimSun"/>
                <a:cs typeface="SimSun"/>
              </a:rPr>
              <a:t>。</a:t>
            </a:r>
            <a:endParaRPr sz="280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1750"/>
              </a:spcBef>
            </a:pPr>
            <a:r>
              <a:rPr sz="2800" spc="-20" dirty="0">
                <a:latin typeface="SimSun"/>
                <a:cs typeface="SimSun"/>
              </a:rPr>
              <a:t>渗透压调节机制：</a:t>
            </a:r>
            <a:endParaRPr sz="2800">
              <a:latin typeface="SimSun"/>
              <a:cs typeface="SimSu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46100" y="3675379"/>
            <a:ext cx="7293609" cy="21577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3354"/>
              </a:lnSpc>
              <a:spcBef>
                <a:spcPts val="100"/>
              </a:spcBef>
            </a:pPr>
            <a:r>
              <a:rPr sz="2800" b="1" spc="220" dirty="0">
                <a:latin typeface="Microsoft YaHei"/>
                <a:cs typeface="Microsoft YaHei"/>
              </a:rPr>
              <a:t>肾脏</a:t>
            </a:r>
            <a:r>
              <a:rPr sz="2800" b="1" spc="220" dirty="0">
                <a:latin typeface="Microsoft JhengHei"/>
                <a:cs typeface="Microsoft JhengHei"/>
              </a:rPr>
              <a:t>发</a:t>
            </a:r>
            <a:r>
              <a:rPr sz="2800" b="1" spc="220" dirty="0">
                <a:latin typeface="Microsoft YaHei"/>
                <a:cs typeface="Microsoft YaHei"/>
              </a:rPr>
              <a:t>育完善</a:t>
            </a:r>
            <a:r>
              <a:rPr sz="2800" b="1" spc="220" dirty="0">
                <a:latin typeface="Microsoft JhengHei"/>
                <a:cs typeface="Microsoft JhengHei"/>
              </a:rPr>
              <a:t>，有</a:t>
            </a:r>
            <a:r>
              <a:rPr sz="2800" b="1" spc="220" dirty="0">
                <a:solidFill>
                  <a:srgbClr val="FF0066"/>
                </a:solidFill>
                <a:latin typeface="Microsoft JhengHei"/>
                <a:cs typeface="Microsoft JhengHei"/>
              </a:rPr>
              <a:t>发达的</a:t>
            </a:r>
            <a:r>
              <a:rPr sz="2800" b="1" spc="220" dirty="0">
                <a:solidFill>
                  <a:srgbClr val="FF0066"/>
                </a:solidFill>
                <a:latin typeface="Microsoft YaHei"/>
                <a:cs typeface="Microsoft YaHei"/>
              </a:rPr>
              <a:t>肾小</a:t>
            </a:r>
            <a:r>
              <a:rPr sz="2800" b="1" spc="220" dirty="0">
                <a:solidFill>
                  <a:srgbClr val="FF0066"/>
                </a:solidFill>
                <a:latin typeface="Microsoft JhengHei"/>
                <a:cs typeface="Microsoft JhengHei"/>
              </a:rPr>
              <a:t>球</a:t>
            </a:r>
            <a:r>
              <a:rPr sz="2800" b="1" spc="229" dirty="0">
                <a:latin typeface="Microsoft JhengHei"/>
                <a:cs typeface="Microsoft JhengHei"/>
              </a:rPr>
              <a:t>，</a:t>
            </a:r>
            <a:r>
              <a:rPr sz="2800" b="1" spc="220" dirty="0">
                <a:latin typeface="Microsoft YaHei"/>
                <a:cs typeface="Microsoft YaHei"/>
              </a:rPr>
              <a:t>滤</a:t>
            </a:r>
            <a:r>
              <a:rPr sz="2800" b="1" spc="220" dirty="0">
                <a:latin typeface="Microsoft JhengHei"/>
                <a:cs typeface="Microsoft JhengHei"/>
              </a:rPr>
              <a:t>过</a:t>
            </a:r>
            <a:r>
              <a:rPr sz="2800" b="1" spc="85" dirty="0">
                <a:latin typeface="Microsoft YaHei"/>
                <a:cs typeface="Microsoft YaHei"/>
              </a:rPr>
              <a:t>率高</a:t>
            </a:r>
            <a:endParaRPr sz="2800" dirty="0">
              <a:latin typeface="Microsoft YaHei"/>
              <a:cs typeface="Microsoft YaHei"/>
            </a:endParaRPr>
          </a:p>
          <a:p>
            <a:pPr marL="12700" marR="5080" algn="just">
              <a:lnSpc>
                <a:spcPts val="3360"/>
              </a:lnSpc>
              <a:spcBef>
                <a:spcPts val="105"/>
              </a:spcBef>
            </a:pPr>
            <a:r>
              <a:rPr sz="2800" b="1" spc="220" dirty="0">
                <a:latin typeface="Microsoft JhengHei"/>
                <a:cs typeface="Microsoft JhengHei"/>
              </a:rPr>
              <a:t>，一</a:t>
            </a:r>
            <a:r>
              <a:rPr sz="2800" b="1" spc="215" dirty="0">
                <a:latin typeface="Microsoft YaHei"/>
                <a:cs typeface="Microsoft YaHei"/>
              </a:rPr>
              <a:t>般没</a:t>
            </a:r>
            <a:r>
              <a:rPr sz="2800" b="1" spc="229" dirty="0">
                <a:latin typeface="Microsoft JhengHei"/>
                <a:cs typeface="Microsoft JhengHei"/>
              </a:rPr>
              <a:t>有</a:t>
            </a:r>
            <a:r>
              <a:rPr sz="2800" b="1" spc="220" dirty="0">
                <a:latin typeface="Microsoft YaHei"/>
                <a:cs typeface="Microsoft YaHei"/>
              </a:rPr>
              <a:t>膀胱</a:t>
            </a:r>
            <a:r>
              <a:rPr sz="2800" b="1" spc="220" dirty="0">
                <a:latin typeface="Microsoft JhengHei"/>
                <a:cs typeface="Microsoft JhengHei"/>
              </a:rPr>
              <a:t>，</a:t>
            </a:r>
            <a:r>
              <a:rPr sz="2800" b="1" spc="220" dirty="0">
                <a:latin typeface="Microsoft YaHei"/>
                <a:cs typeface="Microsoft YaHei"/>
              </a:rPr>
              <a:t>或膀胱</a:t>
            </a:r>
            <a:r>
              <a:rPr sz="2800" b="1" spc="229" dirty="0">
                <a:latin typeface="Microsoft JhengHei"/>
                <a:cs typeface="Microsoft JhengHei"/>
              </a:rPr>
              <a:t>很</a:t>
            </a:r>
            <a:r>
              <a:rPr sz="2800" b="1" spc="220" dirty="0">
                <a:latin typeface="Microsoft YaHei"/>
                <a:cs typeface="Microsoft YaHei"/>
              </a:rPr>
              <a:t>小</a:t>
            </a:r>
            <a:r>
              <a:rPr sz="2800" b="1" spc="220" dirty="0">
                <a:latin typeface="Microsoft JhengHei"/>
                <a:cs typeface="Microsoft JhengHei"/>
              </a:rPr>
              <a:t>，</a:t>
            </a:r>
            <a:r>
              <a:rPr sz="2800" b="1" spc="220" dirty="0">
                <a:latin typeface="Microsoft YaHei"/>
                <a:cs typeface="Microsoft YaHei"/>
              </a:rPr>
              <a:t>肾脏排出</a:t>
            </a:r>
            <a:r>
              <a:rPr sz="2800" b="1" spc="-50" dirty="0">
                <a:solidFill>
                  <a:srgbClr val="FF0066"/>
                </a:solidFill>
                <a:latin typeface="Microsoft JhengHei"/>
                <a:cs typeface="Microsoft JhengHei"/>
              </a:rPr>
              <a:t>大</a:t>
            </a:r>
            <a:r>
              <a:rPr sz="2800" b="1" spc="220" dirty="0">
                <a:solidFill>
                  <a:srgbClr val="FF0066"/>
                </a:solidFill>
                <a:latin typeface="Microsoft JhengHei"/>
                <a:cs typeface="Microsoft JhengHei"/>
              </a:rPr>
              <a:t>量</a:t>
            </a:r>
            <a:r>
              <a:rPr sz="2800" b="1" spc="220" dirty="0">
                <a:solidFill>
                  <a:srgbClr val="FF0066"/>
                </a:solidFill>
                <a:latin typeface="Microsoft YaHei"/>
                <a:cs typeface="Microsoft YaHei"/>
              </a:rPr>
              <a:t>低浓</a:t>
            </a:r>
            <a:r>
              <a:rPr sz="2800" b="1" spc="220" dirty="0">
                <a:solidFill>
                  <a:srgbClr val="FF0066"/>
                </a:solidFill>
                <a:latin typeface="Microsoft JhengHei"/>
                <a:cs typeface="Microsoft JhengHei"/>
              </a:rPr>
              <a:t>度</a:t>
            </a:r>
            <a:r>
              <a:rPr sz="2800" b="1" spc="229" dirty="0">
                <a:solidFill>
                  <a:srgbClr val="FF0066"/>
                </a:solidFill>
                <a:latin typeface="Microsoft YaHei"/>
                <a:cs typeface="Microsoft YaHei"/>
              </a:rPr>
              <a:t>尿</a:t>
            </a:r>
            <a:r>
              <a:rPr sz="2800" b="1" spc="220" dirty="0">
                <a:latin typeface="Microsoft JhengHei"/>
                <a:cs typeface="Microsoft JhengHei"/>
              </a:rPr>
              <a:t>。</a:t>
            </a:r>
            <a:r>
              <a:rPr sz="2800" b="1" spc="229" dirty="0">
                <a:latin typeface="Microsoft YaHei"/>
                <a:cs typeface="Microsoft YaHei"/>
              </a:rPr>
              <a:t>丢</a:t>
            </a:r>
            <a:r>
              <a:rPr sz="2800" b="1" spc="215" dirty="0">
                <a:latin typeface="Microsoft JhengHei"/>
                <a:cs typeface="Microsoft JhengHei"/>
              </a:rPr>
              <a:t>失的溶质</a:t>
            </a:r>
            <a:r>
              <a:rPr sz="2800" b="1" spc="229" dirty="0">
                <a:latin typeface="Microsoft YaHei"/>
                <a:cs typeface="Microsoft YaHei"/>
              </a:rPr>
              <a:t>可</a:t>
            </a:r>
            <a:r>
              <a:rPr sz="2800" b="1" spc="220" dirty="0">
                <a:latin typeface="Microsoft JhengHei"/>
                <a:cs typeface="Microsoft JhengHei"/>
              </a:rPr>
              <a:t>从</a:t>
            </a:r>
            <a:r>
              <a:rPr sz="2800" b="1" spc="220" dirty="0">
                <a:solidFill>
                  <a:srgbClr val="FF0066"/>
                </a:solidFill>
                <a:latin typeface="Microsoft YaHei"/>
                <a:cs typeface="Microsoft YaHei"/>
              </a:rPr>
              <a:t>食</a:t>
            </a:r>
            <a:r>
              <a:rPr sz="2800" b="1" spc="229" dirty="0">
                <a:solidFill>
                  <a:srgbClr val="FF0066"/>
                </a:solidFill>
                <a:latin typeface="Microsoft JhengHei"/>
                <a:cs typeface="Microsoft JhengHei"/>
              </a:rPr>
              <a:t>物</a:t>
            </a:r>
            <a:r>
              <a:rPr sz="2800" b="1" spc="145" dirty="0">
                <a:latin typeface="Microsoft JhengHei"/>
                <a:cs typeface="Microsoft JhengHei"/>
              </a:rPr>
              <a:t>中得到，</a:t>
            </a:r>
            <a:r>
              <a:rPr sz="2800" b="1" spc="220" dirty="0">
                <a:latin typeface="Microsoft JhengHei"/>
                <a:cs typeface="Microsoft JhengHei"/>
              </a:rPr>
              <a:t>而</a:t>
            </a:r>
            <a:r>
              <a:rPr sz="2800" b="1" spc="229" dirty="0">
                <a:solidFill>
                  <a:srgbClr val="FF0066"/>
                </a:solidFill>
                <a:latin typeface="Microsoft YaHei"/>
                <a:cs typeface="Microsoft YaHei"/>
              </a:rPr>
              <a:t>鳃</a:t>
            </a:r>
            <a:r>
              <a:rPr sz="2800" b="1" spc="215" dirty="0">
                <a:latin typeface="Microsoft JhengHei"/>
                <a:cs typeface="Microsoft JhengHei"/>
              </a:rPr>
              <a:t>能主动从</a:t>
            </a:r>
            <a:r>
              <a:rPr sz="2800" b="1" spc="220" dirty="0">
                <a:latin typeface="Microsoft YaHei"/>
                <a:cs typeface="Microsoft YaHei"/>
              </a:rPr>
              <a:t>周围稀浓</a:t>
            </a:r>
            <a:r>
              <a:rPr sz="2800" b="1" spc="215" dirty="0">
                <a:latin typeface="Microsoft JhengHei"/>
                <a:cs typeface="Microsoft JhengHei"/>
              </a:rPr>
              <a:t>度溶液中</a:t>
            </a:r>
            <a:r>
              <a:rPr sz="2800" b="1" spc="160" dirty="0">
                <a:solidFill>
                  <a:srgbClr val="FF0066"/>
                </a:solidFill>
                <a:latin typeface="Microsoft YaHei"/>
                <a:cs typeface="Microsoft YaHei"/>
              </a:rPr>
              <a:t>摄取盐离子</a:t>
            </a:r>
            <a:endParaRPr sz="2800" dirty="0">
              <a:latin typeface="Microsoft YaHei"/>
              <a:cs typeface="Microsoft YaHei"/>
            </a:endParaRPr>
          </a:p>
          <a:p>
            <a:pPr marL="12700">
              <a:lnSpc>
                <a:spcPts val="3250"/>
              </a:lnSpc>
            </a:pPr>
            <a:r>
              <a:rPr sz="2800" b="1" spc="220" dirty="0">
                <a:latin typeface="Microsoft JhengHei"/>
                <a:cs typeface="Microsoft JhengHei"/>
              </a:rPr>
              <a:t>，保</a:t>
            </a:r>
            <a:r>
              <a:rPr sz="2800" b="1" spc="220" dirty="0">
                <a:latin typeface="Microsoft YaHei"/>
                <a:cs typeface="Microsoft YaHei"/>
              </a:rPr>
              <a:t>证</a:t>
            </a:r>
            <a:r>
              <a:rPr sz="2800" b="1" spc="220" dirty="0">
                <a:latin typeface="Microsoft JhengHei"/>
                <a:cs typeface="Microsoft JhengHei"/>
              </a:rPr>
              <a:t>了体内</a:t>
            </a:r>
            <a:r>
              <a:rPr sz="2800" b="1" spc="220" dirty="0">
                <a:latin typeface="Microsoft YaHei"/>
                <a:cs typeface="Microsoft YaHei"/>
              </a:rPr>
              <a:t>盐离子</a:t>
            </a:r>
            <a:r>
              <a:rPr sz="2800" b="1" spc="220" dirty="0">
                <a:latin typeface="Microsoft JhengHei"/>
                <a:cs typeface="Microsoft JhengHei"/>
              </a:rPr>
              <a:t>的平衡</a:t>
            </a:r>
            <a:r>
              <a:rPr sz="2800" spc="-50" dirty="0">
                <a:latin typeface="SimSun"/>
                <a:cs typeface="SimSun"/>
              </a:rPr>
              <a:t>。</a:t>
            </a:r>
            <a:endParaRPr sz="2800" dirty="0">
              <a:latin typeface="SimSun"/>
              <a:cs typeface="SimSun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29400" y="152400"/>
            <a:ext cx="2209800" cy="165735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0548" name="Picture 4">
            <a:extLst>
              <a:ext uri="{FF2B5EF4-FFF2-40B4-BE49-F238E27FC236}">
                <a16:creationId xmlns:a16="http://schemas.microsoft.com/office/drawing/2014/main" id="{B35A6945-0BE9-7927-B24F-3ED63533C2A6}"/>
              </a:ext>
            </a:extLst>
          </p:cNvPr>
          <p:cNvPicPr>
            <a:picLocks noGrp="1" noChangeAspect="1" noChangeArrowheads="1"/>
          </p:cNvPicPr>
          <p:nvPr>
            <p:ph type="body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6076" y="958902"/>
            <a:ext cx="8951848" cy="5282907"/>
          </a:xfrm>
        </p:spPr>
      </p:pic>
      <p:sp>
        <p:nvSpPr>
          <p:cNvPr id="620549" name="Rectangle 5">
            <a:extLst>
              <a:ext uri="{FF2B5EF4-FFF2-40B4-BE49-F238E27FC236}">
                <a16:creationId xmlns:a16="http://schemas.microsoft.com/office/drawing/2014/main" id="{F0D0A89F-5C8D-54D1-4019-8EC729CB3F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1775" y="404813"/>
            <a:ext cx="423703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zh-CN" altLang="en-US" b="1">
                <a:solidFill>
                  <a:srgbClr val="CC0000"/>
                </a:solidFill>
                <a:ea typeface="黑体" panose="02010609060101010101" pitchFamily="49" charset="-122"/>
              </a:rPr>
              <a:t>海洋硬骨鱼类参透压调节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34669" y="872490"/>
            <a:ext cx="427609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50215" algn="l"/>
              </a:tabLst>
            </a:pPr>
            <a:r>
              <a:rPr sz="2800" spc="-50" dirty="0">
                <a:latin typeface="Times New Roman"/>
                <a:cs typeface="Times New Roman"/>
              </a:rPr>
              <a:t>3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229" dirty="0"/>
              <a:t>海</a:t>
            </a:r>
            <a:r>
              <a:rPr sz="2800" spc="215" dirty="0">
                <a:latin typeface="Microsoft YaHei"/>
                <a:cs typeface="Microsoft YaHei"/>
              </a:rPr>
              <a:t>洋软骨鱼</a:t>
            </a:r>
            <a:r>
              <a:rPr sz="2800" spc="220" dirty="0"/>
              <a:t>：等</a:t>
            </a:r>
            <a:r>
              <a:rPr sz="2800" spc="220" dirty="0">
                <a:latin typeface="Microsoft YaHei"/>
                <a:cs typeface="Microsoft YaHei"/>
              </a:rPr>
              <a:t>渗</a:t>
            </a:r>
            <a:r>
              <a:rPr sz="2800" spc="229" dirty="0"/>
              <a:t>性</a:t>
            </a:r>
            <a:r>
              <a:rPr sz="2800" b="0" spc="-50" dirty="0">
                <a:latin typeface="SimSun"/>
                <a:cs typeface="SimSun"/>
              </a:rPr>
              <a:t>。</a:t>
            </a:r>
            <a:endParaRPr sz="2800">
              <a:latin typeface="SimSun"/>
              <a:cs typeface="SimSun"/>
            </a:endParaRPr>
          </a:p>
        </p:txBody>
      </p:sp>
      <p:pic>
        <p:nvPicPr>
          <p:cNvPr id="4" name="object 4">
            <a:hlinkClick r:id="rId2"/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629400" y="152400"/>
            <a:ext cx="2133600" cy="160020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01320" y="1297940"/>
            <a:ext cx="8267700" cy="4984750"/>
          </a:xfrm>
          <a:prstGeom prst="rect">
            <a:avLst/>
          </a:prstGeom>
        </p:spPr>
        <p:txBody>
          <a:bodyPr vert="horz" wrap="square" lIns="0" tIns="234950" rIns="0" bIns="0" rtlCol="0">
            <a:spAutoFit/>
          </a:bodyPr>
          <a:lstStyle/>
          <a:p>
            <a:pPr marL="146050">
              <a:lnSpc>
                <a:spcPct val="100000"/>
              </a:lnSpc>
              <a:spcBef>
                <a:spcPts val="1850"/>
              </a:spcBef>
            </a:pPr>
            <a:r>
              <a:rPr sz="2800" b="1" spc="215" dirty="0">
                <a:latin typeface="Microsoft YaHei"/>
                <a:cs typeface="Microsoft YaHei"/>
              </a:rPr>
              <a:t>渗透压调</a:t>
            </a:r>
            <a:r>
              <a:rPr sz="2800" b="1" spc="220" dirty="0">
                <a:latin typeface="Microsoft JhengHei"/>
                <a:cs typeface="Microsoft JhengHei"/>
              </a:rPr>
              <a:t>节机</a:t>
            </a:r>
            <a:r>
              <a:rPr sz="2800" b="1" spc="220" dirty="0">
                <a:latin typeface="Microsoft YaHei"/>
                <a:cs typeface="Microsoft YaHei"/>
              </a:rPr>
              <a:t>制</a:t>
            </a:r>
            <a:r>
              <a:rPr sz="2800" b="1" spc="-50" dirty="0">
                <a:latin typeface="Microsoft JhengHei"/>
                <a:cs typeface="Microsoft JhengHei"/>
              </a:rPr>
              <a:t>：</a:t>
            </a:r>
            <a:endParaRPr sz="2800">
              <a:latin typeface="Microsoft JhengHei"/>
              <a:cs typeface="Microsoft JhengHei"/>
            </a:endParaRPr>
          </a:p>
          <a:p>
            <a:pPr marL="146050" marR="259079" indent="201930">
              <a:lnSpc>
                <a:spcPct val="100000"/>
              </a:lnSpc>
              <a:spcBef>
                <a:spcPts val="1750"/>
              </a:spcBef>
            </a:pPr>
            <a:r>
              <a:rPr sz="2800" b="1" spc="220" dirty="0">
                <a:latin typeface="Microsoft YaHei"/>
                <a:cs typeface="Microsoft YaHei"/>
              </a:rPr>
              <a:t>高渗透压</a:t>
            </a:r>
            <a:r>
              <a:rPr sz="2800" b="1" spc="215" dirty="0">
                <a:latin typeface="Microsoft JhengHei"/>
                <a:cs typeface="Microsoft JhengHei"/>
              </a:rPr>
              <a:t>的维持是</a:t>
            </a:r>
            <a:r>
              <a:rPr sz="2800" b="1" spc="220" dirty="0">
                <a:latin typeface="Microsoft YaHei"/>
                <a:cs typeface="Microsoft YaHei"/>
              </a:rPr>
              <a:t>依靠血</a:t>
            </a:r>
            <a:r>
              <a:rPr sz="2800" b="1" spc="215" dirty="0">
                <a:latin typeface="Microsoft JhengHei"/>
                <a:cs typeface="Microsoft JhengHei"/>
              </a:rPr>
              <a:t>液中</a:t>
            </a:r>
            <a:r>
              <a:rPr sz="2800" b="1" spc="220" dirty="0">
                <a:latin typeface="Microsoft YaHei"/>
                <a:cs typeface="Microsoft YaHei"/>
              </a:rPr>
              <a:t>储存</a:t>
            </a:r>
            <a:r>
              <a:rPr sz="2800" b="1" spc="220" dirty="0">
                <a:latin typeface="Microsoft JhengHei"/>
                <a:cs typeface="Microsoft JhengHei"/>
              </a:rPr>
              <a:t>大量</a:t>
            </a:r>
            <a:r>
              <a:rPr sz="2800" b="1" spc="220" dirty="0">
                <a:latin typeface="Microsoft YaHei"/>
                <a:cs typeface="Microsoft YaHei"/>
              </a:rPr>
              <a:t>尿</a:t>
            </a:r>
            <a:r>
              <a:rPr sz="2800" b="1" spc="85" dirty="0">
                <a:latin typeface="Microsoft JhengHei"/>
                <a:cs typeface="Microsoft JhengHei"/>
              </a:rPr>
              <a:t>素和</a:t>
            </a:r>
            <a:r>
              <a:rPr sz="2800" b="1" spc="220" dirty="0">
                <a:latin typeface="Microsoft YaHei"/>
                <a:cs typeface="Microsoft YaHei"/>
              </a:rPr>
              <a:t>氧</a:t>
            </a:r>
            <a:r>
              <a:rPr sz="2800" b="1" spc="220" dirty="0">
                <a:latin typeface="Microsoft JhengHei"/>
                <a:cs typeface="Microsoft JhengHei"/>
              </a:rPr>
              <a:t>化三</a:t>
            </a:r>
            <a:r>
              <a:rPr sz="2800" b="1" spc="220" dirty="0">
                <a:latin typeface="Microsoft YaHei"/>
                <a:cs typeface="Microsoft YaHei"/>
              </a:rPr>
              <a:t>钾胺</a:t>
            </a:r>
            <a:r>
              <a:rPr sz="2800" b="1" spc="-50" dirty="0">
                <a:latin typeface="Microsoft JhengHei"/>
                <a:cs typeface="Microsoft JhengHei"/>
              </a:rPr>
              <a:t>。</a:t>
            </a:r>
            <a:endParaRPr sz="2800">
              <a:latin typeface="Microsoft JhengHei"/>
              <a:cs typeface="Microsoft JhengHei"/>
            </a:endParaRPr>
          </a:p>
          <a:p>
            <a:pPr marL="12700" marR="5080">
              <a:lnSpc>
                <a:spcPct val="100000"/>
              </a:lnSpc>
              <a:spcBef>
                <a:spcPts val="2430"/>
              </a:spcBef>
              <a:tabLst>
                <a:tab pos="1111885" algn="l"/>
              </a:tabLst>
            </a:pPr>
            <a:r>
              <a:rPr sz="2400" b="1" spc="200" dirty="0">
                <a:latin typeface="Microsoft YaHei"/>
                <a:cs typeface="Microsoft YaHei"/>
              </a:rPr>
              <a:t>尿</a:t>
            </a:r>
            <a:r>
              <a:rPr sz="2400" b="1" spc="204" dirty="0">
                <a:latin typeface="Microsoft JhengHei"/>
                <a:cs typeface="Microsoft JhengHei"/>
              </a:rPr>
              <a:t>素</a:t>
            </a:r>
            <a:r>
              <a:rPr sz="2400" b="1" spc="195" dirty="0">
                <a:latin typeface="Microsoft JhengHei"/>
                <a:cs typeface="Microsoft JhengHei"/>
              </a:rPr>
              <a:t>本</a:t>
            </a:r>
            <a:r>
              <a:rPr sz="2400" b="1" spc="210" dirty="0">
                <a:latin typeface="Microsoft JhengHei"/>
                <a:cs typeface="Microsoft JhengHei"/>
              </a:rPr>
              <a:t>是</a:t>
            </a:r>
            <a:r>
              <a:rPr sz="2400" b="1" spc="195" dirty="0">
                <a:latin typeface="Microsoft YaHei"/>
                <a:cs typeface="Microsoft YaHei"/>
              </a:rPr>
              <a:t>蛋</a:t>
            </a:r>
            <a:r>
              <a:rPr sz="2400" b="1" spc="200" dirty="0">
                <a:latin typeface="Microsoft YaHei"/>
                <a:cs typeface="Microsoft YaHei"/>
              </a:rPr>
              <a:t>白</a:t>
            </a:r>
            <a:r>
              <a:rPr sz="2400" b="1" spc="204" dirty="0">
                <a:latin typeface="Microsoft JhengHei"/>
                <a:cs typeface="Microsoft JhengHei"/>
              </a:rPr>
              <a:t>质</a:t>
            </a:r>
            <a:r>
              <a:rPr sz="2400" b="1" spc="195" dirty="0">
                <a:latin typeface="Microsoft JhengHei"/>
                <a:cs typeface="Microsoft JhengHei"/>
              </a:rPr>
              <a:t>代</a:t>
            </a:r>
            <a:r>
              <a:rPr sz="2400" b="1" spc="210" dirty="0">
                <a:latin typeface="Microsoft JhengHei"/>
                <a:cs typeface="Microsoft JhengHei"/>
              </a:rPr>
              <a:t>谢</a:t>
            </a:r>
            <a:r>
              <a:rPr sz="2400" b="1" spc="200" dirty="0">
                <a:latin typeface="Microsoft YaHei"/>
                <a:cs typeface="Microsoft YaHei"/>
              </a:rPr>
              <a:t>废</a:t>
            </a:r>
            <a:r>
              <a:rPr sz="2400" b="1" spc="195" dirty="0">
                <a:latin typeface="Microsoft JhengHei"/>
                <a:cs typeface="Microsoft JhengHei"/>
              </a:rPr>
              <a:t>物</a:t>
            </a:r>
            <a:r>
              <a:rPr sz="2400" b="1" dirty="0">
                <a:latin typeface="Microsoft JhengHei"/>
                <a:cs typeface="Microsoft JhengHei"/>
              </a:rPr>
              <a:t>，</a:t>
            </a:r>
            <a:r>
              <a:rPr sz="2400" b="1" spc="-390" dirty="0">
                <a:latin typeface="Microsoft JhengHei"/>
                <a:cs typeface="Microsoft JhengHei"/>
              </a:rPr>
              <a:t> </a:t>
            </a:r>
            <a:r>
              <a:rPr sz="2400" b="1" spc="200" dirty="0">
                <a:latin typeface="Microsoft YaHei"/>
                <a:cs typeface="Microsoft YaHei"/>
              </a:rPr>
              <a:t>但</a:t>
            </a:r>
            <a:r>
              <a:rPr sz="2400" b="1" spc="210" dirty="0">
                <a:latin typeface="Microsoft JhengHei"/>
                <a:cs typeface="Microsoft JhengHei"/>
              </a:rPr>
              <a:t>在</a:t>
            </a:r>
            <a:r>
              <a:rPr sz="2400" b="1" spc="195" dirty="0">
                <a:latin typeface="Microsoft YaHei"/>
                <a:cs typeface="Microsoft YaHei"/>
              </a:rPr>
              <a:t>软骨</a:t>
            </a:r>
            <a:r>
              <a:rPr sz="2400" b="1" spc="215" dirty="0">
                <a:latin typeface="Microsoft YaHei"/>
                <a:cs typeface="Microsoft YaHei"/>
              </a:rPr>
              <a:t>鱼</a:t>
            </a:r>
            <a:r>
              <a:rPr sz="2400" b="1" spc="195" dirty="0">
                <a:latin typeface="Microsoft JhengHei"/>
                <a:cs typeface="Microsoft JhengHei"/>
              </a:rPr>
              <a:t>进</a:t>
            </a:r>
            <a:r>
              <a:rPr sz="2400" b="1" spc="204" dirty="0">
                <a:latin typeface="Microsoft JhengHei"/>
                <a:cs typeface="Microsoft JhengHei"/>
              </a:rPr>
              <a:t>化</a:t>
            </a:r>
            <a:r>
              <a:rPr sz="2400" b="1" spc="200" dirty="0">
                <a:latin typeface="Microsoft JhengHei"/>
                <a:cs typeface="Microsoft JhengHei"/>
              </a:rPr>
              <a:t>过</a:t>
            </a:r>
            <a:r>
              <a:rPr sz="2400" b="1" spc="200" dirty="0">
                <a:latin typeface="Microsoft YaHei"/>
                <a:cs typeface="Microsoft YaHei"/>
              </a:rPr>
              <a:t>程</a:t>
            </a:r>
            <a:r>
              <a:rPr sz="2400" b="1" spc="204" dirty="0">
                <a:latin typeface="Microsoft JhengHei"/>
                <a:cs typeface="Microsoft JhengHei"/>
              </a:rPr>
              <a:t>中</a:t>
            </a:r>
            <a:r>
              <a:rPr sz="2400" b="1" spc="200" dirty="0">
                <a:latin typeface="Microsoft JhengHei"/>
                <a:cs typeface="Microsoft JhengHei"/>
              </a:rPr>
              <a:t>，</a:t>
            </a:r>
            <a:r>
              <a:rPr sz="2400" b="1" spc="210" dirty="0">
                <a:latin typeface="Microsoft YaHei"/>
                <a:cs typeface="Microsoft YaHei"/>
              </a:rPr>
              <a:t>被</a:t>
            </a:r>
            <a:r>
              <a:rPr sz="2400" b="1" spc="-50" dirty="0">
                <a:latin typeface="Microsoft JhengHei"/>
                <a:cs typeface="Microsoft JhengHei"/>
              </a:rPr>
              <a:t>作</a:t>
            </a:r>
            <a:r>
              <a:rPr sz="2400" b="1" spc="195" dirty="0">
                <a:latin typeface="Microsoft JhengHei"/>
                <a:cs typeface="Microsoft JhengHei"/>
              </a:rPr>
              <a:t>为</a:t>
            </a:r>
            <a:r>
              <a:rPr sz="2400" b="1" spc="204" dirty="0">
                <a:latin typeface="Microsoft JhengHei"/>
                <a:cs typeface="Microsoft JhengHei"/>
              </a:rPr>
              <a:t>有</a:t>
            </a:r>
            <a:r>
              <a:rPr sz="2400" b="1" spc="195" dirty="0">
                <a:latin typeface="Microsoft JhengHei"/>
                <a:cs typeface="Microsoft JhengHei"/>
              </a:rPr>
              <a:t>用</a:t>
            </a:r>
            <a:r>
              <a:rPr sz="2400" b="1" spc="204" dirty="0">
                <a:latin typeface="Microsoft JhengHei"/>
                <a:cs typeface="Microsoft JhengHei"/>
              </a:rPr>
              <a:t>物质</a:t>
            </a:r>
            <a:r>
              <a:rPr sz="2400" b="1" spc="200" dirty="0">
                <a:latin typeface="Microsoft YaHei"/>
                <a:cs typeface="Microsoft YaHei"/>
              </a:rPr>
              <a:t>利</a:t>
            </a:r>
            <a:r>
              <a:rPr sz="2400" b="1" spc="210" dirty="0">
                <a:latin typeface="Microsoft JhengHei"/>
                <a:cs typeface="Microsoft JhengHei"/>
              </a:rPr>
              <a:t>用</a:t>
            </a:r>
            <a:r>
              <a:rPr sz="2400" b="1" spc="200" dirty="0">
                <a:latin typeface="Microsoft JhengHei"/>
                <a:cs typeface="Microsoft JhengHei"/>
              </a:rPr>
              <a:t>起</a:t>
            </a:r>
            <a:r>
              <a:rPr sz="2400" b="1" spc="204" dirty="0">
                <a:latin typeface="Microsoft JhengHei"/>
                <a:cs typeface="Microsoft JhengHei"/>
              </a:rPr>
              <a:t>来</a:t>
            </a:r>
            <a:r>
              <a:rPr sz="2400" b="1" spc="200" dirty="0">
                <a:latin typeface="Microsoft JhengHei"/>
                <a:cs typeface="Microsoft JhengHei"/>
              </a:rPr>
              <a:t>。</a:t>
            </a:r>
            <a:r>
              <a:rPr sz="2400" b="1" spc="200" dirty="0">
                <a:latin typeface="Microsoft YaHei"/>
                <a:cs typeface="Microsoft YaHei"/>
              </a:rPr>
              <a:t>但</a:t>
            </a:r>
            <a:r>
              <a:rPr sz="2400" b="1" spc="210" dirty="0">
                <a:latin typeface="Microsoft JhengHei"/>
                <a:cs typeface="Microsoft JhengHei"/>
              </a:rPr>
              <a:t>是</a:t>
            </a:r>
            <a:r>
              <a:rPr sz="2400" b="1" spc="200" dirty="0">
                <a:latin typeface="Microsoft YaHei"/>
                <a:cs typeface="Microsoft YaHei"/>
              </a:rPr>
              <a:t>尿</a:t>
            </a:r>
            <a:r>
              <a:rPr sz="2400" b="1" spc="210" dirty="0">
                <a:latin typeface="Microsoft JhengHei"/>
                <a:cs typeface="Microsoft JhengHei"/>
              </a:rPr>
              <a:t>素</a:t>
            </a:r>
            <a:r>
              <a:rPr sz="2400" b="1" spc="195" dirty="0">
                <a:latin typeface="Microsoft YaHei"/>
                <a:cs typeface="Microsoft YaHei"/>
              </a:rPr>
              <a:t>使蛋</a:t>
            </a:r>
            <a:r>
              <a:rPr sz="2400" b="1" spc="215" dirty="0">
                <a:latin typeface="Microsoft YaHei"/>
                <a:cs typeface="Microsoft YaHei"/>
              </a:rPr>
              <a:t>白</a:t>
            </a:r>
            <a:r>
              <a:rPr sz="2400" b="1" spc="195" dirty="0">
                <a:latin typeface="Microsoft JhengHei"/>
                <a:cs typeface="Microsoft JhengHei"/>
              </a:rPr>
              <a:t>质</a:t>
            </a:r>
            <a:r>
              <a:rPr sz="2400" b="1" spc="210" dirty="0">
                <a:latin typeface="Microsoft JhengHei"/>
                <a:cs typeface="Microsoft JhengHei"/>
              </a:rPr>
              <a:t>和</a:t>
            </a:r>
            <a:r>
              <a:rPr sz="2400" b="1" spc="200" dirty="0">
                <a:latin typeface="Microsoft JhengHei"/>
                <a:cs typeface="Microsoft JhengHei"/>
              </a:rPr>
              <a:t>酶</a:t>
            </a:r>
            <a:r>
              <a:rPr sz="2400" b="1" spc="195" dirty="0">
                <a:latin typeface="Microsoft YaHei"/>
                <a:cs typeface="Microsoft YaHei"/>
              </a:rPr>
              <a:t>不</a:t>
            </a:r>
            <a:r>
              <a:rPr sz="2400" b="1" spc="204" dirty="0">
                <a:latin typeface="Microsoft YaHei"/>
                <a:cs typeface="Microsoft YaHei"/>
              </a:rPr>
              <a:t>稳</a:t>
            </a:r>
            <a:r>
              <a:rPr sz="2400" b="1" spc="200" dirty="0">
                <a:latin typeface="Microsoft YaHei"/>
                <a:cs typeface="Microsoft YaHei"/>
              </a:rPr>
              <a:t>定</a:t>
            </a:r>
            <a:r>
              <a:rPr sz="2400" b="1" dirty="0">
                <a:latin typeface="Microsoft JhengHei"/>
                <a:cs typeface="Microsoft JhengHei"/>
              </a:rPr>
              <a:t>，</a:t>
            </a:r>
            <a:r>
              <a:rPr sz="2400" b="1" spc="-390" dirty="0">
                <a:latin typeface="Microsoft JhengHei"/>
                <a:cs typeface="Microsoft JhengHei"/>
              </a:rPr>
              <a:t> </a:t>
            </a:r>
            <a:r>
              <a:rPr sz="2400" b="1" spc="-50" dirty="0">
                <a:latin typeface="Microsoft YaHei"/>
                <a:cs typeface="Microsoft YaHei"/>
              </a:rPr>
              <a:t>氧</a:t>
            </a:r>
            <a:r>
              <a:rPr sz="2400" b="1" spc="195" dirty="0">
                <a:latin typeface="Microsoft JhengHei"/>
                <a:cs typeface="Microsoft JhengHei"/>
              </a:rPr>
              <a:t>化</a:t>
            </a:r>
            <a:r>
              <a:rPr sz="2400" b="1" spc="210" dirty="0">
                <a:latin typeface="Microsoft JhengHei"/>
                <a:cs typeface="Microsoft JhengHei"/>
              </a:rPr>
              <a:t>三</a:t>
            </a:r>
            <a:r>
              <a:rPr sz="2400" b="1" spc="195" dirty="0">
                <a:latin typeface="Microsoft YaHei"/>
                <a:cs typeface="Microsoft YaHei"/>
              </a:rPr>
              <a:t>钾</a:t>
            </a:r>
            <a:r>
              <a:rPr sz="2400" b="1" spc="210" dirty="0">
                <a:latin typeface="Microsoft YaHei"/>
                <a:cs typeface="Microsoft YaHei"/>
              </a:rPr>
              <a:t>胺</a:t>
            </a:r>
            <a:r>
              <a:rPr sz="2400" b="1" spc="200" dirty="0">
                <a:latin typeface="Microsoft JhengHei"/>
                <a:cs typeface="Microsoft JhengHei"/>
              </a:rPr>
              <a:t>正</a:t>
            </a:r>
            <a:r>
              <a:rPr sz="2400" b="1" spc="195" dirty="0">
                <a:latin typeface="Microsoft JhengHei"/>
                <a:cs typeface="Microsoft JhengHei"/>
              </a:rPr>
              <a:t>好</a:t>
            </a:r>
            <a:r>
              <a:rPr sz="2400" b="1" spc="210" dirty="0">
                <a:latin typeface="Microsoft JhengHei"/>
                <a:cs typeface="Microsoft JhengHei"/>
              </a:rPr>
              <a:t>抵</a:t>
            </a:r>
            <a:r>
              <a:rPr sz="2400" b="1" spc="200" dirty="0">
                <a:latin typeface="Microsoft YaHei"/>
                <a:cs typeface="Microsoft YaHei"/>
              </a:rPr>
              <a:t>消</a:t>
            </a:r>
            <a:r>
              <a:rPr sz="2400" b="1" spc="210" dirty="0">
                <a:latin typeface="Microsoft JhengHei"/>
                <a:cs typeface="Microsoft JhengHei"/>
              </a:rPr>
              <a:t>了</a:t>
            </a:r>
            <a:r>
              <a:rPr sz="2400" b="1" spc="200" dirty="0">
                <a:latin typeface="Microsoft YaHei"/>
                <a:cs typeface="Microsoft YaHei"/>
              </a:rPr>
              <a:t>尿</a:t>
            </a:r>
            <a:r>
              <a:rPr sz="2400" b="1" spc="195" dirty="0">
                <a:latin typeface="Microsoft JhengHei"/>
                <a:cs typeface="Microsoft JhengHei"/>
              </a:rPr>
              <a:t>素</a:t>
            </a:r>
            <a:r>
              <a:rPr sz="2400" b="1" spc="210" dirty="0">
                <a:latin typeface="Microsoft JhengHei"/>
                <a:cs typeface="Microsoft JhengHei"/>
              </a:rPr>
              <a:t>对</a:t>
            </a:r>
            <a:r>
              <a:rPr sz="2400" b="1" spc="200" dirty="0">
                <a:latin typeface="Microsoft JhengHei"/>
                <a:cs typeface="Microsoft JhengHei"/>
              </a:rPr>
              <a:t>酶</a:t>
            </a:r>
            <a:r>
              <a:rPr sz="2400" b="1" spc="210" dirty="0">
                <a:latin typeface="Microsoft JhengHei"/>
                <a:cs typeface="Microsoft JhengHei"/>
              </a:rPr>
              <a:t>的</a:t>
            </a:r>
            <a:r>
              <a:rPr sz="2400" b="1" spc="200" dirty="0">
                <a:latin typeface="Microsoft JhengHei"/>
                <a:cs typeface="Microsoft JhengHei"/>
              </a:rPr>
              <a:t>抑</a:t>
            </a:r>
            <a:r>
              <a:rPr sz="2400" b="1" spc="200" dirty="0">
                <a:latin typeface="Microsoft YaHei"/>
                <a:cs typeface="Microsoft YaHei"/>
              </a:rPr>
              <a:t>制</a:t>
            </a:r>
            <a:r>
              <a:rPr sz="2400" b="1" spc="204" dirty="0">
                <a:latin typeface="Microsoft JhengHei"/>
                <a:cs typeface="Microsoft JhengHei"/>
              </a:rPr>
              <a:t>作</a:t>
            </a:r>
            <a:r>
              <a:rPr sz="2400" b="1" spc="195" dirty="0">
                <a:latin typeface="Microsoft JhengHei"/>
                <a:cs typeface="Microsoft JhengHei"/>
              </a:rPr>
              <a:t>用</a:t>
            </a:r>
            <a:r>
              <a:rPr sz="2400" b="1" spc="210" dirty="0">
                <a:latin typeface="Microsoft JhengHei"/>
                <a:cs typeface="Microsoft JhengHei"/>
              </a:rPr>
              <a:t>。</a:t>
            </a:r>
            <a:r>
              <a:rPr sz="2400" b="1" spc="200" dirty="0">
                <a:latin typeface="Microsoft JhengHei"/>
                <a:cs typeface="Microsoft JhengHei"/>
              </a:rPr>
              <a:t>抵</a:t>
            </a:r>
            <a:r>
              <a:rPr sz="2400" b="1" spc="200" dirty="0">
                <a:latin typeface="Microsoft YaHei"/>
                <a:cs typeface="Microsoft YaHei"/>
              </a:rPr>
              <a:t>消</a:t>
            </a:r>
            <a:r>
              <a:rPr sz="2400" b="1" spc="204" dirty="0">
                <a:latin typeface="Microsoft JhengHei"/>
                <a:cs typeface="Microsoft JhengHei"/>
              </a:rPr>
              <a:t>作</a:t>
            </a:r>
            <a:r>
              <a:rPr sz="2400" b="1" spc="195" dirty="0">
                <a:latin typeface="Microsoft JhengHei"/>
                <a:cs typeface="Microsoft JhengHei"/>
              </a:rPr>
              <a:t>用</a:t>
            </a:r>
            <a:r>
              <a:rPr sz="2400" b="1" spc="204" dirty="0">
                <a:latin typeface="Microsoft JhengHei"/>
                <a:cs typeface="Microsoft JhengHei"/>
              </a:rPr>
              <a:t>最</a:t>
            </a:r>
            <a:r>
              <a:rPr sz="2400" b="1" spc="-50" dirty="0">
                <a:latin typeface="Microsoft JhengHei"/>
                <a:cs typeface="Microsoft JhengHei"/>
              </a:rPr>
              <a:t>大</a:t>
            </a:r>
            <a:r>
              <a:rPr sz="2400" b="1" spc="195" dirty="0">
                <a:latin typeface="Microsoft YaHei"/>
                <a:cs typeface="Microsoft YaHei"/>
              </a:rPr>
              <a:t>出</a:t>
            </a:r>
            <a:r>
              <a:rPr sz="2400" b="1" spc="210" dirty="0">
                <a:latin typeface="Microsoft YaHei"/>
                <a:cs typeface="Microsoft YaHei"/>
              </a:rPr>
              <a:t>现</a:t>
            </a:r>
            <a:r>
              <a:rPr sz="2400" b="1" spc="200" dirty="0">
                <a:latin typeface="Microsoft JhengHei"/>
                <a:cs typeface="Microsoft JhengHei"/>
              </a:rPr>
              <a:t>在</a:t>
            </a:r>
            <a:r>
              <a:rPr sz="2400" b="1" spc="210" dirty="0">
                <a:latin typeface="Microsoft YaHei"/>
                <a:cs typeface="Microsoft YaHei"/>
              </a:rPr>
              <a:t>尿</a:t>
            </a:r>
            <a:r>
              <a:rPr sz="2400" b="1" spc="195" dirty="0">
                <a:latin typeface="Microsoft JhengHei"/>
                <a:cs typeface="Microsoft JhengHei"/>
              </a:rPr>
              <a:t>素含</a:t>
            </a:r>
            <a:r>
              <a:rPr sz="2400" b="1" spc="204" dirty="0">
                <a:latin typeface="Microsoft JhengHei"/>
                <a:cs typeface="Microsoft JhengHei"/>
              </a:rPr>
              <a:t>量与</a:t>
            </a:r>
            <a:r>
              <a:rPr sz="2400" b="1" spc="210" dirty="0">
                <a:latin typeface="Microsoft YaHei"/>
                <a:cs typeface="Microsoft YaHei"/>
              </a:rPr>
              <a:t>氧</a:t>
            </a:r>
            <a:r>
              <a:rPr sz="2400" b="1" spc="195" dirty="0">
                <a:latin typeface="Microsoft JhengHei"/>
                <a:cs typeface="Microsoft JhengHei"/>
              </a:rPr>
              <a:t>化</a:t>
            </a:r>
            <a:r>
              <a:rPr sz="2400" b="1" spc="200" dirty="0">
                <a:latin typeface="Microsoft JhengHei"/>
                <a:cs typeface="Microsoft JhengHei"/>
              </a:rPr>
              <a:t>三</a:t>
            </a:r>
            <a:r>
              <a:rPr sz="2400" b="1" spc="204" dirty="0">
                <a:latin typeface="Microsoft YaHei"/>
                <a:cs typeface="Microsoft YaHei"/>
              </a:rPr>
              <a:t>钾</a:t>
            </a:r>
            <a:r>
              <a:rPr sz="2400" b="1" spc="200" dirty="0">
                <a:latin typeface="Microsoft YaHei"/>
                <a:cs typeface="Microsoft YaHei"/>
              </a:rPr>
              <a:t>胺</a:t>
            </a:r>
            <a:r>
              <a:rPr sz="2400" b="1" spc="204" dirty="0">
                <a:latin typeface="Microsoft JhengHei"/>
                <a:cs typeface="Microsoft JhengHei"/>
              </a:rPr>
              <a:t>含</a:t>
            </a:r>
            <a:r>
              <a:rPr sz="2400" b="1" spc="195" dirty="0">
                <a:latin typeface="Microsoft JhengHei"/>
                <a:cs typeface="Microsoft JhengHei"/>
              </a:rPr>
              <a:t>量</a:t>
            </a:r>
            <a:r>
              <a:rPr sz="2400" b="1" dirty="0">
                <a:latin typeface="Microsoft JhengHei"/>
                <a:cs typeface="Microsoft JhengHei"/>
              </a:rPr>
              <a:t>为 </a:t>
            </a:r>
            <a:r>
              <a:rPr sz="2400" b="1" dirty="0">
                <a:latin typeface="Times New Roman"/>
                <a:cs typeface="Times New Roman"/>
              </a:rPr>
              <a:t>2:1</a:t>
            </a:r>
            <a:r>
              <a:rPr sz="2400" b="1" spc="-30" dirty="0">
                <a:latin typeface="Times New Roman"/>
                <a:cs typeface="Times New Roman"/>
              </a:rPr>
              <a:t> </a:t>
            </a:r>
            <a:r>
              <a:rPr sz="2400" b="1" spc="200" dirty="0">
                <a:latin typeface="Microsoft YaHei"/>
                <a:cs typeface="Microsoft YaHei"/>
              </a:rPr>
              <a:t>时</a:t>
            </a:r>
            <a:r>
              <a:rPr sz="2400" b="1" spc="200" dirty="0">
                <a:latin typeface="Microsoft JhengHei"/>
                <a:cs typeface="Microsoft JhengHei"/>
              </a:rPr>
              <a:t>。</a:t>
            </a:r>
            <a:r>
              <a:rPr sz="2400" b="1" spc="210" dirty="0">
                <a:latin typeface="Microsoft YaHei"/>
                <a:cs typeface="Microsoft YaHei"/>
              </a:rPr>
              <a:t>这</a:t>
            </a:r>
            <a:r>
              <a:rPr sz="2400" b="1" spc="200" dirty="0">
                <a:latin typeface="Microsoft JhengHei"/>
                <a:cs typeface="Microsoft JhengHei"/>
              </a:rPr>
              <a:t>个</a:t>
            </a:r>
            <a:r>
              <a:rPr sz="2400" b="1" spc="210" dirty="0">
                <a:latin typeface="Microsoft JhengHei"/>
                <a:cs typeface="Microsoft JhengHei"/>
              </a:rPr>
              <a:t>比</a:t>
            </a:r>
            <a:r>
              <a:rPr sz="2400" b="1" spc="200" dirty="0">
                <a:latin typeface="Microsoft JhengHei"/>
                <a:cs typeface="Microsoft JhengHei"/>
              </a:rPr>
              <a:t>例</a:t>
            </a:r>
            <a:r>
              <a:rPr sz="2400" b="1" spc="-50" dirty="0">
                <a:latin typeface="Microsoft YaHei"/>
                <a:cs typeface="Microsoft YaHei"/>
              </a:rPr>
              <a:t>数</a:t>
            </a:r>
            <a:r>
              <a:rPr sz="2400" b="1" spc="200" dirty="0">
                <a:latin typeface="Microsoft JhengHei"/>
                <a:cs typeface="Microsoft JhengHei"/>
              </a:rPr>
              <a:t>字</a:t>
            </a:r>
            <a:r>
              <a:rPr sz="2400" b="1" spc="210" dirty="0">
                <a:latin typeface="Microsoft JhengHei"/>
                <a:cs typeface="Microsoft JhengHei"/>
              </a:rPr>
              <a:t>正</a:t>
            </a:r>
            <a:r>
              <a:rPr sz="2400" b="1" spc="200" dirty="0">
                <a:latin typeface="Microsoft JhengHei"/>
                <a:cs typeface="Microsoft JhengHei"/>
              </a:rPr>
              <a:t>好</a:t>
            </a:r>
            <a:r>
              <a:rPr sz="2400" b="1" spc="210" dirty="0">
                <a:latin typeface="Microsoft YaHei"/>
                <a:cs typeface="Microsoft YaHei"/>
              </a:rPr>
              <a:t>通</a:t>
            </a:r>
            <a:r>
              <a:rPr sz="2400" b="1" spc="200" dirty="0">
                <a:latin typeface="Microsoft JhengHei"/>
                <a:cs typeface="Microsoft JhengHei"/>
              </a:rPr>
              <a:t>常</a:t>
            </a:r>
            <a:r>
              <a:rPr sz="2400" b="1" spc="195" dirty="0">
                <a:latin typeface="Microsoft YaHei"/>
                <a:cs typeface="Microsoft YaHei"/>
              </a:rPr>
              <a:t>出</a:t>
            </a:r>
            <a:r>
              <a:rPr sz="2400" b="1" spc="210" dirty="0">
                <a:latin typeface="Microsoft YaHei"/>
                <a:cs typeface="Microsoft YaHei"/>
              </a:rPr>
              <a:t>现</a:t>
            </a:r>
            <a:r>
              <a:rPr sz="2400" b="1" spc="195" dirty="0">
                <a:latin typeface="Microsoft JhengHei"/>
                <a:cs typeface="Microsoft JhengHei"/>
              </a:rPr>
              <a:t>在</a:t>
            </a:r>
            <a:r>
              <a:rPr sz="2400" b="1" spc="210" dirty="0">
                <a:latin typeface="Microsoft JhengHei"/>
                <a:cs typeface="Microsoft JhengHei"/>
              </a:rPr>
              <a:t>海</a:t>
            </a:r>
            <a:r>
              <a:rPr sz="2400" b="1" spc="195" dirty="0">
                <a:latin typeface="Microsoft YaHei"/>
                <a:cs typeface="Microsoft YaHei"/>
              </a:rPr>
              <a:t>洋软</a:t>
            </a:r>
            <a:r>
              <a:rPr sz="2400" b="1" spc="204" dirty="0">
                <a:latin typeface="Microsoft YaHei"/>
                <a:cs typeface="Microsoft YaHei"/>
              </a:rPr>
              <a:t>骨鱼</a:t>
            </a:r>
            <a:r>
              <a:rPr sz="2400" b="1" spc="204" dirty="0">
                <a:latin typeface="Microsoft JhengHei"/>
                <a:cs typeface="Microsoft JhengHei"/>
              </a:rPr>
              <a:t>中</a:t>
            </a:r>
            <a:r>
              <a:rPr sz="2400" b="1" spc="195" dirty="0">
                <a:latin typeface="Microsoft JhengHei"/>
                <a:cs typeface="Microsoft JhengHei"/>
              </a:rPr>
              <a:t>。</a:t>
            </a:r>
            <a:r>
              <a:rPr sz="2400" b="1" spc="200" dirty="0">
                <a:latin typeface="Microsoft JhengHei"/>
                <a:cs typeface="Microsoft JhengHei"/>
              </a:rPr>
              <a:t>海</a:t>
            </a:r>
            <a:r>
              <a:rPr sz="2400" b="1" spc="204" dirty="0">
                <a:latin typeface="Microsoft YaHei"/>
                <a:cs typeface="Microsoft YaHei"/>
              </a:rPr>
              <a:t>洋</a:t>
            </a:r>
            <a:r>
              <a:rPr sz="2400" b="1" spc="195" dirty="0">
                <a:latin typeface="Microsoft YaHei"/>
                <a:cs typeface="Microsoft YaHei"/>
              </a:rPr>
              <a:t>软</a:t>
            </a:r>
            <a:r>
              <a:rPr sz="2400" b="1" spc="204" dirty="0">
                <a:latin typeface="Microsoft YaHei"/>
                <a:cs typeface="Microsoft YaHei"/>
              </a:rPr>
              <a:t>骨</a:t>
            </a:r>
            <a:r>
              <a:rPr sz="2400" b="1" spc="195" dirty="0">
                <a:latin typeface="Microsoft YaHei"/>
                <a:cs typeface="Microsoft YaHei"/>
              </a:rPr>
              <a:t>鱼</a:t>
            </a:r>
            <a:r>
              <a:rPr sz="2400" b="1" spc="204" dirty="0">
                <a:latin typeface="Microsoft YaHei"/>
                <a:cs typeface="Microsoft YaHei"/>
              </a:rPr>
              <a:t>血</a:t>
            </a:r>
            <a:r>
              <a:rPr sz="2400" b="1" spc="204" dirty="0">
                <a:latin typeface="Microsoft JhengHei"/>
                <a:cs typeface="Microsoft JhengHei"/>
              </a:rPr>
              <a:t>液</a:t>
            </a:r>
            <a:r>
              <a:rPr sz="2400" b="1" spc="195" dirty="0">
                <a:latin typeface="Microsoft JhengHei"/>
                <a:cs typeface="Microsoft JhengHei"/>
              </a:rPr>
              <a:t>与</a:t>
            </a:r>
            <a:r>
              <a:rPr sz="2400" b="1" spc="204" dirty="0">
                <a:latin typeface="Microsoft JhengHei"/>
                <a:cs typeface="Microsoft JhengHei"/>
              </a:rPr>
              <a:t>体</a:t>
            </a:r>
            <a:r>
              <a:rPr sz="2400" b="1" spc="-50" dirty="0">
                <a:latin typeface="Microsoft JhengHei"/>
                <a:cs typeface="Microsoft JhengHei"/>
              </a:rPr>
              <a:t>液</a:t>
            </a:r>
            <a:r>
              <a:rPr sz="2400" b="1" spc="195" dirty="0">
                <a:latin typeface="Microsoft YaHei"/>
                <a:cs typeface="Microsoft YaHei"/>
              </a:rPr>
              <a:t>渗</a:t>
            </a:r>
            <a:r>
              <a:rPr sz="2400" b="1" spc="204" dirty="0">
                <a:latin typeface="Microsoft YaHei"/>
                <a:cs typeface="Microsoft YaHei"/>
              </a:rPr>
              <a:t>透</a:t>
            </a:r>
            <a:r>
              <a:rPr sz="2400" b="1" spc="200" dirty="0">
                <a:latin typeface="Microsoft YaHei"/>
                <a:cs typeface="Microsoft YaHei"/>
              </a:rPr>
              <a:t>压</a:t>
            </a:r>
            <a:r>
              <a:rPr sz="2400" b="1" spc="210" dirty="0">
                <a:latin typeface="Microsoft JhengHei"/>
                <a:cs typeface="Microsoft JhengHei"/>
              </a:rPr>
              <a:t>虽</a:t>
            </a:r>
            <a:r>
              <a:rPr sz="2400" b="1" spc="195" dirty="0">
                <a:latin typeface="Microsoft JhengHei"/>
                <a:cs typeface="Microsoft JhengHei"/>
              </a:rPr>
              <a:t>与环</a:t>
            </a:r>
            <a:r>
              <a:rPr sz="2400" b="1" spc="204" dirty="0">
                <a:latin typeface="Microsoft JhengHei"/>
                <a:cs typeface="Microsoft JhengHei"/>
              </a:rPr>
              <a:t>境等</a:t>
            </a:r>
            <a:r>
              <a:rPr sz="2400" b="1" spc="210" dirty="0">
                <a:latin typeface="Microsoft YaHei"/>
                <a:cs typeface="Microsoft YaHei"/>
              </a:rPr>
              <a:t>渗</a:t>
            </a:r>
            <a:r>
              <a:rPr sz="2400" b="1" spc="200" dirty="0">
                <a:latin typeface="Microsoft JhengHei"/>
                <a:cs typeface="Microsoft JhengHei"/>
              </a:rPr>
              <a:t>，</a:t>
            </a:r>
            <a:r>
              <a:rPr sz="2400" b="1" spc="195" dirty="0">
                <a:latin typeface="Microsoft YaHei"/>
                <a:cs typeface="Microsoft YaHei"/>
              </a:rPr>
              <a:t>但</a:t>
            </a:r>
            <a:r>
              <a:rPr sz="2400" b="1" spc="210" dirty="0">
                <a:latin typeface="Microsoft YaHei"/>
                <a:cs typeface="Microsoft YaHei"/>
              </a:rPr>
              <a:t>仍</a:t>
            </a:r>
            <a:r>
              <a:rPr sz="2400" b="1" spc="200" dirty="0">
                <a:latin typeface="Microsoft JhengHei"/>
                <a:cs typeface="Microsoft JhengHei"/>
              </a:rPr>
              <a:t>然</a:t>
            </a:r>
            <a:r>
              <a:rPr sz="2400" b="1" spc="204" dirty="0">
                <a:latin typeface="Microsoft JhengHei"/>
                <a:cs typeface="Microsoft JhengHei"/>
              </a:rPr>
              <a:t>有</a:t>
            </a:r>
            <a:r>
              <a:rPr sz="2400" b="1" spc="195" dirty="0">
                <a:latin typeface="Microsoft JhengHei"/>
                <a:cs typeface="Microsoft JhengHei"/>
              </a:rPr>
              <a:t>有力</a:t>
            </a:r>
            <a:r>
              <a:rPr sz="2400" b="1" spc="215" dirty="0">
                <a:latin typeface="Microsoft JhengHei"/>
                <a:cs typeface="Microsoft JhengHei"/>
              </a:rPr>
              <a:t>的</a:t>
            </a:r>
            <a:r>
              <a:rPr sz="2400" b="1" spc="195" dirty="0">
                <a:latin typeface="Microsoft YaHei"/>
                <a:cs typeface="Microsoft YaHei"/>
              </a:rPr>
              <a:t>离</a:t>
            </a:r>
            <a:r>
              <a:rPr sz="2400" b="1" spc="204" dirty="0">
                <a:latin typeface="Microsoft YaHei"/>
                <a:cs typeface="Microsoft YaHei"/>
              </a:rPr>
              <a:t>子</a:t>
            </a:r>
            <a:r>
              <a:rPr sz="2400" b="1" spc="200" dirty="0">
                <a:latin typeface="Microsoft YaHei"/>
                <a:cs typeface="Microsoft YaHei"/>
              </a:rPr>
              <a:t>调</a:t>
            </a:r>
            <a:r>
              <a:rPr sz="2400" b="1" spc="195" dirty="0">
                <a:latin typeface="Microsoft JhengHei"/>
                <a:cs typeface="Microsoft JhengHei"/>
              </a:rPr>
              <a:t>节</a:t>
            </a:r>
            <a:r>
              <a:rPr sz="2400" b="1" dirty="0">
                <a:latin typeface="Microsoft JhengHei"/>
                <a:cs typeface="Microsoft JhengHei"/>
              </a:rPr>
              <a:t>，</a:t>
            </a:r>
            <a:r>
              <a:rPr sz="2400" b="1" spc="-390" dirty="0">
                <a:latin typeface="Microsoft JhengHei"/>
                <a:cs typeface="Microsoft JhengHei"/>
              </a:rPr>
              <a:t> </a:t>
            </a:r>
            <a:r>
              <a:rPr sz="2400" b="1" spc="195" dirty="0">
                <a:latin typeface="Microsoft YaHei"/>
                <a:cs typeface="Microsoft YaHei"/>
              </a:rPr>
              <a:t>如</a:t>
            </a:r>
            <a:r>
              <a:rPr sz="2400" b="1" spc="210" dirty="0">
                <a:latin typeface="Microsoft YaHei"/>
                <a:cs typeface="Microsoft YaHei"/>
              </a:rPr>
              <a:t>血</a:t>
            </a:r>
            <a:r>
              <a:rPr sz="2400" b="1" spc="-50" dirty="0">
                <a:latin typeface="Microsoft JhengHei"/>
                <a:cs typeface="Microsoft JhengHei"/>
              </a:rPr>
              <a:t>液</a:t>
            </a:r>
            <a:r>
              <a:rPr sz="2400" b="1" dirty="0">
                <a:latin typeface="Microsoft JhengHei"/>
                <a:cs typeface="Microsoft JhengHei"/>
              </a:rPr>
              <a:t>中</a:t>
            </a:r>
            <a:r>
              <a:rPr sz="2400" b="1" spc="180" dirty="0">
                <a:latin typeface="Microsoft JhengHei"/>
                <a:cs typeface="Microsoft JhengHei"/>
              </a:rPr>
              <a:t> </a:t>
            </a:r>
            <a:r>
              <a:rPr sz="2400" b="1" spc="-25" dirty="0">
                <a:latin typeface="Times New Roman"/>
                <a:cs typeface="Times New Roman"/>
              </a:rPr>
              <a:t>Na+</a:t>
            </a:r>
            <a:r>
              <a:rPr sz="2400" b="1" dirty="0">
                <a:latin typeface="Times New Roman"/>
                <a:cs typeface="Times New Roman"/>
              </a:rPr>
              <a:t>	</a:t>
            </a:r>
            <a:r>
              <a:rPr sz="2400" b="1" spc="204" dirty="0">
                <a:latin typeface="Microsoft JhengHei"/>
                <a:cs typeface="Microsoft JhengHei"/>
              </a:rPr>
              <a:t>大</a:t>
            </a:r>
            <a:r>
              <a:rPr sz="2400" b="1" spc="195" dirty="0">
                <a:latin typeface="Microsoft JhengHei"/>
                <a:cs typeface="Microsoft JhengHei"/>
              </a:rPr>
              <a:t>约为</a:t>
            </a:r>
            <a:r>
              <a:rPr sz="2400" b="1" spc="204" dirty="0">
                <a:latin typeface="Microsoft JhengHei"/>
                <a:cs typeface="Microsoft JhengHei"/>
              </a:rPr>
              <a:t>海</a:t>
            </a:r>
            <a:r>
              <a:rPr sz="2400" b="1" spc="195" dirty="0">
                <a:latin typeface="Microsoft JhengHei"/>
                <a:cs typeface="Microsoft JhengHei"/>
              </a:rPr>
              <a:t>水</a:t>
            </a:r>
            <a:r>
              <a:rPr sz="2400" b="1" spc="204" dirty="0">
                <a:latin typeface="Microsoft JhengHei"/>
                <a:cs typeface="Microsoft JhengHei"/>
              </a:rPr>
              <a:t>的</a:t>
            </a:r>
            <a:r>
              <a:rPr sz="2400" b="1" spc="195" dirty="0">
                <a:latin typeface="Microsoft JhengHei"/>
                <a:cs typeface="Microsoft JhengHei"/>
              </a:rPr>
              <a:t>一半</a:t>
            </a:r>
            <a:r>
              <a:rPr sz="2400" b="1" spc="225" dirty="0">
                <a:latin typeface="Microsoft JhengHei"/>
                <a:cs typeface="Microsoft JhengHei"/>
              </a:rPr>
              <a:t>。</a:t>
            </a:r>
            <a:r>
              <a:rPr sz="2400" b="1" spc="195" dirty="0">
                <a:latin typeface="Microsoft YaHei"/>
                <a:cs typeface="Microsoft YaHei"/>
              </a:rPr>
              <a:t>排</a:t>
            </a:r>
            <a:r>
              <a:rPr sz="2400" b="1" spc="210" dirty="0">
                <a:latin typeface="Microsoft YaHei"/>
                <a:cs typeface="Microsoft YaHei"/>
              </a:rPr>
              <a:t>出</a:t>
            </a:r>
            <a:r>
              <a:rPr sz="2400" b="1" spc="195" dirty="0">
                <a:latin typeface="Microsoft JhengHei"/>
                <a:cs typeface="Microsoft JhengHei"/>
              </a:rPr>
              <a:t>体内</a:t>
            </a:r>
            <a:r>
              <a:rPr sz="2400" b="1" spc="215" dirty="0">
                <a:latin typeface="Microsoft JhengHei"/>
                <a:cs typeface="Microsoft JhengHei"/>
              </a:rPr>
              <a:t>多</a:t>
            </a:r>
            <a:r>
              <a:rPr sz="2400" b="1" dirty="0">
                <a:latin typeface="Microsoft JhengHei"/>
                <a:cs typeface="Microsoft JhengHei"/>
              </a:rPr>
              <a:t>余 </a:t>
            </a:r>
            <a:r>
              <a:rPr sz="2400" b="1" dirty="0">
                <a:latin typeface="Times New Roman"/>
                <a:cs typeface="Times New Roman"/>
              </a:rPr>
              <a:t>Na+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Microsoft JhengHei"/>
                <a:cs typeface="Microsoft JhengHei"/>
              </a:rPr>
              <a:t>，</a:t>
            </a:r>
            <a:r>
              <a:rPr sz="2400" b="1" spc="-395" dirty="0">
                <a:latin typeface="Microsoft JhengHei"/>
                <a:cs typeface="Microsoft JhengHei"/>
              </a:rPr>
              <a:t> </a:t>
            </a:r>
            <a:r>
              <a:rPr sz="2400" b="1" spc="195" dirty="0">
                <a:latin typeface="Microsoft JhengHei"/>
                <a:cs typeface="Microsoft JhengHei"/>
              </a:rPr>
              <a:t>主</a:t>
            </a:r>
            <a:r>
              <a:rPr sz="2400" b="1" spc="210" dirty="0">
                <a:latin typeface="Microsoft JhengHei"/>
                <a:cs typeface="Microsoft JhengHei"/>
              </a:rPr>
              <a:t>要</a:t>
            </a:r>
            <a:r>
              <a:rPr sz="2400" b="1" spc="-50" dirty="0">
                <a:latin typeface="Microsoft YaHei"/>
                <a:cs typeface="Microsoft YaHei"/>
              </a:rPr>
              <a:t>靠</a:t>
            </a:r>
            <a:r>
              <a:rPr sz="2400" b="1" spc="200" dirty="0">
                <a:latin typeface="Microsoft YaHei"/>
                <a:cs typeface="Microsoft YaHei"/>
              </a:rPr>
              <a:t>直</a:t>
            </a:r>
            <a:r>
              <a:rPr sz="2400" b="1" spc="210" dirty="0">
                <a:latin typeface="Microsoft JhengHei"/>
                <a:cs typeface="Microsoft JhengHei"/>
              </a:rPr>
              <a:t>肠</a:t>
            </a:r>
            <a:r>
              <a:rPr sz="2400" b="1" spc="200" dirty="0">
                <a:latin typeface="Microsoft YaHei"/>
                <a:cs typeface="Microsoft YaHei"/>
              </a:rPr>
              <a:t>腺</a:t>
            </a:r>
            <a:r>
              <a:rPr sz="2400" b="1" dirty="0">
                <a:latin typeface="Microsoft JhengHei"/>
                <a:cs typeface="Microsoft JhengHei"/>
              </a:rPr>
              <a:t>，</a:t>
            </a:r>
            <a:r>
              <a:rPr sz="2400" b="1" spc="-395" dirty="0">
                <a:latin typeface="Microsoft JhengHei"/>
                <a:cs typeface="Microsoft JhengHei"/>
              </a:rPr>
              <a:t> </a:t>
            </a:r>
            <a:r>
              <a:rPr sz="2400" b="1" spc="200" dirty="0">
                <a:latin typeface="Microsoft JhengHei"/>
                <a:cs typeface="Microsoft JhengHei"/>
              </a:rPr>
              <a:t>其次</a:t>
            </a:r>
            <a:r>
              <a:rPr sz="2400" b="1" spc="210" dirty="0">
                <a:latin typeface="Microsoft JhengHei"/>
                <a:cs typeface="Microsoft JhengHei"/>
              </a:rPr>
              <a:t>是</a:t>
            </a:r>
            <a:r>
              <a:rPr sz="2400" b="1" spc="195" dirty="0">
                <a:latin typeface="Microsoft YaHei"/>
                <a:cs typeface="Microsoft YaHei"/>
              </a:rPr>
              <a:t>肾</a:t>
            </a:r>
            <a:r>
              <a:rPr sz="2400" b="1" spc="210" dirty="0">
                <a:latin typeface="Microsoft YaHei"/>
                <a:cs typeface="Microsoft YaHei"/>
              </a:rPr>
              <a:t>脏</a:t>
            </a:r>
            <a:r>
              <a:rPr sz="2400" b="1" spc="-50" dirty="0">
                <a:latin typeface="Microsoft JhengHei"/>
                <a:cs typeface="Microsoft JhengHei"/>
              </a:rPr>
              <a:t>。</a:t>
            </a:r>
            <a:endParaRPr sz="2400">
              <a:latin typeface="Microsoft JhengHei"/>
              <a:cs typeface="Microsoft JhengHe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8700" y="446625"/>
            <a:ext cx="7086600" cy="4894183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753870" y="5368290"/>
            <a:ext cx="557911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84885" algn="l"/>
              </a:tabLst>
            </a:pPr>
            <a:r>
              <a:rPr sz="2000" dirty="0">
                <a:latin typeface="SimSun"/>
                <a:cs typeface="SimSun"/>
              </a:rPr>
              <a:t>图</a:t>
            </a:r>
            <a:r>
              <a:rPr sz="2000" spc="-515" dirty="0">
                <a:latin typeface="SimSun"/>
                <a:cs typeface="SimSu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3-</a:t>
            </a:r>
            <a:r>
              <a:rPr sz="2000" spc="-25" dirty="0">
                <a:latin typeface="Times New Roman"/>
                <a:cs typeface="Times New Roman"/>
              </a:rPr>
              <a:t>10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dirty="0">
                <a:latin typeface="SimSun"/>
                <a:cs typeface="SimSun"/>
              </a:rPr>
              <a:t>海洋硬骨鱼与海洋软骨鱼渗透压比较（</a:t>
            </a:r>
            <a:r>
              <a:rPr sz="2000" spc="-50" dirty="0">
                <a:latin typeface="SimSun"/>
                <a:cs typeface="SimSun"/>
              </a:rPr>
              <a:t>引</a:t>
            </a:r>
            <a:endParaRPr sz="200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</a:pPr>
            <a:r>
              <a:rPr sz="2000" spc="480" dirty="0">
                <a:latin typeface="SimSun"/>
                <a:cs typeface="SimSun"/>
              </a:rPr>
              <a:t>自</a:t>
            </a:r>
            <a:r>
              <a:rPr sz="2000" dirty="0">
                <a:latin typeface="Times New Roman"/>
                <a:cs typeface="Times New Roman"/>
              </a:rPr>
              <a:t>Ricklefs,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2001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0" dirty="0">
                <a:latin typeface="SimSun"/>
                <a:cs typeface="SimSun"/>
              </a:rPr>
              <a:t>）</a:t>
            </a:r>
            <a:endParaRPr sz="2000">
              <a:latin typeface="SimSun"/>
              <a:cs typeface="SimSun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53200" y="5181600"/>
            <a:ext cx="2286000" cy="1511300"/>
          </a:xfrm>
          <a:prstGeom prst="rect">
            <a:avLst/>
          </a:prstGeom>
        </p:spPr>
      </p:pic>
      <p:pic>
        <p:nvPicPr>
          <p:cNvPr id="4" name="object 4">
            <a:hlinkClick r:id="rId3"/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477000" y="228600"/>
            <a:ext cx="2209800" cy="78867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06070" y="116840"/>
            <a:ext cx="6849109" cy="59728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8900" marR="3270250" indent="437515">
              <a:lnSpc>
                <a:spcPct val="152100"/>
              </a:lnSpc>
              <a:spcBef>
                <a:spcPts val="100"/>
              </a:spcBef>
              <a:buFont typeface="Times New Roman"/>
              <a:buAutoNum type="arabicPlain" startAt="4"/>
              <a:tabLst>
                <a:tab pos="526415" algn="l"/>
              </a:tabLst>
            </a:pPr>
            <a:r>
              <a:rPr sz="2800" b="1" spc="220" dirty="0">
                <a:latin typeface="Microsoft YaHei"/>
                <a:cs typeface="Microsoft YaHei"/>
              </a:rPr>
              <a:t>广盐</a:t>
            </a:r>
            <a:r>
              <a:rPr sz="2800" b="1" spc="220" dirty="0">
                <a:latin typeface="Microsoft JhengHei"/>
                <a:cs typeface="Microsoft JhengHei"/>
              </a:rPr>
              <a:t>性洄游</a:t>
            </a:r>
            <a:r>
              <a:rPr sz="2800" b="1" spc="220" dirty="0">
                <a:latin typeface="Microsoft YaHei"/>
                <a:cs typeface="Microsoft YaHei"/>
              </a:rPr>
              <a:t>鱼类</a:t>
            </a:r>
            <a:r>
              <a:rPr sz="2800" b="1" spc="-50" dirty="0">
                <a:latin typeface="Microsoft JhengHei"/>
                <a:cs typeface="Microsoft JhengHei"/>
              </a:rPr>
              <a:t>：</a:t>
            </a:r>
            <a:r>
              <a:rPr sz="2800" b="1" spc="220" dirty="0">
                <a:latin typeface="Microsoft YaHei"/>
                <a:cs typeface="Microsoft YaHei"/>
              </a:rPr>
              <a:t>渗透调</a:t>
            </a:r>
            <a:r>
              <a:rPr sz="2800" b="1" spc="220" dirty="0">
                <a:latin typeface="Microsoft JhengHei"/>
                <a:cs typeface="Microsoft JhengHei"/>
              </a:rPr>
              <a:t>节机</a:t>
            </a:r>
            <a:r>
              <a:rPr sz="2800" b="1" spc="220" dirty="0">
                <a:latin typeface="Microsoft YaHei"/>
                <a:cs typeface="Microsoft YaHei"/>
              </a:rPr>
              <a:t>制</a:t>
            </a:r>
            <a:r>
              <a:rPr sz="2800" b="1" spc="-50" dirty="0">
                <a:latin typeface="Microsoft JhengHei"/>
                <a:cs typeface="Microsoft JhengHei"/>
              </a:rPr>
              <a:t>：</a:t>
            </a:r>
            <a:endParaRPr sz="2800">
              <a:latin typeface="Microsoft JhengHei"/>
              <a:cs typeface="Microsoft JhengHei"/>
            </a:endParaRPr>
          </a:p>
          <a:p>
            <a:pPr marL="88900">
              <a:lnSpc>
                <a:spcPct val="100000"/>
              </a:lnSpc>
              <a:spcBef>
                <a:spcPts val="1740"/>
              </a:spcBef>
            </a:pPr>
            <a:r>
              <a:rPr sz="2800" spc="-20" dirty="0">
                <a:latin typeface="SimSun"/>
                <a:cs typeface="SimSun"/>
              </a:rPr>
              <a:t>具有淡水硬骨鱼与海水硬骨鱼的调节特征。</a:t>
            </a:r>
            <a:endParaRPr sz="2800">
              <a:latin typeface="SimSun"/>
              <a:cs typeface="SimSun"/>
            </a:endParaRPr>
          </a:p>
          <a:p>
            <a:pPr marL="88900" marR="636270" algn="just">
              <a:lnSpc>
                <a:spcPct val="100000"/>
              </a:lnSpc>
            </a:pPr>
            <a:r>
              <a:rPr sz="2800" b="1" spc="215" dirty="0">
                <a:latin typeface="Microsoft YaHei"/>
                <a:cs typeface="Microsoft YaHei"/>
              </a:rPr>
              <a:t>靠肾脏调</a:t>
            </a:r>
            <a:r>
              <a:rPr sz="2800" b="1" spc="220" dirty="0">
                <a:latin typeface="Microsoft JhengHei"/>
                <a:cs typeface="Microsoft JhengHei"/>
              </a:rPr>
              <a:t>节水，在</a:t>
            </a:r>
            <a:r>
              <a:rPr sz="2800" b="1" spc="220" dirty="0">
                <a:latin typeface="Microsoft YaHei"/>
                <a:cs typeface="Microsoft YaHei"/>
              </a:rPr>
              <a:t>淡</a:t>
            </a:r>
            <a:r>
              <a:rPr sz="2800" b="1" spc="220" dirty="0">
                <a:latin typeface="Microsoft JhengHei"/>
                <a:cs typeface="Microsoft JhengHei"/>
              </a:rPr>
              <a:t>水中</a:t>
            </a:r>
            <a:r>
              <a:rPr sz="2800" b="1" spc="220" dirty="0">
                <a:latin typeface="Microsoft YaHei"/>
                <a:cs typeface="Microsoft YaHei"/>
              </a:rPr>
              <a:t>排尿</a:t>
            </a:r>
            <a:r>
              <a:rPr sz="2800" b="1" spc="130" dirty="0">
                <a:latin typeface="Microsoft JhengHei"/>
                <a:cs typeface="Microsoft JhengHei"/>
              </a:rPr>
              <a:t>量大，</a:t>
            </a:r>
            <a:r>
              <a:rPr sz="2800" b="1" spc="215" dirty="0">
                <a:latin typeface="Microsoft JhengHei"/>
                <a:cs typeface="Microsoft JhengHei"/>
              </a:rPr>
              <a:t>在海水中</a:t>
            </a:r>
            <a:r>
              <a:rPr sz="2800" b="1" spc="220" dirty="0">
                <a:latin typeface="Microsoft YaHei"/>
                <a:cs typeface="Microsoft YaHei"/>
              </a:rPr>
              <a:t>排尿</a:t>
            </a:r>
            <a:r>
              <a:rPr sz="2800" b="1" spc="215" dirty="0">
                <a:latin typeface="Microsoft JhengHei"/>
                <a:cs typeface="Microsoft JhengHei"/>
              </a:rPr>
              <a:t>量少。在海水中大量</a:t>
            </a:r>
            <a:r>
              <a:rPr sz="2800" b="1" spc="-50" dirty="0">
                <a:latin typeface="Microsoft YaHei"/>
                <a:cs typeface="Microsoft YaHei"/>
              </a:rPr>
              <a:t>吞</a:t>
            </a:r>
            <a:r>
              <a:rPr sz="2800" b="1" spc="220" dirty="0">
                <a:latin typeface="Microsoft JhengHei"/>
                <a:cs typeface="Microsoft JhengHei"/>
              </a:rPr>
              <a:t>水，以</a:t>
            </a:r>
            <a:r>
              <a:rPr sz="2800" b="1" spc="220" dirty="0">
                <a:latin typeface="Microsoft YaHei"/>
                <a:cs typeface="Microsoft YaHei"/>
              </a:rPr>
              <a:t>补充</a:t>
            </a:r>
            <a:r>
              <a:rPr sz="2800" b="1" spc="220" dirty="0">
                <a:latin typeface="Microsoft JhengHei"/>
                <a:cs typeface="Microsoft JhengHei"/>
              </a:rPr>
              <a:t>水分。</a:t>
            </a:r>
            <a:r>
              <a:rPr sz="2800" b="1" spc="220" dirty="0">
                <a:latin typeface="Microsoft YaHei"/>
                <a:cs typeface="Microsoft YaHei"/>
              </a:rPr>
              <a:t>靠鳃调</a:t>
            </a:r>
            <a:r>
              <a:rPr sz="2800" b="1" spc="229" dirty="0">
                <a:latin typeface="Microsoft JhengHei"/>
                <a:cs typeface="Microsoft JhengHei"/>
              </a:rPr>
              <a:t>节</a:t>
            </a:r>
            <a:r>
              <a:rPr sz="2800" b="1" spc="220" dirty="0">
                <a:latin typeface="Microsoft YaHei"/>
                <a:cs typeface="Microsoft YaHei"/>
              </a:rPr>
              <a:t>盐</a:t>
            </a:r>
            <a:r>
              <a:rPr sz="2800" b="1" spc="130" dirty="0">
                <a:latin typeface="Microsoft JhengHei"/>
                <a:cs typeface="Microsoft JhengHei"/>
              </a:rPr>
              <a:t>的代谢</a:t>
            </a:r>
            <a:endParaRPr sz="2800">
              <a:latin typeface="Microsoft JhengHei"/>
              <a:cs typeface="Microsoft JhengHei"/>
            </a:endParaRPr>
          </a:p>
          <a:p>
            <a:pPr marL="88900" marR="636270">
              <a:lnSpc>
                <a:spcPct val="100000"/>
              </a:lnSpc>
            </a:pPr>
            <a:r>
              <a:rPr sz="2800" b="1" spc="220" dirty="0">
                <a:latin typeface="Microsoft JhengHei"/>
                <a:cs typeface="Microsoft JhengHei"/>
              </a:rPr>
              <a:t>，</a:t>
            </a:r>
            <a:r>
              <a:rPr sz="2800" b="1" spc="229" dirty="0">
                <a:latin typeface="Microsoft YaHei"/>
                <a:cs typeface="Microsoft YaHei"/>
              </a:rPr>
              <a:t>鳃</a:t>
            </a:r>
            <a:r>
              <a:rPr sz="2800" b="1" spc="215" dirty="0">
                <a:latin typeface="Microsoft JhengHei"/>
                <a:cs typeface="Microsoft JhengHei"/>
              </a:rPr>
              <a:t>在海水中</a:t>
            </a:r>
            <a:r>
              <a:rPr sz="2800" b="1" spc="220" dirty="0">
                <a:latin typeface="Microsoft YaHei"/>
                <a:cs typeface="Microsoft YaHei"/>
              </a:rPr>
              <a:t>排出盐</a:t>
            </a:r>
            <a:r>
              <a:rPr sz="2800" b="1" spc="220" dirty="0">
                <a:latin typeface="Microsoft JhengHei"/>
                <a:cs typeface="Microsoft JhengHei"/>
              </a:rPr>
              <a:t>，在</a:t>
            </a:r>
            <a:r>
              <a:rPr sz="2800" b="1" spc="229" dirty="0">
                <a:latin typeface="Microsoft YaHei"/>
                <a:cs typeface="Microsoft YaHei"/>
              </a:rPr>
              <a:t>淡</a:t>
            </a:r>
            <a:r>
              <a:rPr sz="2800" b="1" spc="215" dirty="0">
                <a:latin typeface="Microsoft JhengHei"/>
                <a:cs typeface="Microsoft JhengHei"/>
              </a:rPr>
              <a:t>水中</a:t>
            </a:r>
            <a:r>
              <a:rPr sz="2800" b="1" spc="85" dirty="0">
                <a:latin typeface="Microsoft YaHei"/>
                <a:cs typeface="Microsoft YaHei"/>
              </a:rPr>
              <a:t>摄取</a:t>
            </a:r>
            <a:r>
              <a:rPr sz="2800" b="1" spc="220" dirty="0">
                <a:latin typeface="Microsoft YaHei"/>
                <a:cs typeface="Microsoft YaHei"/>
              </a:rPr>
              <a:t>盐</a:t>
            </a:r>
            <a:r>
              <a:rPr sz="2800" b="1" spc="-50" dirty="0">
                <a:latin typeface="Microsoft JhengHei"/>
                <a:cs typeface="Microsoft JhengHei"/>
              </a:rPr>
              <a:t>。</a:t>
            </a:r>
            <a:endParaRPr sz="2800">
              <a:latin typeface="Microsoft JhengHei"/>
              <a:cs typeface="Microsoft JhengHei"/>
            </a:endParaRPr>
          </a:p>
          <a:p>
            <a:pPr marL="450215" indent="-437515">
              <a:lnSpc>
                <a:spcPct val="100000"/>
              </a:lnSpc>
              <a:spcBef>
                <a:spcPts val="1140"/>
              </a:spcBef>
              <a:buFont typeface="Times New Roman"/>
              <a:buAutoNum type="arabicPlain" startAt="5"/>
              <a:tabLst>
                <a:tab pos="450215" algn="l"/>
              </a:tabLst>
            </a:pPr>
            <a:r>
              <a:rPr sz="2800" b="1" spc="229" dirty="0">
                <a:latin typeface="Microsoft JhengHei"/>
                <a:cs typeface="Microsoft JhengHei"/>
              </a:rPr>
              <a:t>海</a:t>
            </a:r>
            <a:r>
              <a:rPr sz="2800" b="1" spc="220" dirty="0">
                <a:latin typeface="Microsoft YaHei"/>
                <a:cs typeface="Microsoft YaHei"/>
              </a:rPr>
              <a:t>洋</a:t>
            </a:r>
            <a:r>
              <a:rPr sz="2800" b="1" spc="215" dirty="0">
                <a:latin typeface="Microsoft JhengHei"/>
                <a:cs typeface="Microsoft JhengHei"/>
              </a:rPr>
              <a:t>无脊椎动物：</a:t>
            </a:r>
            <a:r>
              <a:rPr sz="2800" b="1" spc="220" dirty="0">
                <a:latin typeface="Microsoft YaHei"/>
                <a:cs typeface="Microsoft YaHei"/>
              </a:rPr>
              <a:t>渗透压</a:t>
            </a:r>
            <a:r>
              <a:rPr sz="2800" b="1" spc="130" dirty="0">
                <a:latin typeface="Microsoft JhengHei"/>
                <a:cs typeface="Microsoft JhengHei"/>
              </a:rPr>
              <a:t>顺应者</a:t>
            </a:r>
            <a:endParaRPr sz="2800">
              <a:latin typeface="Microsoft JhengHei"/>
              <a:cs typeface="Microsoft JhengHei"/>
            </a:endParaRPr>
          </a:p>
          <a:p>
            <a:pPr marL="567055">
              <a:lnSpc>
                <a:spcPct val="100000"/>
              </a:lnSpc>
              <a:spcBef>
                <a:spcPts val="1750"/>
              </a:spcBef>
            </a:pPr>
            <a:r>
              <a:rPr sz="2800" b="1" spc="215" dirty="0">
                <a:latin typeface="Microsoft JhengHei"/>
                <a:cs typeface="Microsoft JhengHei"/>
              </a:rPr>
              <a:t>海龟、海鸟：具</a:t>
            </a:r>
            <a:r>
              <a:rPr sz="2800" b="1" spc="220" dirty="0">
                <a:latin typeface="Microsoft YaHei"/>
                <a:cs typeface="Microsoft YaHei"/>
              </a:rPr>
              <a:t>盐</a:t>
            </a:r>
            <a:r>
              <a:rPr sz="2800" b="1" spc="-50" dirty="0">
                <a:latin typeface="Microsoft JhengHei"/>
                <a:cs typeface="Microsoft JhengHei"/>
              </a:rPr>
              <a:t>缐</a:t>
            </a:r>
            <a:endParaRPr sz="2800">
              <a:latin typeface="Microsoft JhengHei"/>
              <a:cs typeface="Microsoft JhengHei"/>
            </a:endParaRPr>
          </a:p>
          <a:p>
            <a:pPr marL="567055">
              <a:lnSpc>
                <a:spcPct val="100000"/>
              </a:lnSpc>
              <a:spcBef>
                <a:spcPts val="1740"/>
              </a:spcBef>
            </a:pPr>
            <a:r>
              <a:rPr sz="2800" b="1" spc="220" dirty="0">
                <a:latin typeface="Microsoft JhengHei"/>
                <a:cs typeface="Microsoft JhengHei"/>
              </a:rPr>
              <a:t>海</a:t>
            </a:r>
            <a:r>
              <a:rPr sz="2800" b="1" spc="229" dirty="0">
                <a:latin typeface="Microsoft YaHei"/>
                <a:cs typeface="Microsoft YaHei"/>
              </a:rPr>
              <a:t>洋</a:t>
            </a:r>
            <a:r>
              <a:rPr sz="2800" b="1" spc="220" dirty="0">
                <a:latin typeface="Microsoft JhengHei"/>
                <a:cs typeface="Microsoft JhengHei"/>
              </a:rPr>
              <a:t>兽</a:t>
            </a:r>
            <a:r>
              <a:rPr sz="2800" b="1" spc="220" dirty="0">
                <a:latin typeface="Microsoft YaHei"/>
                <a:cs typeface="Microsoft YaHei"/>
              </a:rPr>
              <a:t>类</a:t>
            </a:r>
            <a:r>
              <a:rPr sz="2800" b="1" spc="229" dirty="0">
                <a:latin typeface="Microsoft JhengHei"/>
                <a:cs typeface="Microsoft JhengHei"/>
              </a:rPr>
              <a:t>（</a:t>
            </a:r>
            <a:r>
              <a:rPr sz="2800" b="1" spc="220" dirty="0">
                <a:latin typeface="Microsoft JhengHei"/>
                <a:cs typeface="Microsoft JhengHei"/>
              </a:rPr>
              <a:t>鲸）：</a:t>
            </a:r>
            <a:r>
              <a:rPr sz="2800" b="1" spc="220" dirty="0">
                <a:latin typeface="Microsoft YaHei"/>
                <a:cs typeface="Microsoft YaHei"/>
              </a:rPr>
              <a:t>排高浓</a:t>
            </a:r>
            <a:r>
              <a:rPr sz="2800" b="1" spc="220" dirty="0">
                <a:latin typeface="Microsoft JhengHei"/>
                <a:cs typeface="Microsoft JhengHei"/>
              </a:rPr>
              <a:t>度的</a:t>
            </a:r>
            <a:r>
              <a:rPr sz="2800" b="1" spc="-50" dirty="0">
                <a:latin typeface="Microsoft YaHei"/>
                <a:cs typeface="Microsoft YaHei"/>
              </a:rPr>
              <a:t>尿</a:t>
            </a:r>
            <a:endParaRPr sz="2800">
              <a:latin typeface="Microsoft YaHei"/>
              <a:cs typeface="Microsoft YaHei"/>
            </a:endParaRPr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629400" y="3505200"/>
            <a:ext cx="2133600" cy="1615439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4400" y="567690"/>
            <a:ext cx="694499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pc="195" dirty="0"/>
              <a:t>水生哺乳动物</a:t>
            </a:r>
            <a:r>
              <a:rPr spc="200" dirty="0">
                <a:latin typeface="Microsoft YaHei"/>
                <a:cs typeface="Microsoft YaHei"/>
              </a:rPr>
              <a:t>通</a:t>
            </a:r>
            <a:r>
              <a:rPr spc="210" dirty="0"/>
              <a:t>过</a:t>
            </a:r>
            <a:r>
              <a:rPr spc="200" dirty="0">
                <a:latin typeface="Microsoft YaHei"/>
                <a:cs typeface="Microsoft YaHei"/>
              </a:rPr>
              <a:t>高</a:t>
            </a:r>
            <a:r>
              <a:rPr spc="200" dirty="0"/>
              <a:t>度</a:t>
            </a:r>
            <a:r>
              <a:rPr spc="200" dirty="0">
                <a:latin typeface="Microsoft YaHei"/>
                <a:cs typeface="Microsoft YaHei"/>
              </a:rPr>
              <a:t>浓缩尿</a:t>
            </a:r>
            <a:r>
              <a:rPr spc="160" dirty="0"/>
              <a:t>液、乳液、保持水</a:t>
            </a:r>
            <a:r>
              <a:rPr spc="75" dirty="0"/>
              <a:t>分。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8630538"/>
              </p:ext>
            </p:extLst>
          </p:nvPr>
        </p:nvGraphicFramePr>
        <p:xfrm>
          <a:off x="834965" y="1375410"/>
          <a:ext cx="7543164" cy="50253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29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7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087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6870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64845">
                <a:tc rowSpan="2">
                  <a:txBody>
                    <a:bodyPr/>
                    <a:lstStyle/>
                    <a:p>
                      <a:pPr marL="770890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1200" b="1" spc="15" dirty="0">
                          <a:latin typeface="Microsoft JhengHei"/>
                          <a:cs typeface="Microsoft JhengHei"/>
                        </a:rPr>
                        <a:t>对比</a:t>
                      </a:r>
                      <a:endParaRPr sz="1200">
                        <a:latin typeface="Microsoft JhengHei"/>
                        <a:cs typeface="Microsoft JhengHei"/>
                      </a:endParaRPr>
                    </a:p>
                    <a:p>
                      <a:pPr marL="431800">
                        <a:lnSpc>
                          <a:spcPct val="100000"/>
                        </a:lnSpc>
                      </a:pPr>
                      <a:r>
                        <a:rPr sz="1200" b="1" spc="20" dirty="0">
                          <a:latin typeface="Microsoft JhengHei"/>
                          <a:cs typeface="Microsoft JhengHei"/>
                        </a:rPr>
                        <a:t>动物</a:t>
                      </a:r>
                      <a:endParaRPr sz="1200">
                        <a:latin typeface="Microsoft JhengHei"/>
                        <a:cs typeface="Microsoft JhengHei"/>
                      </a:endParaRPr>
                    </a:p>
                  </a:txBody>
                  <a:tcPr marL="0" marR="0" marT="49530" marB="0">
                    <a:lnL w="6350">
                      <a:solidFill>
                        <a:srgbClr val="9F9F9F"/>
                      </a:solidFill>
                      <a:prstDash val="solid"/>
                    </a:lnL>
                    <a:lnT w="6350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6350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7820">
                        <a:lnSpc>
                          <a:spcPct val="100000"/>
                        </a:lnSpc>
                        <a:spcBef>
                          <a:spcPts val="390"/>
                        </a:spcBef>
                        <a:tabLst>
                          <a:tab pos="753745" algn="l"/>
                        </a:tabLst>
                      </a:pPr>
                      <a:r>
                        <a:rPr sz="1200" b="1" spc="-50" dirty="0">
                          <a:latin typeface="Microsoft JhengHei"/>
                          <a:cs typeface="Microsoft JhengHei"/>
                        </a:rPr>
                        <a:t>乳</a:t>
                      </a:r>
                      <a:r>
                        <a:rPr sz="1200" b="1" dirty="0">
                          <a:latin typeface="Microsoft JhengHei"/>
                          <a:cs typeface="Microsoft JhengHei"/>
                        </a:rPr>
                        <a:t>	</a:t>
                      </a:r>
                      <a:r>
                        <a:rPr sz="1200" b="1" spc="-50" dirty="0">
                          <a:latin typeface="Microsoft JhengHei"/>
                          <a:cs typeface="Microsoft JhengHei"/>
                        </a:rPr>
                        <a:t>汁</a:t>
                      </a:r>
                      <a:endParaRPr sz="1200">
                        <a:latin typeface="Microsoft JhengHei"/>
                        <a:cs typeface="Microsoft JhengHei"/>
                      </a:endParaRPr>
                    </a:p>
                  </a:txBody>
                  <a:tcPr marL="0" marR="0" marT="49530" marB="0">
                    <a:lnT w="6350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160655">
                        <a:lnSpc>
                          <a:spcPct val="100000"/>
                        </a:lnSpc>
                        <a:spcBef>
                          <a:spcPts val="390"/>
                        </a:spcBef>
                        <a:tabLst>
                          <a:tab pos="575945" algn="l"/>
                        </a:tabLst>
                      </a:pPr>
                      <a:r>
                        <a:rPr sz="1200" b="1" spc="-50" dirty="0">
                          <a:latin typeface="Microsoft JhengHei"/>
                          <a:cs typeface="Microsoft JhengHei"/>
                        </a:rPr>
                        <a:t>成</a:t>
                      </a:r>
                      <a:r>
                        <a:rPr sz="1200" b="1" dirty="0">
                          <a:latin typeface="Microsoft JhengHei"/>
                          <a:cs typeface="Microsoft JhengHei"/>
                        </a:rPr>
                        <a:t>	</a:t>
                      </a:r>
                      <a:r>
                        <a:rPr sz="1200" b="1" spc="95" dirty="0">
                          <a:latin typeface="Microsoft JhengHei"/>
                          <a:cs typeface="Microsoft JhengHei"/>
                        </a:rPr>
                        <a:t>分</a:t>
                      </a:r>
                      <a:r>
                        <a:rPr sz="1200" b="1" dirty="0">
                          <a:latin typeface="Microsoft JhengHei"/>
                          <a:cs typeface="Microsoft JhengHei"/>
                        </a:rPr>
                        <a:t>（</a:t>
                      </a:r>
                      <a:r>
                        <a:rPr sz="1200" b="1" spc="95" dirty="0">
                          <a:latin typeface="Microsoft JhengHei"/>
                          <a:cs typeface="Microsoft JhengHei"/>
                        </a:rPr>
                        <a:t> </a:t>
                      </a:r>
                      <a:r>
                        <a:rPr sz="1200" b="1" dirty="0">
                          <a:latin typeface="Times New Roman"/>
                          <a:cs typeface="Times New Roman"/>
                        </a:rPr>
                        <a:t>100</a:t>
                      </a:r>
                      <a:r>
                        <a:rPr sz="1200" b="1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100" dirty="0">
                          <a:latin typeface="Microsoft YaHei"/>
                          <a:cs typeface="Microsoft YaHei"/>
                        </a:rPr>
                        <a:t>克</a:t>
                      </a:r>
                      <a:r>
                        <a:rPr sz="1200" b="1" spc="-50" dirty="0">
                          <a:latin typeface="Microsoft JhengHei"/>
                          <a:cs typeface="Microsoft JhengHei"/>
                        </a:rPr>
                        <a:t>）</a:t>
                      </a:r>
                      <a:endParaRPr sz="1200">
                        <a:latin typeface="Microsoft JhengHei"/>
                        <a:cs typeface="Microsoft JhengHei"/>
                      </a:endParaRPr>
                    </a:p>
                  </a:txBody>
                  <a:tcPr marL="0" marR="0" marT="49530" marB="0">
                    <a:lnR w="3175">
                      <a:solidFill>
                        <a:srgbClr val="9F9F9F"/>
                      </a:solidFill>
                      <a:prstDash val="solid"/>
                    </a:lnR>
                    <a:lnT w="6350">
                      <a:solidFill>
                        <a:srgbClr val="9F9F9F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R="8890" algn="ctr">
                        <a:lnSpc>
                          <a:spcPct val="100000"/>
                        </a:lnSpc>
                      </a:pPr>
                      <a:r>
                        <a:rPr sz="1200" b="1" spc="20" dirty="0">
                          <a:latin typeface="Microsoft JhengHei"/>
                          <a:cs typeface="Microsoft JhengHei"/>
                        </a:rPr>
                        <a:t>能量</a:t>
                      </a:r>
                      <a:endParaRPr sz="1200">
                        <a:latin typeface="Microsoft JhengHei"/>
                        <a:cs typeface="Microsoft JhengHei"/>
                      </a:endParaRPr>
                    </a:p>
                  </a:txBody>
                  <a:tcPr marL="0" marR="0" marT="0" marB="0">
                    <a:lnL w="3175">
                      <a:solidFill>
                        <a:srgbClr val="9F9F9F"/>
                      </a:solidFill>
                      <a:prstDash val="solid"/>
                    </a:lnL>
                    <a:lnR w="6350">
                      <a:solidFill>
                        <a:srgbClr val="9F9F9F"/>
                      </a:solidFill>
                      <a:prstDash val="solid"/>
                    </a:lnR>
                    <a:lnT w="6350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344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9530" marB="0">
                    <a:lnL w="6350">
                      <a:solidFill>
                        <a:srgbClr val="9F9F9F"/>
                      </a:solidFill>
                      <a:prstDash val="solid"/>
                    </a:lnL>
                    <a:lnT w="6350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445"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200" b="1" spc="95" dirty="0">
                          <a:latin typeface="Microsoft JhengHei"/>
                          <a:cs typeface="Microsoft JhengHei"/>
                        </a:rPr>
                        <a:t>水</a:t>
                      </a:r>
                      <a:r>
                        <a:rPr sz="1200" b="1" spc="90" dirty="0">
                          <a:latin typeface="Microsoft JhengHei"/>
                          <a:cs typeface="Microsoft JhengHei"/>
                        </a:rPr>
                        <a:t>（</a:t>
                      </a:r>
                      <a:r>
                        <a:rPr sz="1200" b="1" spc="100" dirty="0">
                          <a:latin typeface="Microsoft YaHei"/>
                          <a:cs typeface="Microsoft YaHei"/>
                        </a:rPr>
                        <a:t>克</a:t>
                      </a:r>
                      <a:r>
                        <a:rPr sz="1200" b="1" spc="-50" dirty="0">
                          <a:latin typeface="Microsoft JhengHei"/>
                          <a:cs typeface="Microsoft JhengHei"/>
                        </a:rPr>
                        <a:t>）</a:t>
                      </a:r>
                      <a:endParaRPr sz="1200">
                        <a:latin typeface="Microsoft JhengHei"/>
                        <a:cs typeface="Microsoft JhengHei"/>
                      </a:endParaRPr>
                    </a:p>
                  </a:txBody>
                  <a:tcPr marL="0" marR="0" marT="46990" marB="0">
                    <a:lnL w="3175">
                      <a:solidFill>
                        <a:srgbClr val="9F9F9F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445"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200" b="1" spc="20" dirty="0">
                          <a:latin typeface="Microsoft JhengHei"/>
                          <a:cs typeface="Microsoft JhengHei"/>
                        </a:rPr>
                        <a:t>脂肪</a:t>
                      </a:r>
                      <a:endParaRPr sz="1200">
                        <a:latin typeface="Microsoft JhengHei"/>
                        <a:cs typeface="Microsoft JhengHei"/>
                      </a:endParaRPr>
                    </a:p>
                    <a:p>
                      <a:pPr marR="6350" algn="ctr">
                        <a:lnSpc>
                          <a:spcPct val="100000"/>
                        </a:lnSpc>
                      </a:pPr>
                      <a:r>
                        <a:rPr sz="1200" b="1" spc="100" dirty="0">
                          <a:latin typeface="Microsoft JhengHei"/>
                          <a:cs typeface="Microsoft JhengHei"/>
                        </a:rPr>
                        <a:t>（</a:t>
                      </a:r>
                      <a:r>
                        <a:rPr sz="1200" b="1" spc="90" dirty="0">
                          <a:latin typeface="Microsoft YaHei"/>
                          <a:cs typeface="Microsoft YaHei"/>
                        </a:rPr>
                        <a:t>克</a:t>
                      </a:r>
                      <a:r>
                        <a:rPr sz="1200" b="1" spc="-50" dirty="0">
                          <a:latin typeface="Microsoft JhengHei"/>
                          <a:cs typeface="Microsoft JhengHei"/>
                        </a:rPr>
                        <a:t>）</a:t>
                      </a:r>
                      <a:endParaRPr sz="1200">
                        <a:latin typeface="Microsoft JhengHei"/>
                        <a:cs typeface="Microsoft JhengHei"/>
                      </a:endParaRPr>
                    </a:p>
                  </a:txBody>
                  <a:tcPr marL="0" marR="0" marT="46990" marB="0">
                    <a:lnL w="3175">
                      <a:solidFill>
                        <a:srgbClr val="9F9F9F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7034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200" b="1" spc="90" dirty="0">
                          <a:latin typeface="Microsoft YaHei"/>
                          <a:cs typeface="Microsoft YaHei"/>
                        </a:rPr>
                        <a:t>蛋白</a:t>
                      </a:r>
                      <a:r>
                        <a:rPr sz="1200" b="1" spc="-50" dirty="0">
                          <a:latin typeface="Microsoft JhengHei"/>
                          <a:cs typeface="Microsoft JhengHei"/>
                        </a:rPr>
                        <a:t>质</a:t>
                      </a:r>
                      <a:endParaRPr sz="1200">
                        <a:latin typeface="Microsoft JhengHei"/>
                        <a:cs typeface="Microsoft JhengHei"/>
                      </a:endParaRPr>
                    </a:p>
                    <a:p>
                      <a:pPr marL="407034">
                        <a:lnSpc>
                          <a:spcPct val="100000"/>
                        </a:lnSpc>
                      </a:pPr>
                      <a:r>
                        <a:rPr sz="1200" b="1" spc="100" dirty="0">
                          <a:latin typeface="Microsoft JhengHei"/>
                          <a:cs typeface="Microsoft JhengHei"/>
                        </a:rPr>
                        <a:t>（</a:t>
                      </a:r>
                      <a:r>
                        <a:rPr sz="1200" b="1" spc="90" dirty="0">
                          <a:latin typeface="Microsoft YaHei"/>
                          <a:cs typeface="Microsoft YaHei"/>
                        </a:rPr>
                        <a:t>克</a:t>
                      </a:r>
                      <a:r>
                        <a:rPr sz="1200" b="1" spc="-50" dirty="0">
                          <a:latin typeface="Microsoft JhengHei"/>
                          <a:cs typeface="Microsoft JhengHei"/>
                        </a:rPr>
                        <a:t>）</a:t>
                      </a:r>
                      <a:endParaRPr sz="1200">
                        <a:latin typeface="Microsoft JhengHei"/>
                        <a:cs typeface="Microsoft JhengHei"/>
                      </a:endParaRPr>
                    </a:p>
                  </a:txBody>
                  <a:tcPr marL="0" marR="0" marT="46990" marB="0">
                    <a:lnL w="3175">
                      <a:solidFill>
                        <a:srgbClr val="9F9F9F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  <a:lnB w="3175">
                      <a:solidFill>
                        <a:srgbClr val="9F9F9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15"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200" b="1" spc="90" dirty="0">
                          <a:latin typeface="Microsoft JhengHei"/>
                          <a:cs typeface="Microsoft JhengHei"/>
                        </a:rPr>
                        <a:t>碳水化</a:t>
                      </a:r>
                      <a:r>
                        <a:rPr sz="1200" b="1" spc="90" dirty="0">
                          <a:latin typeface="Microsoft YaHei"/>
                          <a:cs typeface="Microsoft YaHei"/>
                        </a:rPr>
                        <a:t>合</a:t>
                      </a:r>
                      <a:r>
                        <a:rPr sz="1200" b="1" spc="-50" dirty="0">
                          <a:latin typeface="Microsoft JhengHei"/>
                          <a:cs typeface="Microsoft JhengHei"/>
                        </a:rPr>
                        <a:t>物</a:t>
                      </a:r>
                      <a:endParaRPr sz="1200">
                        <a:latin typeface="Microsoft JhengHei"/>
                        <a:cs typeface="Microsoft JhengHei"/>
                      </a:endParaRPr>
                    </a:p>
                    <a:p>
                      <a:pPr marR="6985" algn="ctr">
                        <a:lnSpc>
                          <a:spcPct val="100000"/>
                        </a:lnSpc>
                      </a:pPr>
                      <a:r>
                        <a:rPr sz="1200" b="1" spc="100" dirty="0">
                          <a:latin typeface="Microsoft JhengHei"/>
                          <a:cs typeface="Microsoft JhengHei"/>
                        </a:rPr>
                        <a:t>（</a:t>
                      </a:r>
                      <a:r>
                        <a:rPr sz="1200" b="1" spc="90" dirty="0">
                          <a:latin typeface="Microsoft YaHei"/>
                          <a:cs typeface="Microsoft YaHei"/>
                        </a:rPr>
                        <a:t>克</a:t>
                      </a:r>
                      <a:r>
                        <a:rPr sz="1200" b="1" spc="-50" dirty="0">
                          <a:latin typeface="Microsoft JhengHei"/>
                          <a:cs typeface="Microsoft JhengHei"/>
                        </a:rPr>
                        <a:t>）</a:t>
                      </a:r>
                      <a:endParaRPr sz="1200">
                        <a:latin typeface="Microsoft JhengHei"/>
                        <a:cs typeface="Microsoft JhengHei"/>
                      </a:endParaRPr>
                    </a:p>
                  </a:txBody>
                  <a:tcPr marL="0" marR="0" marT="46990" marB="0">
                    <a:lnL w="3175">
                      <a:solidFill>
                        <a:srgbClr val="9F9F9F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175">
                      <a:solidFill>
                        <a:srgbClr val="9F9F9F"/>
                      </a:solidFill>
                      <a:prstDash val="solid"/>
                    </a:lnL>
                    <a:lnR w="6350">
                      <a:solidFill>
                        <a:srgbClr val="9F9F9F"/>
                      </a:solidFill>
                      <a:prstDash val="solid"/>
                    </a:lnR>
                    <a:lnT w="6350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2305">
                <a:tc>
                  <a:txBody>
                    <a:bodyPr/>
                    <a:lstStyle/>
                    <a:p>
                      <a:pPr marR="1270"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200" b="1" spc="15" dirty="0">
                          <a:latin typeface="Microsoft JhengHei"/>
                          <a:cs typeface="Microsoft JhengHei"/>
                        </a:rPr>
                        <a:t>奶牛</a:t>
                      </a:r>
                      <a:endParaRPr sz="1200">
                        <a:latin typeface="Microsoft JhengHei"/>
                        <a:cs typeface="Microsoft JhengHei"/>
                      </a:endParaRPr>
                    </a:p>
                  </a:txBody>
                  <a:tcPr marL="0" marR="0" marT="46990" marB="0">
                    <a:lnL w="6350">
                      <a:solidFill>
                        <a:srgbClr val="9F9F9F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200" b="1" spc="-20" dirty="0">
                          <a:latin typeface="Times New Roman"/>
                          <a:cs typeface="Times New Roman"/>
                        </a:rPr>
                        <a:t>87.3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3175">
                      <a:solidFill>
                        <a:srgbClr val="9F9F9F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894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200" b="1" spc="-25" dirty="0">
                          <a:latin typeface="Times New Roman"/>
                          <a:cs typeface="Times New Roman"/>
                        </a:rPr>
                        <a:t>3.7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3175">
                      <a:solidFill>
                        <a:srgbClr val="9F9F9F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200" b="1" spc="-25" dirty="0">
                          <a:latin typeface="Times New Roman"/>
                          <a:cs typeface="Times New Roman"/>
                        </a:rPr>
                        <a:t>3.5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3175">
                      <a:solidFill>
                        <a:srgbClr val="9F9F9F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200" b="1" dirty="0">
                          <a:latin typeface="Times New Roman"/>
                          <a:cs typeface="Times New Roman"/>
                        </a:rPr>
                        <a:t>4</a:t>
                      </a:r>
                      <a:r>
                        <a:rPr sz="1200" b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dirty="0">
                          <a:latin typeface="Microsoft JhengHei"/>
                          <a:cs typeface="Microsoft JhengHei"/>
                        </a:rPr>
                        <a:t>．</a:t>
                      </a:r>
                      <a:r>
                        <a:rPr sz="1200" b="1" spc="80" dirty="0">
                          <a:latin typeface="Microsoft JhengHei"/>
                          <a:cs typeface="Microsoft JhengHei"/>
                        </a:rPr>
                        <a:t> </a:t>
                      </a:r>
                      <a:r>
                        <a:rPr sz="1200" b="1" spc="-50" dirty="0">
                          <a:latin typeface="Times New Roman"/>
                          <a:cs typeface="Times New Roman"/>
                        </a:rPr>
                        <a:t>5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3175">
                      <a:solidFill>
                        <a:srgbClr val="9F9F9F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200" b="1" spc="-25" dirty="0">
                          <a:latin typeface="Times New Roman"/>
                          <a:cs typeface="Times New Roman"/>
                        </a:rPr>
                        <a:t>33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3175">
                      <a:solidFill>
                        <a:srgbClr val="9F9F9F"/>
                      </a:solidFill>
                      <a:prstDash val="solid"/>
                    </a:lnL>
                    <a:lnR w="6350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3575">
                <a:tc>
                  <a:txBody>
                    <a:bodyPr/>
                    <a:lstStyle/>
                    <a:p>
                      <a:pPr marR="1270"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200" b="1" spc="15" dirty="0">
                          <a:latin typeface="Microsoft JhengHei"/>
                          <a:cs typeface="Microsoft JhengHei"/>
                        </a:rPr>
                        <a:t>人奶</a:t>
                      </a:r>
                      <a:endParaRPr sz="1200">
                        <a:latin typeface="Microsoft JhengHei"/>
                        <a:cs typeface="Microsoft JhengHei"/>
                      </a:endParaRPr>
                    </a:p>
                  </a:txBody>
                  <a:tcPr marL="0" marR="0" marT="46990" marB="0">
                    <a:lnL w="6350">
                      <a:solidFill>
                        <a:srgbClr val="9F9F9F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200" b="1" spc="-20" dirty="0">
                          <a:latin typeface="Times New Roman"/>
                          <a:cs typeface="Times New Roman"/>
                        </a:rPr>
                        <a:t>87.6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3175">
                      <a:solidFill>
                        <a:srgbClr val="9F9F9F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894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200" b="1" spc="-25" dirty="0">
                          <a:latin typeface="Times New Roman"/>
                          <a:cs typeface="Times New Roman"/>
                        </a:rPr>
                        <a:t>3.8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3175">
                      <a:solidFill>
                        <a:srgbClr val="9F9F9F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200" b="1" spc="-25" dirty="0">
                          <a:latin typeface="Times New Roman"/>
                          <a:cs typeface="Times New Roman"/>
                        </a:rPr>
                        <a:t>1.2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3175">
                      <a:solidFill>
                        <a:srgbClr val="9F9F9F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200" b="1" spc="-50" dirty="0">
                          <a:latin typeface="Times New Roman"/>
                          <a:cs typeface="Times New Roman"/>
                        </a:rPr>
                        <a:t>7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3175">
                      <a:solidFill>
                        <a:srgbClr val="9F9F9F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200" b="1" spc="-25" dirty="0">
                          <a:latin typeface="Times New Roman"/>
                          <a:cs typeface="Times New Roman"/>
                        </a:rPr>
                        <a:t>33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3175">
                      <a:solidFill>
                        <a:srgbClr val="9F9F9F"/>
                      </a:solidFill>
                      <a:prstDash val="solid"/>
                    </a:lnL>
                    <a:lnR w="6350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2940"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sz="1200" b="1" spc="60" dirty="0">
                          <a:latin typeface="Microsoft JhengHei"/>
                          <a:cs typeface="Microsoft JhengHei"/>
                        </a:rPr>
                        <a:t>海豹 </a:t>
                      </a:r>
                      <a:r>
                        <a:rPr sz="1200" b="1" spc="-50" dirty="0">
                          <a:latin typeface="Times New Roman"/>
                          <a:cs typeface="Times New Roman"/>
                        </a:rPr>
                        <a:t>A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45719" marB="0">
                    <a:lnL w="6350">
                      <a:solidFill>
                        <a:srgbClr val="9F9F9F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sz="1200" b="1" spc="-20" dirty="0">
                          <a:latin typeface="Times New Roman"/>
                          <a:cs typeface="Times New Roman"/>
                        </a:rPr>
                        <a:t>45.3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45719" marB="0">
                    <a:lnL w="3175">
                      <a:solidFill>
                        <a:srgbClr val="9F9F9F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72110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sz="1200" b="1" spc="-20" dirty="0">
                          <a:latin typeface="Times New Roman"/>
                          <a:cs typeface="Times New Roman"/>
                        </a:rPr>
                        <a:t>42.7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45719" marB="0">
                    <a:lnL w="3175">
                      <a:solidFill>
                        <a:srgbClr val="9F9F9F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sz="1200" b="1" spc="-20" dirty="0">
                          <a:latin typeface="Times New Roman"/>
                          <a:cs typeface="Times New Roman"/>
                        </a:rPr>
                        <a:t>10.5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45719" marB="0">
                    <a:lnL w="3175">
                      <a:solidFill>
                        <a:srgbClr val="9F9F9F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sz="1200" b="1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45719" marB="0">
                    <a:lnL w="3175">
                      <a:solidFill>
                        <a:srgbClr val="9F9F9F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sz="1200" b="1" spc="-25" dirty="0">
                          <a:latin typeface="Times New Roman"/>
                          <a:cs typeface="Times New Roman"/>
                        </a:rPr>
                        <a:t>41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45719" marB="0">
                    <a:lnL w="3175">
                      <a:solidFill>
                        <a:srgbClr val="9F9F9F"/>
                      </a:solidFill>
                      <a:prstDash val="solid"/>
                    </a:lnL>
                    <a:lnR w="6350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2305"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200" b="1" spc="60" dirty="0">
                          <a:latin typeface="Microsoft JhengHei"/>
                          <a:cs typeface="Microsoft JhengHei"/>
                        </a:rPr>
                        <a:t>海豹 </a:t>
                      </a:r>
                      <a:r>
                        <a:rPr sz="1200" b="1" spc="-50" dirty="0">
                          <a:latin typeface="Times New Roman"/>
                          <a:cs typeface="Times New Roman"/>
                        </a:rPr>
                        <a:t>B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6350">
                      <a:solidFill>
                        <a:srgbClr val="9F9F9F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200" b="1" spc="-20" dirty="0">
                          <a:latin typeface="Times New Roman"/>
                          <a:cs typeface="Times New Roman"/>
                        </a:rPr>
                        <a:t>43.6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3175">
                      <a:solidFill>
                        <a:srgbClr val="9F9F9F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7211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200" b="1" spc="-20" dirty="0">
                          <a:latin typeface="Times New Roman"/>
                          <a:cs typeface="Times New Roman"/>
                        </a:rPr>
                        <a:t>42.2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3175">
                      <a:solidFill>
                        <a:srgbClr val="9F9F9F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200" b="1" spc="-20" dirty="0">
                          <a:latin typeface="Times New Roman"/>
                          <a:cs typeface="Times New Roman"/>
                        </a:rPr>
                        <a:t>14.1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3175">
                      <a:solidFill>
                        <a:srgbClr val="9F9F9F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200" b="1" spc="-50" dirty="0">
                          <a:latin typeface="Times New Roman"/>
                          <a:cs typeface="Times New Roman"/>
                        </a:rPr>
                        <a:t>-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3175">
                      <a:solidFill>
                        <a:srgbClr val="9F9F9F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200" b="1" spc="-25" dirty="0">
                          <a:latin typeface="Times New Roman"/>
                          <a:cs typeface="Times New Roman"/>
                        </a:rPr>
                        <a:t>44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3175">
                      <a:solidFill>
                        <a:srgbClr val="9F9F9F"/>
                      </a:solidFill>
                      <a:prstDash val="solid"/>
                    </a:lnL>
                    <a:lnR w="6350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55980">
                <a:tc>
                  <a:txBody>
                    <a:bodyPr/>
                    <a:lstStyle/>
                    <a:p>
                      <a:pPr marR="1270"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200" b="1" spc="85" dirty="0">
                          <a:latin typeface="Microsoft JhengHei"/>
                          <a:cs typeface="Microsoft JhengHei"/>
                        </a:rPr>
                        <a:t>（</a:t>
                      </a:r>
                      <a:r>
                        <a:rPr sz="1200" b="1" spc="100" dirty="0">
                          <a:latin typeface="Microsoft JhengHei"/>
                          <a:cs typeface="Microsoft JhengHei"/>
                        </a:rPr>
                        <a:t>极</a:t>
                      </a:r>
                      <a:r>
                        <a:rPr sz="1200" b="1" spc="100" dirty="0">
                          <a:latin typeface="Microsoft YaHei"/>
                          <a:cs typeface="Microsoft YaHei"/>
                        </a:rPr>
                        <a:t>端</a:t>
                      </a:r>
                      <a:r>
                        <a:rPr sz="1200" b="1" spc="85" dirty="0">
                          <a:latin typeface="Microsoft JhengHei"/>
                          <a:cs typeface="Microsoft JhengHei"/>
                        </a:rPr>
                        <a:t>情况下</a:t>
                      </a:r>
                      <a:r>
                        <a:rPr sz="1200" b="1" spc="-50" dirty="0">
                          <a:latin typeface="Microsoft JhengHei"/>
                          <a:cs typeface="Microsoft JhengHei"/>
                        </a:rPr>
                        <a:t>）</a:t>
                      </a:r>
                      <a:endParaRPr sz="1200">
                        <a:latin typeface="Microsoft JhengHei"/>
                        <a:cs typeface="Microsoft JhengHei"/>
                      </a:endParaRPr>
                    </a:p>
                  </a:txBody>
                  <a:tcPr marL="0" marR="0" marT="46990" marB="0">
                    <a:lnL w="6350">
                      <a:solidFill>
                        <a:srgbClr val="9F9F9F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6350">
                      <a:solidFill>
                        <a:srgbClr val="9F9F9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200" b="1" spc="-20" dirty="0">
                          <a:latin typeface="Times New Roman"/>
                          <a:cs typeface="Times New Roman"/>
                        </a:rPr>
                        <a:t>27.4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3175">
                      <a:solidFill>
                        <a:srgbClr val="9F9F9F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6350">
                      <a:solidFill>
                        <a:srgbClr val="9F9F9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7084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200" b="1" spc="-20" dirty="0">
                          <a:latin typeface="Times New Roman"/>
                          <a:cs typeface="Times New Roman"/>
                        </a:rPr>
                        <a:t>57.9</a:t>
                      </a:r>
                      <a:endParaRPr sz="1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3175">
                      <a:solidFill>
                        <a:srgbClr val="9F9F9F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6350">
                      <a:solidFill>
                        <a:srgbClr val="9F9F9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200" b="1" spc="-20" dirty="0">
                          <a:latin typeface="Times New Roman"/>
                          <a:cs typeface="Times New Roman"/>
                        </a:rPr>
                        <a:t>19.5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3175">
                      <a:solidFill>
                        <a:srgbClr val="9F9F9F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6350">
                      <a:solidFill>
                        <a:srgbClr val="9F9F9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200" b="1" spc="-50" dirty="0">
                          <a:latin typeface="Times New Roman"/>
                          <a:cs typeface="Times New Roman"/>
                        </a:rPr>
                        <a:t>-</a:t>
                      </a:r>
                      <a:endParaRPr sz="1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3175">
                      <a:solidFill>
                        <a:srgbClr val="9F9F9F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6350">
                      <a:solidFill>
                        <a:srgbClr val="9F9F9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200" b="1" spc="-25" dirty="0">
                          <a:latin typeface="Times New Roman"/>
                          <a:cs typeface="Times New Roman"/>
                        </a:rPr>
                        <a:t>96</a:t>
                      </a:r>
                      <a:endParaRPr sz="1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3175">
                      <a:solidFill>
                        <a:srgbClr val="9F9F9F"/>
                      </a:solidFill>
                      <a:prstDash val="solid"/>
                    </a:lnL>
                    <a:lnR w="6350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6350">
                      <a:solidFill>
                        <a:srgbClr val="9F9F9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634740" y="0"/>
            <a:ext cx="5330190" cy="1939289"/>
            <a:chOff x="3634740" y="0"/>
            <a:chExt cx="5330190" cy="1939289"/>
          </a:xfrm>
        </p:grpSpPr>
        <p:pic>
          <p:nvPicPr>
            <p:cNvPr id="3" name="object 3">
              <a:hlinkClick r:id="rId2"/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228080" y="0"/>
              <a:ext cx="2736850" cy="1939289"/>
            </a:xfrm>
            <a:prstGeom prst="rect">
              <a:avLst/>
            </a:prstGeom>
          </p:spPr>
        </p:pic>
        <p:pic>
          <p:nvPicPr>
            <p:cNvPr id="4" name="object 4">
              <a:hlinkClick r:id="rId4"/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634740" y="189229"/>
              <a:ext cx="2592069" cy="1710689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615950" y="726440"/>
            <a:ext cx="7678420" cy="52603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383530" algn="just">
              <a:lnSpc>
                <a:spcPct val="100000"/>
              </a:lnSpc>
              <a:spcBef>
                <a:spcPts val="100"/>
              </a:spcBef>
            </a:pPr>
            <a:r>
              <a:rPr sz="2800" b="1" spc="225" dirty="0">
                <a:latin typeface="Microsoft JhengHei"/>
                <a:cs typeface="Microsoft JhengHei"/>
              </a:rPr>
              <a:t>（</a:t>
            </a:r>
            <a:r>
              <a:rPr sz="2800" b="1" spc="215" dirty="0">
                <a:latin typeface="Microsoft JhengHei"/>
                <a:cs typeface="Microsoft JhengHei"/>
              </a:rPr>
              <a:t>二</a:t>
            </a:r>
            <a:r>
              <a:rPr sz="2800" b="1" spc="225" dirty="0">
                <a:latin typeface="Microsoft JhengHei"/>
                <a:cs typeface="Microsoft JhengHei"/>
              </a:rPr>
              <a:t>）</a:t>
            </a:r>
            <a:r>
              <a:rPr sz="2800" b="1" spc="125" dirty="0">
                <a:latin typeface="Microsoft JhengHei"/>
                <a:cs typeface="Microsoft JhengHei"/>
              </a:rPr>
              <a:t>水生动</a:t>
            </a:r>
            <a:r>
              <a:rPr sz="2800" b="1" spc="170" dirty="0">
                <a:latin typeface="Microsoft JhengHei"/>
                <a:cs typeface="Microsoft JhengHei"/>
              </a:rPr>
              <a:t>物对水密度的</a:t>
            </a:r>
            <a:r>
              <a:rPr sz="2800" b="1" spc="130" dirty="0">
                <a:latin typeface="Microsoft JhengHei"/>
                <a:cs typeface="Microsoft JhengHei"/>
              </a:rPr>
              <a:t>适应：</a:t>
            </a:r>
            <a:endParaRPr sz="2800" dirty="0">
              <a:latin typeface="Microsoft JhengHei"/>
              <a:cs typeface="Microsoft JhengHei"/>
            </a:endParaRPr>
          </a:p>
          <a:p>
            <a:pPr marL="13970" marR="5080" algn="just">
              <a:lnSpc>
                <a:spcPct val="100000"/>
              </a:lnSpc>
              <a:spcBef>
                <a:spcPts val="2960"/>
              </a:spcBef>
            </a:pPr>
            <a:r>
              <a:rPr sz="2800" b="1" spc="220" dirty="0">
                <a:latin typeface="Microsoft JhengHei"/>
                <a:cs typeface="Microsoft JhengHei"/>
              </a:rPr>
              <a:t>失</a:t>
            </a:r>
            <a:r>
              <a:rPr sz="2800" b="1" spc="220" dirty="0">
                <a:latin typeface="Microsoft YaHei"/>
                <a:cs typeface="Microsoft YaHei"/>
              </a:rPr>
              <a:t>去四</a:t>
            </a:r>
            <a:r>
              <a:rPr sz="2800" b="1" spc="225" dirty="0">
                <a:latin typeface="Microsoft JhengHei"/>
                <a:cs typeface="Microsoft JhengHei"/>
              </a:rPr>
              <a:t>肢；</a:t>
            </a:r>
            <a:r>
              <a:rPr sz="2800" b="1" spc="220" dirty="0">
                <a:latin typeface="Microsoft YaHei"/>
                <a:cs typeface="Microsoft YaHei"/>
              </a:rPr>
              <a:t>身</a:t>
            </a:r>
            <a:r>
              <a:rPr sz="2800" b="1" spc="215" dirty="0">
                <a:latin typeface="Microsoft JhengHei"/>
                <a:cs typeface="Microsoft JhengHei"/>
              </a:rPr>
              <a:t>体庞大；具有鳔；深海</a:t>
            </a:r>
            <a:r>
              <a:rPr sz="2800" b="1" spc="220" dirty="0">
                <a:latin typeface="Microsoft YaHei"/>
                <a:cs typeface="Microsoft YaHei"/>
              </a:rPr>
              <a:t>鱼类</a:t>
            </a:r>
            <a:r>
              <a:rPr sz="2800" b="1" spc="80" dirty="0">
                <a:latin typeface="Microsoft JhengHei"/>
                <a:cs typeface="Microsoft JhengHei"/>
              </a:rPr>
              <a:t>皮肤</a:t>
            </a:r>
            <a:r>
              <a:rPr sz="2800" b="1" spc="220" dirty="0">
                <a:latin typeface="Microsoft JhengHei"/>
                <a:cs typeface="Microsoft JhengHei"/>
              </a:rPr>
              <a:t>组</a:t>
            </a:r>
            <a:r>
              <a:rPr sz="2800" b="1" spc="229" dirty="0">
                <a:latin typeface="Microsoft YaHei"/>
                <a:cs typeface="Microsoft YaHei"/>
              </a:rPr>
              <a:t>织</a:t>
            </a:r>
            <a:r>
              <a:rPr sz="2800" b="1" spc="220" dirty="0">
                <a:latin typeface="Microsoft JhengHei"/>
                <a:cs typeface="Microsoft JhengHei"/>
              </a:rPr>
              <a:t>的</a:t>
            </a:r>
            <a:r>
              <a:rPr sz="2800" b="1" spc="220" dirty="0">
                <a:latin typeface="Microsoft YaHei"/>
                <a:cs typeface="Microsoft YaHei"/>
              </a:rPr>
              <a:t>通透</a:t>
            </a:r>
            <a:r>
              <a:rPr sz="2800" b="1" spc="215" dirty="0">
                <a:latin typeface="Microsoft JhengHei"/>
                <a:cs typeface="Microsoft JhengHei"/>
              </a:rPr>
              <a:t>性很大，</a:t>
            </a:r>
            <a:r>
              <a:rPr sz="2800" b="1" spc="229" dirty="0">
                <a:latin typeface="Microsoft YaHei"/>
                <a:cs typeface="Microsoft YaHei"/>
              </a:rPr>
              <a:t>骨</a:t>
            </a:r>
            <a:r>
              <a:rPr sz="2800" b="1" spc="220" dirty="0">
                <a:latin typeface="Microsoft JhengHei"/>
                <a:cs typeface="Microsoft JhengHei"/>
              </a:rPr>
              <a:t>骼和肌</a:t>
            </a:r>
            <a:r>
              <a:rPr sz="2800" b="1" spc="220" dirty="0">
                <a:latin typeface="Microsoft YaHei"/>
                <a:cs typeface="Microsoft YaHei"/>
              </a:rPr>
              <a:t>肉不</a:t>
            </a:r>
            <a:r>
              <a:rPr sz="2800" b="1" spc="220" dirty="0">
                <a:latin typeface="Microsoft JhengHei"/>
                <a:cs typeface="Microsoft JhengHei"/>
              </a:rPr>
              <a:t>发达，</a:t>
            </a:r>
            <a:r>
              <a:rPr sz="2800" b="1" spc="220" dirty="0">
                <a:latin typeface="Microsoft YaHei"/>
                <a:cs typeface="Microsoft YaHei"/>
              </a:rPr>
              <a:t>没</a:t>
            </a:r>
            <a:r>
              <a:rPr sz="2800" b="1" spc="-50" dirty="0">
                <a:latin typeface="Microsoft JhengHei"/>
                <a:cs typeface="Microsoft JhengHei"/>
              </a:rPr>
              <a:t>有</a:t>
            </a:r>
            <a:r>
              <a:rPr sz="2800" b="1" spc="220" dirty="0">
                <a:latin typeface="Microsoft JhengHei"/>
                <a:cs typeface="Microsoft JhengHei"/>
              </a:rPr>
              <a:t>鳔。鲸肋</a:t>
            </a:r>
            <a:r>
              <a:rPr sz="2800" b="1" spc="229" dirty="0">
                <a:latin typeface="Microsoft YaHei"/>
                <a:cs typeface="Microsoft YaHei"/>
              </a:rPr>
              <a:t>骨</a:t>
            </a:r>
            <a:r>
              <a:rPr sz="2800" b="1" spc="220" dirty="0">
                <a:latin typeface="Microsoft JhengHei"/>
                <a:cs typeface="Microsoft JhengHei"/>
              </a:rPr>
              <a:t>无胸</a:t>
            </a:r>
            <a:r>
              <a:rPr sz="2800" b="1" spc="220" dirty="0">
                <a:latin typeface="Microsoft YaHei"/>
                <a:cs typeface="Microsoft YaHei"/>
              </a:rPr>
              <a:t>骨</a:t>
            </a:r>
            <a:r>
              <a:rPr sz="2800" b="1" spc="220" dirty="0">
                <a:latin typeface="Microsoft JhengHei"/>
                <a:cs typeface="Microsoft JhengHei"/>
              </a:rPr>
              <a:t>附着，</a:t>
            </a:r>
            <a:r>
              <a:rPr sz="2800" b="1" spc="229" dirty="0">
                <a:latin typeface="Microsoft YaHei"/>
                <a:cs typeface="Microsoft YaHei"/>
              </a:rPr>
              <a:t>或</a:t>
            </a:r>
            <a:r>
              <a:rPr sz="2800" b="1" spc="215" dirty="0">
                <a:latin typeface="Microsoft JhengHei"/>
                <a:cs typeface="Microsoft JhengHei"/>
              </a:rPr>
              <a:t>无肋</a:t>
            </a:r>
            <a:r>
              <a:rPr sz="2800" b="1" spc="229" dirty="0">
                <a:latin typeface="Microsoft YaHei"/>
                <a:cs typeface="Microsoft YaHei"/>
              </a:rPr>
              <a:t>骨</a:t>
            </a:r>
            <a:r>
              <a:rPr sz="2800" b="1" spc="225" dirty="0">
                <a:latin typeface="Microsoft JhengHei"/>
                <a:cs typeface="Microsoft JhengHei"/>
              </a:rPr>
              <a:t>，潜</a:t>
            </a:r>
            <a:r>
              <a:rPr sz="2800" b="1" spc="220" dirty="0">
                <a:latin typeface="Microsoft YaHei"/>
                <a:cs typeface="Microsoft YaHei"/>
              </a:rPr>
              <a:t>入</a:t>
            </a:r>
            <a:r>
              <a:rPr sz="2800" b="1" spc="80" dirty="0">
                <a:latin typeface="Microsoft JhengHei"/>
                <a:cs typeface="Microsoft JhengHei"/>
              </a:rPr>
              <a:t>深海</a:t>
            </a:r>
            <a:r>
              <a:rPr sz="2800" b="1" spc="220" dirty="0">
                <a:latin typeface="Microsoft YaHei"/>
                <a:cs typeface="Microsoft YaHei"/>
              </a:rPr>
              <a:t>时可</a:t>
            </a:r>
            <a:r>
              <a:rPr sz="2800" b="1" spc="215" dirty="0">
                <a:latin typeface="Microsoft JhengHei"/>
                <a:cs typeface="Microsoft JhengHei"/>
              </a:rPr>
              <a:t>把肺泡内气全部</a:t>
            </a:r>
            <a:r>
              <a:rPr sz="2800" b="1" spc="220" dirty="0">
                <a:latin typeface="Microsoft YaHei"/>
                <a:cs typeface="Microsoft YaHei"/>
              </a:rPr>
              <a:t>排出</a:t>
            </a:r>
            <a:r>
              <a:rPr sz="2800" b="1" spc="229" dirty="0">
                <a:latin typeface="Microsoft JhengHei"/>
                <a:cs typeface="Microsoft JhengHei"/>
              </a:rPr>
              <a:t>，</a:t>
            </a:r>
            <a:r>
              <a:rPr sz="2800" b="1" spc="220" dirty="0">
                <a:latin typeface="Microsoft YaHei"/>
                <a:cs typeface="Microsoft YaHei"/>
              </a:rPr>
              <a:t>不</a:t>
            </a:r>
            <a:r>
              <a:rPr sz="2800" b="1" spc="220" dirty="0">
                <a:latin typeface="Microsoft JhengHei"/>
                <a:cs typeface="Microsoft JhengHei"/>
              </a:rPr>
              <a:t>得减</a:t>
            </a:r>
            <a:r>
              <a:rPr sz="2800" b="1" spc="220" dirty="0">
                <a:latin typeface="Microsoft YaHei"/>
                <a:cs typeface="Microsoft YaHei"/>
              </a:rPr>
              <a:t>压</a:t>
            </a:r>
            <a:r>
              <a:rPr sz="2800" b="1" spc="90" dirty="0">
                <a:latin typeface="Microsoft JhengHei"/>
                <a:cs typeface="Microsoft JhengHei"/>
              </a:rPr>
              <a:t>病。</a:t>
            </a:r>
            <a:endParaRPr sz="2800" dirty="0">
              <a:latin typeface="Microsoft JhengHei"/>
              <a:cs typeface="Microsoft JhengHei"/>
            </a:endParaRPr>
          </a:p>
          <a:p>
            <a:pPr marL="85090">
              <a:lnSpc>
                <a:spcPct val="100000"/>
              </a:lnSpc>
              <a:spcBef>
                <a:spcPts val="1300"/>
              </a:spcBef>
            </a:pPr>
            <a:r>
              <a:rPr sz="2800" b="1" spc="220" dirty="0">
                <a:latin typeface="Microsoft JhengHei"/>
                <a:cs typeface="Microsoft JhengHei"/>
              </a:rPr>
              <a:t>两栖</a:t>
            </a:r>
            <a:r>
              <a:rPr sz="2800" b="1" spc="220" dirty="0">
                <a:latin typeface="Microsoft YaHei"/>
                <a:cs typeface="Microsoft YaHei"/>
              </a:rPr>
              <a:t>类</a:t>
            </a:r>
            <a:r>
              <a:rPr sz="2800" b="1" spc="145" dirty="0">
                <a:latin typeface="Microsoft JhengHei"/>
                <a:cs typeface="Microsoft JhengHei"/>
              </a:rPr>
              <a:t>的水平衡</a:t>
            </a:r>
            <a:endParaRPr sz="2800" dirty="0">
              <a:latin typeface="Microsoft JhengHei"/>
              <a:cs typeface="Microsoft JhengHei"/>
            </a:endParaRPr>
          </a:p>
          <a:p>
            <a:pPr marL="85090" marR="317500" algn="just">
              <a:lnSpc>
                <a:spcPct val="100000"/>
              </a:lnSpc>
            </a:pPr>
            <a:r>
              <a:rPr sz="2800" b="1" spc="220" dirty="0">
                <a:latin typeface="Microsoft JhengHei"/>
                <a:cs typeface="Microsoft JhengHei"/>
              </a:rPr>
              <a:t>在水中</a:t>
            </a:r>
            <a:r>
              <a:rPr sz="2800" b="1" spc="220" dirty="0">
                <a:latin typeface="Microsoft YaHei"/>
                <a:cs typeface="Microsoft YaHei"/>
              </a:rPr>
              <a:t>时肾脏功</a:t>
            </a:r>
            <a:r>
              <a:rPr sz="2800" b="1" spc="220" dirty="0">
                <a:latin typeface="Microsoft JhengHei"/>
                <a:cs typeface="Microsoft JhengHei"/>
              </a:rPr>
              <a:t>能</a:t>
            </a:r>
            <a:r>
              <a:rPr sz="2800" b="1" spc="220" dirty="0">
                <a:latin typeface="Microsoft YaHei"/>
                <a:cs typeface="Microsoft YaHei"/>
              </a:rPr>
              <a:t>同淡</a:t>
            </a:r>
            <a:r>
              <a:rPr sz="2800" b="1" spc="220" dirty="0">
                <a:latin typeface="Microsoft JhengHei"/>
                <a:cs typeface="Microsoft JhengHei"/>
              </a:rPr>
              <a:t>水</a:t>
            </a:r>
            <a:r>
              <a:rPr sz="2800" b="1" spc="229" dirty="0">
                <a:latin typeface="Microsoft YaHei"/>
                <a:cs typeface="Microsoft YaHei"/>
              </a:rPr>
              <a:t>鱼</a:t>
            </a:r>
            <a:r>
              <a:rPr sz="2800" b="1" spc="220" dirty="0">
                <a:latin typeface="Microsoft JhengHei"/>
                <a:cs typeface="Microsoft JhengHei"/>
              </a:rPr>
              <a:t>，皮肤</a:t>
            </a:r>
            <a:r>
              <a:rPr sz="2800" b="1" spc="220" dirty="0">
                <a:latin typeface="Microsoft YaHei"/>
                <a:cs typeface="Microsoft YaHei"/>
              </a:rPr>
              <a:t>功</a:t>
            </a:r>
            <a:r>
              <a:rPr sz="2800" b="1" spc="229" dirty="0">
                <a:latin typeface="Microsoft JhengHei"/>
                <a:cs typeface="Microsoft JhengHei"/>
              </a:rPr>
              <a:t>能</a:t>
            </a:r>
            <a:r>
              <a:rPr sz="2800" b="1" spc="80" dirty="0">
                <a:latin typeface="Microsoft YaHei"/>
                <a:cs typeface="Microsoft YaHei"/>
              </a:rPr>
              <a:t>同鱼</a:t>
            </a:r>
            <a:r>
              <a:rPr sz="2800" b="1" spc="220" dirty="0">
                <a:latin typeface="Microsoft YaHei"/>
                <a:cs typeface="Microsoft YaHei"/>
              </a:rPr>
              <a:t>鳃</a:t>
            </a:r>
            <a:r>
              <a:rPr sz="2800" b="1" spc="215" dirty="0">
                <a:latin typeface="Microsoft JhengHei"/>
                <a:cs typeface="Microsoft JhengHei"/>
              </a:rPr>
              <a:t>。在陆地上</a:t>
            </a:r>
            <a:r>
              <a:rPr sz="2800" b="1" spc="229" dirty="0">
                <a:latin typeface="Microsoft YaHei"/>
                <a:cs typeface="Microsoft YaHei"/>
              </a:rPr>
              <a:t>时</a:t>
            </a:r>
            <a:r>
              <a:rPr sz="2800" b="1" spc="215" dirty="0">
                <a:latin typeface="Microsoft JhengHei"/>
                <a:cs typeface="Microsoft JhengHei"/>
              </a:rPr>
              <a:t>皮肤</a:t>
            </a:r>
            <a:r>
              <a:rPr sz="2800" b="1" spc="229" dirty="0">
                <a:latin typeface="Microsoft YaHei"/>
                <a:cs typeface="Microsoft YaHei"/>
              </a:rPr>
              <a:t>可</a:t>
            </a:r>
            <a:r>
              <a:rPr sz="2800" b="1" spc="185" dirty="0">
                <a:latin typeface="Microsoft JhengHei"/>
                <a:cs typeface="Microsoft JhengHei"/>
              </a:rPr>
              <a:t>从空气中吸收水分，</a:t>
            </a:r>
            <a:r>
              <a:rPr sz="2800" b="1" spc="215" dirty="0">
                <a:latin typeface="Microsoft YaHei"/>
                <a:cs typeface="Microsoft YaHei"/>
              </a:rPr>
              <a:t>靠膀胱重</a:t>
            </a:r>
            <a:r>
              <a:rPr sz="2800" b="1" spc="195" dirty="0">
                <a:latin typeface="Microsoft JhengHei"/>
                <a:cs typeface="Microsoft JhengHei"/>
              </a:rPr>
              <a:t>新吸收水分来保持体液水分平衡。</a:t>
            </a:r>
            <a:endParaRPr sz="2800" dirty="0">
              <a:latin typeface="Microsoft JhengHei"/>
              <a:cs typeface="Microsoft JhengHe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ject 5">
            <a:hlinkClick r:id="rId2"/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28079" y="0"/>
            <a:ext cx="2915920" cy="211709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81000" y="1372870"/>
            <a:ext cx="585343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69390" algn="l"/>
              </a:tabLst>
            </a:pPr>
            <a:r>
              <a:rPr sz="3200" spc="265" dirty="0"/>
              <a:t>（</a:t>
            </a:r>
            <a:r>
              <a:rPr sz="3200" spc="270" dirty="0"/>
              <a:t>三</a:t>
            </a:r>
            <a:r>
              <a:rPr sz="3200" spc="-50" dirty="0"/>
              <a:t>）</a:t>
            </a:r>
            <a:r>
              <a:rPr sz="3200" dirty="0"/>
              <a:t>	</a:t>
            </a:r>
            <a:r>
              <a:rPr sz="3200" spc="265" dirty="0"/>
              <a:t>陆</a:t>
            </a:r>
            <a:r>
              <a:rPr sz="3200" spc="254" dirty="0"/>
              <a:t>生</a:t>
            </a:r>
            <a:r>
              <a:rPr sz="3200" spc="265" dirty="0"/>
              <a:t>动物</a:t>
            </a:r>
            <a:r>
              <a:rPr sz="3200" spc="295" dirty="0"/>
              <a:t>的</a:t>
            </a:r>
            <a:r>
              <a:rPr sz="3200" spc="265" dirty="0">
                <a:latin typeface="Microsoft YaHei"/>
                <a:cs typeface="Microsoft YaHei"/>
              </a:rPr>
              <a:t>渗</a:t>
            </a:r>
            <a:r>
              <a:rPr sz="3200" spc="254" dirty="0">
                <a:latin typeface="Microsoft YaHei"/>
                <a:cs typeface="Microsoft YaHei"/>
              </a:rPr>
              <a:t>透</a:t>
            </a:r>
            <a:r>
              <a:rPr sz="3200" spc="265" dirty="0">
                <a:latin typeface="Microsoft YaHei"/>
                <a:cs typeface="Microsoft YaHei"/>
              </a:rPr>
              <a:t>压</a:t>
            </a:r>
            <a:r>
              <a:rPr sz="3200" spc="280" dirty="0">
                <a:latin typeface="Microsoft YaHei"/>
                <a:cs typeface="Microsoft YaHei"/>
              </a:rPr>
              <a:t>调</a:t>
            </a:r>
            <a:r>
              <a:rPr sz="3200" spc="-50" dirty="0"/>
              <a:t>节</a:t>
            </a:r>
            <a:endParaRPr sz="3200" dirty="0">
              <a:latin typeface="Microsoft YaHei"/>
              <a:cs typeface="Microsoft YaHe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5950" y="2730500"/>
            <a:ext cx="7810500" cy="34378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285240">
              <a:lnSpc>
                <a:spcPct val="100000"/>
              </a:lnSpc>
              <a:spcBef>
                <a:spcPts val="100"/>
              </a:spcBef>
            </a:pPr>
            <a:r>
              <a:rPr sz="2800" b="1" spc="215" dirty="0">
                <a:solidFill>
                  <a:schemeClr val="tx1"/>
                </a:solidFill>
                <a:latin typeface="Microsoft JhengHei"/>
                <a:cs typeface="Microsoft JhengHei"/>
              </a:rPr>
              <a:t>有机体在陆地生</a:t>
            </a:r>
            <a:r>
              <a:rPr sz="2800" b="1" spc="220" dirty="0">
                <a:solidFill>
                  <a:schemeClr val="tx1"/>
                </a:solidFill>
                <a:latin typeface="Microsoft YaHei"/>
                <a:cs typeface="Microsoft YaHei"/>
              </a:rPr>
              <a:t>存</a:t>
            </a:r>
            <a:r>
              <a:rPr sz="2800" b="1" spc="220" dirty="0">
                <a:solidFill>
                  <a:schemeClr val="tx1"/>
                </a:solidFill>
                <a:latin typeface="Microsoft JhengHei"/>
                <a:cs typeface="Microsoft JhengHei"/>
              </a:rPr>
              <a:t>中</a:t>
            </a:r>
            <a:r>
              <a:rPr sz="2800" b="1" spc="229" dirty="0">
                <a:solidFill>
                  <a:schemeClr val="tx1"/>
                </a:solidFill>
                <a:latin typeface="Microsoft YaHei"/>
                <a:cs typeface="Microsoft YaHei"/>
              </a:rPr>
              <a:t>面</a:t>
            </a:r>
            <a:r>
              <a:rPr sz="2800" b="1" spc="220" dirty="0">
                <a:solidFill>
                  <a:schemeClr val="tx1"/>
                </a:solidFill>
                <a:latin typeface="Microsoft JhengHei"/>
                <a:cs typeface="Microsoft JhengHei"/>
              </a:rPr>
              <a:t>对的最严</a:t>
            </a:r>
            <a:r>
              <a:rPr sz="2800" b="1" spc="130" dirty="0">
                <a:solidFill>
                  <a:schemeClr val="tx1"/>
                </a:solidFill>
                <a:latin typeface="Microsoft YaHei"/>
                <a:cs typeface="Microsoft YaHei"/>
              </a:rPr>
              <a:t>重问题</a:t>
            </a:r>
            <a:r>
              <a:rPr sz="2800" b="1" spc="220" dirty="0">
                <a:solidFill>
                  <a:schemeClr val="tx1"/>
                </a:solidFill>
                <a:latin typeface="Microsoft JhengHei"/>
                <a:cs typeface="Microsoft JhengHei"/>
              </a:rPr>
              <a:t>之一是</a:t>
            </a:r>
            <a:r>
              <a:rPr sz="2800" b="1" spc="220" dirty="0">
                <a:solidFill>
                  <a:schemeClr val="tx1"/>
                </a:solidFill>
                <a:latin typeface="Microsoft YaHei"/>
                <a:cs typeface="Microsoft YaHei"/>
              </a:rPr>
              <a:t>连</a:t>
            </a:r>
            <a:r>
              <a:rPr sz="2800" b="1" spc="215" dirty="0">
                <a:solidFill>
                  <a:schemeClr val="tx1"/>
                </a:solidFill>
                <a:latin typeface="Microsoft JhengHei"/>
                <a:cs typeface="Microsoft JhengHei"/>
              </a:rPr>
              <a:t>续地失水</a:t>
            </a:r>
            <a:r>
              <a:rPr sz="2800" b="1" spc="225" dirty="0">
                <a:solidFill>
                  <a:schemeClr val="tx1"/>
                </a:solidFill>
                <a:latin typeface="Microsoft JhengHei"/>
                <a:cs typeface="Microsoft JhengHei"/>
              </a:rPr>
              <a:t>（</a:t>
            </a:r>
            <a:r>
              <a:rPr sz="2800" b="1" spc="190" dirty="0">
                <a:solidFill>
                  <a:schemeClr val="tx1"/>
                </a:solidFill>
                <a:latin typeface="Microsoft JhengHei"/>
                <a:cs typeface="Microsoft JhengHei"/>
              </a:rPr>
              <a:t>皮肤蒸发失水、呼吸失水</a:t>
            </a:r>
            <a:r>
              <a:rPr sz="2800" b="1" spc="229" dirty="0">
                <a:solidFill>
                  <a:schemeClr val="tx1"/>
                </a:solidFill>
                <a:latin typeface="Microsoft JhengHei"/>
                <a:cs typeface="Microsoft JhengHei"/>
              </a:rPr>
              <a:t>与</a:t>
            </a:r>
            <a:r>
              <a:rPr sz="2800" b="1" spc="220" dirty="0">
                <a:solidFill>
                  <a:schemeClr val="tx1"/>
                </a:solidFill>
                <a:latin typeface="Microsoft YaHei"/>
                <a:cs typeface="Microsoft YaHei"/>
              </a:rPr>
              <a:t>排</a:t>
            </a:r>
            <a:r>
              <a:rPr sz="2800" b="1" spc="215" dirty="0">
                <a:solidFill>
                  <a:schemeClr val="tx1"/>
                </a:solidFill>
                <a:latin typeface="Microsoft JhengHei"/>
                <a:cs typeface="Microsoft JhengHei"/>
              </a:rPr>
              <a:t>泄失水</a:t>
            </a:r>
            <a:r>
              <a:rPr sz="2800" b="1" spc="225" dirty="0">
                <a:solidFill>
                  <a:schemeClr val="tx1"/>
                </a:solidFill>
                <a:latin typeface="Microsoft JhengHei"/>
                <a:cs typeface="Microsoft JhengHei"/>
              </a:rPr>
              <a:t>），</a:t>
            </a:r>
            <a:r>
              <a:rPr sz="2800" b="1" spc="229" dirty="0">
                <a:solidFill>
                  <a:schemeClr val="tx1"/>
                </a:solidFill>
                <a:latin typeface="Microsoft YaHei"/>
                <a:cs typeface="Microsoft YaHei"/>
              </a:rPr>
              <a:t>使</a:t>
            </a:r>
            <a:r>
              <a:rPr sz="2800" b="1" spc="215" dirty="0">
                <a:solidFill>
                  <a:schemeClr val="tx1"/>
                </a:solidFill>
                <a:latin typeface="Microsoft JhengHei"/>
                <a:cs typeface="Microsoft JhengHei"/>
              </a:rPr>
              <a:t>有机体有</a:t>
            </a:r>
            <a:r>
              <a:rPr sz="2800" b="1" spc="229" dirty="0">
                <a:solidFill>
                  <a:schemeClr val="tx1"/>
                </a:solidFill>
                <a:latin typeface="Microsoft YaHei"/>
                <a:cs typeface="Microsoft YaHei"/>
              </a:rPr>
              <a:t>可</a:t>
            </a:r>
            <a:r>
              <a:rPr sz="2800" b="1" spc="215" dirty="0">
                <a:solidFill>
                  <a:schemeClr val="tx1"/>
                </a:solidFill>
                <a:latin typeface="Microsoft JhengHei"/>
                <a:cs typeface="Microsoft JhengHei"/>
              </a:rPr>
              <a:t>能因失水而干</a:t>
            </a:r>
            <a:r>
              <a:rPr sz="2800" b="1" spc="-50" dirty="0">
                <a:solidFill>
                  <a:schemeClr val="tx1"/>
                </a:solidFill>
                <a:latin typeface="Microsoft YaHei"/>
                <a:cs typeface="Microsoft YaHei"/>
              </a:rPr>
              <a:t>死</a:t>
            </a:r>
            <a:endParaRPr sz="2800">
              <a:solidFill>
                <a:schemeClr val="tx1"/>
              </a:solidFill>
              <a:latin typeface="Microsoft YaHei"/>
              <a:cs typeface="Microsoft YaHei"/>
            </a:endParaRPr>
          </a:p>
          <a:p>
            <a:pPr marL="12700" marR="136525" algn="just">
              <a:lnSpc>
                <a:spcPct val="100000"/>
              </a:lnSpc>
            </a:pPr>
            <a:r>
              <a:rPr sz="2800" b="1" spc="215" dirty="0">
                <a:solidFill>
                  <a:schemeClr val="tx1"/>
                </a:solidFill>
                <a:latin typeface="Microsoft JhengHei"/>
                <a:cs typeface="Microsoft JhengHei"/>
              </a:rPr>
              <a:t>，因而陆生动物在进化过</a:t>
            </a:r>
            <a:r>
              <a:rPr sz="2800" b="1" spc="220" dirty="0">
                <a:solidFill>
                  <a:schemeClr val="tx1"/>
                </a:solidFill>
                <a:latin typeface="Microsoft YaHei"/>
                <a:cs typeface="Microsoft YaHei"/>
              </a:rPr>
              <a:t>程</a:t>
            </a:r>
            <a:r>
              <a:rPr sz="2800" b="1" spc="180" dirty="0">
                <a:solidFill>
                  <a:schemeClr val="tx1"/>
                </a:solidFill>
                <a:latin typeface="Microsoft JhengHei"/>
                <a:cs typeface="Microsoft JhengHei"/>
              </a:rPr>
              <a:t>中形成了各种减少</a:t>
            </a:r>
            <a:r>
              <a:rPr sz="2800" b="1" spc="220" dirty="0">
                <a:solidFill>
                  <a:schemeClr val="tx1"/>
                </a:solidFill>
                <a:latin typeface="Microsoft JhengHei"/>
                <a:cs typeface="Microsoft JhengHei"/>
              </a:rPr>
              <a:t>失水</a:t>
            </a:r>
            <a:r>
              <a:rPr sz="2800" b="1" spc="229" dirty="0">
                <a:solidFill>
                  <a:schemeClr val="tx1"/>
                </a:solidFill>
                <a:latin typeface="Microsoft YaHei"/>
                <a:cs typeface="Microsoft YaHei"/>
              </a:rPr>
              <a:t>或</a:t>
            </a:r>
            <a:r>
              <a:rPr sz="2800" b="1" spc="215" dirty="0">
                <a:solidFill>
                  <a:schemeClr val="tx1"/>
                </a:solidFill>
                <a:latin typeface="Microsoft JhengHei"/>
                <a:cs typeface="Microsoft JhengHei"/>
              </a:rPr>
              <a:t>保持水分的机</a:t>
            </a:r>
            <a:r>
              <a:rPr sz="2800" b="1" spc="220" dirty="0">
                <a:solidFill>
                  <a:schemeClr val="tx1"/>
                </a:solidFill>
                <a:latin typeface="Microsoft YaHei"/>
                <a:cs typeface="Microsoft YaHei"/>
              </a:rPr>
              <a:t>制</a:t>
            </a:r>
            <a:r>
              <a:rPr sz="2800" b="1" spc="185" dirty="0">
                <a:solidFill>
                  <a:schemeClr val="tx1"/>
                </a:solidFill>
                <a:latin typeface="Microsoft JhengHei"/>
                <a:cs typeface="Microsoft JhengHei"/>
              </a:rPr>
              <a:t>。脊椎动物羊膜卵的产</a:t>
            </a:r>
            <a:r>
              <a:rPr sz="2800" b="1" spc="229" dirty="0">
                <a:solidFill>
                  <a:schemeClr val="tx1"/>
                </a:solidFill>
                <a:latin typeface="Microsoft JhengHei"/>
                <a:cs typeface="Microsoft JhengHei"/>
              </a:rPr>
              <a:t>生</a:t>
            </a:r>
            <a:r>
              <a:rPr sz="2800" b="1" spc="220" dirty="0">
                <a:solidFill>
                  <a:schemeClr val="tx1"/>
                </a:solidFill>
                <a:latin typeface="Microsoft YaHei"/>
                <a:cs typeface="Microsoft YaHei"/>
              </a:rPr>
              <a:t>就</a:t>
            </a:r>
            <a:r>
              <a:rPr sz="2800" b="1" spc="215" dirty="0">
                <a:solidFill>
                  <a:schemeClr val="tx1"/>
                </a:solidFill>
                <a:latin typeface="Microsoft JhengHei"/>
                <a:cs typeface="Microsoft JhengHei"/>
              </a:rPr>
              <a:t>代表了一种机</a:t>
            </a:r>
            <a:r>
              <a:rPr sz="2800" b="1" spc="220" dirty="0">
                <a:solidFill>
                  <a:schemeClr val="tx1"/>
                </a:solidFill>
                <a:latin typeface="Microsoft YaHei"/>
                <a:cs typeface="Microsoft YaHei"/>
              </a:rPr>
              <a:t>制</a:t>
            </a:r>
            <a:r>
              <a:rPr sz="2800" b="1" spc="220" dirty="0">
                <a:solidFill>
                  <a:schemeClr val="tx1"/>
                </a:solidFill>
                <a:latin typeface="Microsoft JhengHei"/>
                <a:cs typeface="Microsoft JhengHei"/>
              </a:rPr>
              <a:t>，</a:t>
            </a:r>
            <a:r>
              <a:rPr sz="2800" b="1" spc="229" dirty="0">
                <a:solidFill>
                  <a:schemeClr val="tx1"/>
                </a:solidFill>
                <a:latin typeface="Microsoft YaHei"/>
                <a:cs typeface="Microsoft YaHei"/>
              </a:rPr>
              <a:t>使</a:t>
            </a:r>
            <a:r>
              <a:rPr sz="2800" b="1" spc="215" dirty="0">
                <a:solidFill>
                  <a:schemeClr val="tx1"/>
                </a:solidFill>
                <a:latin typeface="Microsoft JhengHei"/>
                <a:cs typeface="Microsoft JhengHei"/>
              </a:rPr>
              <a:t>脊椎动物在发</a:t>
            </a:r>
            <a:r>
              <a:rPr sz="2800" b="1" spc="229" dirty="0">
                <a:solidFill>
                  <a:schemeClr val="tx1"/>
                </a:solidFill>
                <a:latin typeface="Microsoft YaHei"/>
                <a:cs typeface="Microsoft YaHei"/>
              </a:rPr>
              <a:t>育</a:t>
            </a:r>
            <a:r>
              <a:rPr sz="2800" b="1" spc="220" dirty="0">
                <a:solidFill>
                  <a:schemeClr val="tx1"/>
                </a:solidFill>
                <a:latin typeface="Microsoft JhengHei"/>
                <a:cs typeface="Microsoft JhengHei"/>
              </a:rPr>
              <a:t>过</a:t>
            </a:r>
            <a:r>
              <a:rPr sz="2800" b="1" spc="-50" dirty="0">
                <a:solidFill>
                  <a:schemeClr val="tx1"/>
                </a:solidFill>
                <a:latin typeface="Microsoft YaHei"/>
                <a:cs typeface="Microsoft YaHei"/>
              </a:rPr>
              <a:t>程</a:t>
            </a:r>
            <a:r>
              <a:rPr sz="2800" b="1" spc="215" dirty="0">
                <a:solidFill>
                  <a:schemeClr val="tx1"/>
                </a:solidFill>
                <a:latin typeface="Microsoft JhengHei"/>
                <a:cs typeface="Microsoft JhengHei"/>
              </a:rPr>
              <a:t>中能阻止水的</a:t>
            </a:r>
            <a:r>
              <a:rPr sz="2800" b="1" spc="220" dirty="0">
                <a:solidFill>
                  <a:schemeClr val="tx1"/>
                </a:solidFill>
                <a:latin typeface="Microsoft YaHei"/>
                <a:cs typeface="Microsoft YaHei"/>
              </a:rPr>
              <a:t>丢</a:t>
            </a:r>
            <a:r>
              <a:rPr sz="2800" b="1" spc="215" dirty="0">
                <a:solidFill>
                  <a:schemeClr val="tx1"/>
                </a:solidFill>
                <a:latin typeface="Microsoft JhengHei"/>
                <a:cs typeface="Microsoft JhengHei"/>
              </a:rPr>
              <a:t>失，而允许脊椎动物</a:t>
            </a:r>
            <a:r>
              <a:rPr sz="2800" b="1" spc="220" dirty="0">
                <a:solidFill>
                  <a:schemeClr val="tx1"/>
                </a:solidFill>
                <a:latin typeface="Microsoft YaHei"/>
                <a:cs typeface="Microsoft YaHei"/>
              </a:rPr>
              <a:t>去开</a:t>
            </a:r>
            <a:r>
              <a:rPr sz="2800" b="1" spc="85" dirty="0">
                <a:solidFill>
                  <a:schemeClr val="tx1"/>
                </a:solidFill>
                <a:latin typeface="Microsoft JhengHei"/>
                <a:cs typeface="Microsoft JhengHei"/>
              </a:rPr>
              <a:t>拓陆地。</a:t>
            </a:r>
            <a:endParaRPr sz="2800">
              <a:solidFill>
                <a:schemeClr val="tx1"/>
              </a:solidFill>
              <a:latin typeface="Microsoft JhengHei"/>
              <a:cs typeface="Microsoft JhengHe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84829" y="2661920"/>
            <a:ext cx="282067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10" dirty="0">
                <a:latin typeface="SimSun"/>
                <a:cs typeface="SimSun"/>
              </a:rPr>
              <a:t>生物体水分</a:t>
            </a:r>
            <a:endParaRPr sz="4400">
              <a:latin typeface="SimSun"/>
              <a:cs typeface="SimSu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67690" y="4987290"/>
            <a:ext cx="790575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270" algn="ctr">
              <a:lnSpc>
                <a:spcPct val="100000"/>
              </a:lnSpc>
              <a:spcBef>
                <a:spcPts val="100"/>
              </a:spcBef>
              <a:tabLst>
                <a:tab pos="1812925" algn="l"/>
                <a:tab pos="2771775" algn="l"/>
              </a:tabLst>
            </a:pPr>
            <a:r>
              <a:rPr sz="2400" b="1" spc="195" dirty="0">
                <a:latin typeface="Microsoft JhengHei"/>
                <a:cs typeface="Microsoft JhengHei"/>
              </a:rPr>
              <a:t>得</a:t>
            </a:r>
            <a:r>
              <a:rPr sz="2400" b="1" spc="204" dirty="0">
                <a:latin typeface="Microsoft JhengHei"/>
                <a:cs typeface="Microsoft JhengHei"/>
              </a:rPr>
              <a:t>水</a:t>
            </a:r>
            <a:r>
              <a:rPr sz="2400" b="1" dirty="0">
                <a:latin typeface="Microsoft JhengHei"/>
                <a:cs typeface="Microsoft JhengHei"/>
              </a:rPr>
              <a:t>： </a:t>
            </a:r>
            <a:r>
              <a:rPr sz="2400" b="1" dirty="0">
                <a:latin typeface="Times New Roman"/>
                <a:cs typeface="Times New Roman"/>
              </a:rPr>
              <a:t>1</a:t>
            </a:r>
            <a:r>
              <a:rPr sz="2400" b="1" spc="-6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Microsoft JhengHei"/>
                <a:cs typeface="Microsoft JhengHei"/>
              </a:rPr>
              <a:t>）</a:t>
            </a:r>
            <a:r>
              <a:rPr sz="2400" b="1" spc="-390" dirty="0">
                <a:latin typeface="Microsoft JhengHei"/>
                <a:cs typeface="Microsoft JhengHei"/>
              </a:rPr>
              <a:t> </a:t>
            </a:r>
            <a:r>
              <a:rPr sz="2400" b="1" spc="200" dirty="0">
                <a:latin typeface="Microsoft YaHei"/>
                <a:cs typeface="Microsoft YaHei"/>
              </a:rPr>
              <a:t>如</a:t>
            </a:r>
            <a:r>
              <a:rPr sz="2400" b="1" spc="195" dirty="0">
                <a:latin typeface="Microsoft JhengHei"/>
                <a:cs typeface="Microsoft JhengHei"/>
              </a:rPr>
              <a:t>蟑</a:t>
            </a:r>
            <a:r>
              <a:rPr sz="2400" b="1" spc="210" dirty="0">
                <a:latin typeface="Microsoft JhengHei"/>
                <a:cs typeface="Microsoft JhengHei"/>
              </a:rPr>
              <a:t>螂</a:t>
            </a:r>
            <a:r>
              <a:rPr sz="2400" b="1" spc="200" dirty="0">
                <a:latin typeface="Microsoft JhengHei"/>
                <a:cs typeface="Microsoft JhengHei"/>
              </a:rPr>
              <a:t>、</a:t>
            </a:r>
            <a:r>
              <a:rPr sz="2400" b="1" spc="195" dirty="0">
                <a:latin typeface="Microsoft JhengHei"/>
                <a:cs typeface="Microsoft JhengHei"/>
              </a:rPr>
              <a:t>蜘</a:t>
            </a:r>
            <a:r>
              <a:rPr sz="2400" b="1" spc="210" dirty="0">
                <a:latin typeface="Microsoft JhengHei"/>
                <a:cs typeface="Microsoft JhengHei"/>
              </a:rPr>
              <a:t>蛛</a:t>
            </a:r>
            <a:r>
              <a:rPr sz="2400" b="1" spc="200" dirty="0">
                <a:latin typeface="Microsoft JhengHei"/>
                <a:cs typeface="Microsoft JhengHei"/>
              </a:rPr>
              <a:t>等</a:t>
            </a:r>
            <a:r>
              <a:rPr sz="2400" b="1" spc="204" dirty="0">
                <a:latin typeface="Microsoft JhengHei"/>
                <a:cs typeface="Microsoft JhengHei"/>
              </a:rPr>
              <a:t>昆</a:t>
            </a:r>
            <a:r>
              <a:rPr sz="2400" b="1" spc="200" dirty="0">
                <a:latin typeface="Microsoft JhengHei"/>
                <a:cs typeface="Microsoft JhengHei"/>
              </a:rPr>
              <a:t>虫</a:t>
            </a:r>
            <a:r>
              <a:rPr sz="2400" b="1" spc="195" dirty="0">
                <a:latin typeface="Microsoft YaHei"/>
                <a:cs typeface="Microsoft YaHei"/>
              </a:rPr>
              <a:t>类</a:t>
            </a:r>
            <a:r>
              <a:rPr sz="2400" b="1" spc="210" dirty="0">
                <a:latin typeface="Microsoft YaHei"/>
                <a:cs typeface="Microsoft YaHei"/>
              </a:rPr>
              <a:t>通</a:t>
            </a:r>
            <a:r>
              <a:rPr sz="2400" b="1" spc="195" dirty="0">
                <a:latin typeface="Microsoft JhengHei"/>
                <a:cs typeface="Microsoft JhengHei"/>
              </a:rPr>
              <a:t>过</a:t>
            </a:r>
            <a:r>
              <a:rPr sz="2400" b="1" spc="204" dirty="0">
                <a:latin typeface="Microsoft JhengHei"/>
                <a:cs typeface="Microsoft JhengHei"/>
              </a:rPr>
              <a:t>体</a:t>
            </a:r>
            <a:r>
              <a:rPr sz="2400" b="1" spc="200" dirty="0">
                <a:latin typeface="Microsoft JhengHei"/>
                <a:cs typeface="Microsoft JhengHei"/>
              </a:rPr>
              <a:t>表</a:t>
            </a:r>
            <a:r>
              <a:rPr sz="2400" b="1" spc="195" dirty="0">
                <a:latin typeface="Microsoft YaHei"/>
                <a:cs typeface="Microsoft YaHei"/>
              </a:rPr>
              <a:t>可</a:t>
            </a:r>
            <a:r>
              <a:rPr sz="2400" b="1" spc="204" dirty="0">
                <a:latin typeface="Microsoft YaHei"/>
                <a:cs typeface="Microsoft YaHei"/>
              </a:rPr>
              <a:t>直</a:t>
            </a:r>
            <a:r>
              <a:rPr sz="2400" b="1" spc="200" dirty="0">
                <a:latin typeface="Microsoft YaHei"/>
                <a:cs typeface="Microsoft YaHei"/>
              </a:rPr>
              <a:t>接</a:t>
            </a:r>
            <a:r>
              <a:rPr sz="2400" b="1" spc="210" dirty="0">
                <a:latin typeface="Microsoft JhengHei"/>
                <a:cs typeface="Microsoft JhengHei"/>
              </a:rPr>
              <a:t>从</a:t>
            </a:r>
            <a:r>
              <a:rPr sz="2400" b="1" spc="-50" dirty="0">
                <a:latin typeface="Microsoft YaHei"/>
                <a:cs typeface="Microsoft YaHei"/>
              </a:rPr>
              <a:t>较</a:t>
            </a:r>
            <a:r>
              <a:rPr sz="2400" b="1" spc="204" dirty="0">
                <a:latin typeface="Microsoft JhengHei"/>
                <a:cs typeface="Microsoft JhengHei"/>
              </a:rPr>
              <a:t>潮</a:t>
            </a:r>
            <a:r>
              <a:rPr sz="2400" b="1" spc="195" dirty="0">
                <a:latin typeface="Microsoft JhengHei"/>
                <a:cs typeface="Microsoft JhengHei"/>
              </a:rPr>
              <a:t>湿的</a:t>
            </a:r>
            <a:r>
              <a:rPr sz="2400" b="1" spc="204" dirty="0">
                <a:latin typeface="Microsoft JhengHei"/>
                <a:cs typeface="Microsoft JhengHei"/>
              </a:rPr>
              <a:t>大</a:t>
            </a:r>
            <a:r>
              <a:rPr sz="2400" b="1" spc="195" dirty="0">
                <a:latin typeface="Microsoft JhengHei"/>
                <a:cs typeface="Microsoft JhengHei"/>
              </a:rPr>
              <a:t>气</a:t>
            </a:r>
            <a:r>
              <a:rPr sz="2400" b="1" spc="204" dirty="0">
                <a:latin typeface="Microsoft JhengHei"/>
                <a:cs typeface="Microsoft JhengHei"/>
              </a:rPr>
              <a:t>中</a:t>
            </a:r>
            <a:r>
              <a:rPr sz="2400" b="1" spc="195" dirty="0">
                <a:latin typeface="Microsoft JhengHei"/>
                <a:cs typeface="Microsoft JhengHei"/>
              </a:rPr>
              <a:t>吸水</a:t>
            </a:r>
            <a:r>
              <a:rPr sz="2400" b="1" dirty="0">
                <a:latin typeface="Microsoft JhengHei"/>
                <a:cs typeface="Microsoft JhengHei"/>
              </a:rPr>
              <a:t>。 </a:t>
            </a:r>
            <a:r>
              <a:rPr sz="2400" b="1" dirty="0">
                <a:latin typeface="Times New Roman"/>
                <a:cs typeface="Times New Roman"/>
              </a:rPr>
              <a:t>2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Microsoft JhengHei"/>
                <a:cs typeface="Microsoft JhengHei"/>
              </a:rPr>
              <a:t>）</a:t>
            </a:r>
            <a:r>
              <a:rPr sz="2400" b="1" spc="-395" dirty="0">
                <a:latin typeface="Microsoft JhengHei"/>
                <a:cs typeface="Microsoft JhengHei"/>
              </a:rPr>
              <a:t> </a:t>
            </a:r>
            <a:r>
              <a:rPr sz="2400" b="1" spc="195" dirty="0">
                <a:latin typeface="Microsoft JhengHei"/>
                <a:cs typeface="Microsoft JhengHei"/>
              </a:rPr>
              <a:t>各</a:t>
            </a:r>
            <a:r>
              <a:rPr sz="2400" b="1" spc="204" dirty="0">
                <a:latin typeface="Microsoft JhengHei"/>
                <a:cs typeface="Microsoft JhengHei"/>
              </a:rPr>
              <a:t>种</a:t>
            </a:r>
            <a:r>
              <a:rPr sz="2400" b="1" spc="195" dirty="0">
                <a:latin typeface="Microsoft JhengHei"/>
                <a:cs typeface="Microsoft JhengHei"/>
              </a:rPr>
              <a:t>物</a:t>
            </a:r>
            <a:r>
              <a:rPr sz="2400" b="1" spc="204" dirty="0">
                <a:latin typeface="Microsoft JhengHei"/>
                <a:cs typeface="Microsoft JhengHei"/>
              </a:rPr>
              <a:t>质</a:t>
            </a:r>
            <a:r>
              <a:rPr sz="2400" b="1" spc="210" dirty="0">
                <a:latin typeface="Microsoft YaHei"/>
                <a:cs typeface="Microsoft YaHei"/>
              </a:rPr>
              <a:t>氧</a:t>
            </a:r>
            <a:r>
              <a:rPr sz="2400" b="1" spc="195" dirty="0">
                <a:latin typeface="Microsoft JhengHei"/>
                <a:cs typeface="Microsoft JhengHei"/>
              </a:rPr>
              <a:t>化</a:t>
            </a:r>
            <a:r>
              <a:rPr sz="2400" b="1" spc="204" dirty="0">
                <a:latin typeface="Microsoft JhengHei"/>
                <a:cs typeface="Microsoft JhengHei"/>
              </a:rPr>
              <a:t>产</a:t>
            </a:r>
            <a:r>
              <a:rPr sz="2400" b="1" spc="195" dirty="0">
                <a:latin typeface="Microsoft JhengHei"/>
                <a:cs typeface="Microsoft JhengHei"/>
              </a:rPr>
              <a:t>生的</a:t>
            </a:r>
            <a:r>
              <a:rPr sz="2400" b="1" spc="204" dirty="0">
                <a:latin typeface="Microsoft JhengHei"/>
                <a:cs typeface="Microsoft JhengHei"/>
              </a:rPr>
              <a:t>代</a:t>
            </a:r>
            <a:r>
              <a:rPr sz="2400" b="1" spc="195" dirty="0">
                <a:latin typeface="Microsoft JhengHei"/>
                <a:cs typeface="Microsoft JhengHei"/>
              </a:rPr>
              <a:t>谢水</a:t>
            </a:r>
            <a:r>
              <a:rPr sz="2400" b="1" spc="-50" dirty="0">
                <a:latin typeface="Microsoft JhengHei"/>
                <a:cs typeface="Microsoft JhengHei"/>
              </a:rPr>
              <a:t>。</a:t>
            </a:r>
            <a:r>
              <a:rPr sz="2400" b="1" spc="210" dirty="0">
                <a:latin typeface="Microsoft YaHei"/>
                <a:cs typeface="Microsoft YaHei"/>
              </a:rPr>
              <a:t>如</a:t>
            </a:r>
            <a:r>
              <a:rPr sz="2400" b="1" spc="195" dirty="0">
                <a:latin typeface="Microsoft JhengHei"/>
                <a:cs typeface="Microsoft JhengHei"/>
              </a:rPr>
              <a:t>蜂</a:t>
            </a:r>
            <a:r>
              <a:rPr sz="2400" b="1" spc="200" dirty="0">
                <a:latin typeface="Microsoft JhengHei"/>
                <a:cs typeface="Microsoft JhengHei"/>
              </a:rPr>
              <a:t>鸟</a:t>
            </a:r>
            <a:r>
              <a:rPr sz="2400" b="1" dirty="0">
                <a:latin typeface="Microsoft JhengHei"/>
                <a:cs typeface="Microsoft JhengHei"/>
              </a:rPr>
              <a:t>。</a:t>
            </a:r>
            <a:r>
              <a:rPr sz="2400" b="1" spc="180" dirty="0">
                <a:latin typeface="Microsoft JhengHei"/>
                <a:cs typeface="Microsoft JhengHei"/>
              </a:rPr>
              <a:t> </a:t>
            </a:r>
            <a:r>
              <a:rPr sz="2400" b="1" spc="-35" dirty="0">
                <a:latin typeface="Times New Roman"/>
                <a:cs typeface="Times New Roman"/>
              </a:rPr>
              <a:t>3)</a:t>
            </a:r>
            <a:r>
              <a:rPr sz="2400" b="1" dirty="0">
                <a:latin typeface="Times New Roman"/>
                <a:cs typeface="Times New Roman"/>
              </a:rPr>
              <a:t>	</a:t>
            </a:r>
            <a:r>
              <a:rPr sz="2400" b="1" spc="195" dirty="0">
                <a:latin typeface="Microsoft YaHei"/>
                <a:cs typeface="Microsoft YaHei"/>
              </a:rPr>
              <a:t>骆</a:t>
            </a:r>
            <a:r>
              <a:rPr sz="2400" b="1" dirty="0">
                <a:latin typeface="Microsoft YaHei"/>
                <a:cs typeface="Microsoft YaHei"/>
              </a:rPr>
              <a:t>驼</a:t>
            </a:r>
            <a:r>
              <a:rPr sz="2400" b="1" spc="55" dirty="0">
                <a:latin typeface="Microsoft YaHei"/>
                <a:cs typeface="Microsoft YaHei"/>
              </a:rPr>
              <a:t> </a:t>
            </a:r>
            <a:r>
              <a:rPr sz="2400" b="1" spc="-50" dirty="0">
                <a:latin typeface="Times New Roman"/>
                <a:cs typeface="Times New Roman"/>
              </a:rPr>
              <a:t>,</a:t>
            </a:r>
            <a:r>
              <a:rPr sz="2400" b="1" dirty="0">
                <a:latin typeface="Times New Roman"/>
                <a:cs typeface="Times New Roman"/>
              </a:rPr>
              <a:t>	</a:t>
            </a:r>
            <a:r>
              <a:rPr sz="2400" b="1" spc="204" dirty="0">
                <a:latin typeface="Microsoft JhengHei"/>
                <a:cs typeface="Microsoft JhengHei"/>
              </a:rPr>
              <a:t>大</a:t>
            </a:r>
            <a:r>
              <a:rPr sz="2400" b="1" spc="200" dirty="0">
                <a:latin typeface="Microsoft JhengHei"/>
                <a:cs typeface="Microsoft JhengHei"/>
              </a:rPr>
              <a:t>量饮</a:t>
            </a:r>
            <a:r>
              <a:rPr sz="2400" b="1" spc="210" dirty="0">
                <a:latin typeface="Microsoft JhengHei"/>
                <a:cs typeface="Microsoft JhengHei"/>
              </a:rPr>
              <a:t>水</a:t>
            </a:r>
            <a:r>
              <a:rPr sz="2400" b="1" spc="200" dirty="0">
                <a:latin typeface="Microsoft JhengHei"/>
                <a:cs typeface="Microsoft JhengHei"/>
              </a:rPr>
              <a:t>贮</a:t>
            </a:r>
            <a:r>
              <a:rPr sz="2400" b="1" spc="-50" dirty="0">
                <a:latin typeface="Microsoft YaHei"/>
                <a:cs typeface="Microsoft YaHei"/>
              </a:rPr>
              <a:t>存</a:t>
            </a:r>
            <a:endParaRPr sz="2400">
              <a:latin typeface="Microsoft YaHei"/>
              <a:cs typeface="Microsoft YaHe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509927" y="2357527"/>
            <a:ext cx="614680" cy="462280"/>
            <a:chOff x="2509927" y="2357527"/>
            <a:chExt cx="614680" cy="462280"/>
          </a:xfrm>
        </p:grpSpPr>
        <p:sp>
          <p:nvSpPr>
            <p:cNvPr id="5" name="object 5"/>
            <p:cNvSpPr/>
            <p:nvPr/>
          </p:nvSpPr>
          <p:spPr>
            <a:xfrm>
              <a:off x="2514599" y="2362199"/>
              <a:ext cx="552450" cy="415290"/>
            </a:xfrm>
            <a:custGeom>
              <a:avLst/>
              <a:gdLst/>
              <a:ahLst/>
              <a:cxnLst/>
              <a:rect l="l" t="t" r="r" b="b"/>
              <a:pathLst>
                <a:path w="552450" h="415289">
                  <a:moveTo>
                    <a:pt x="0" y="0"/>
                  </a:moveTo>
                  <a:lnTo>
                    <a:pt x="552450" y="415289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040379" y="2744469"/>
              <a:ext cx="83820" cy="74930"/>
            </a:xfrm>
            <a:custGeom>
              <a:avLst/>
              <a:gdLst/>
              <a:ahLst/>
              <a:cxnLst/>
              <a:rect l="l" t="t" r="r" b="b"/>
              <a:pathLst>
                <a:path w="83819" h="74930">
                  <a:moveTo>
                    <a:pt x="45719" y="0"/>
                  </a:moveTo>
                  <a:lnTo>
                    <a:pt x="0" y="59689"/>
                  </a:lnTo>
                  <a:lnTo>
                    <a:pt x="83819" y="74929"/>
                  </a:lnTo>
                  <a:lnTo>
                    <a:pt x="4571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2286000" y="3009900"/>
            <a:ext cx="762000" cy="76200"/>
            <a:chOff x="2286000" y="3009900"/>
            <a:chExt cx="762000" cy="76200"/>
          </a:xfrm>
        </p:grpSpPr>
        <p:sp>
          <p:nvSpPr>
            <p:cNvPr id="8" name="object 8"/>
            <p:cNvSpPr/>
            <p:nvPr/>
          </p:nvSpPr>
          <p:spPr>
            <a:xfrm>
              <a:off x="2286000" y="3048000"/>
              <a:ext cx="692150" cy="0"/>
            </a:xfrm>
            <a:custGeom>
              <a:avLst/>
              <a:gdLst/>
              <a:ahLst/>
              <a:cxnLst/>
              <a:rect l="l" t="t" r="r" b="b"/>
              <a:pathLst>
                <a:path w="692150">
                  <a:moveTo>
                    <a:pt x="0" y="0"/>
                  </a:moveTo>
                  <a:lnTo>
                    <a:pt x="692150" y="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973069" y="3009900"/>
              <a:ext cx="74930" cy="76200"/>
            </a:xfrm>
            <a:custGeom>
              <a:avLst/>
              <a:gdLst/>
              <a:ahLst/>
              <a:cxnLst/>
              <a:rect l="l" t="t" r="r" b="b"/>
              <a:pathLst>
                <a:path w="74930" h="76200">
                  <a:moveTo>
                    <a:pt x="0" y="0"/>
                  </a:moveTo>
                  <a:lnTo>
                    <a:pt x="0" y="76200"/>
                  </a:lnTo>
                  <a:lnTo>
                    <a:pt x="7493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2205127" y="3346450"/>
            <a:ext cx="919480" cy="392430"/>
            <a:chOff x="2205127" y="3346450"/>
            <a:chExt cx="919480" cy="392430"/>
          </a:xfrm>
        </p:grpSpPr>
        <p:sp>
          <p:nvSpPr>
            <p:cNvPr id="11" name="object 11"/>
            <p:cNvSpPr/>
            <p:nvPr/>
          </p:nvSpPr>
          <p:spPr>
            <a:xfrm>
              <a:off x="2209799" y="3379469"/>
              <a:ext cx="849630" cy="354330"/>
            </a:xfrm>
            <a:custGeom>
              <a:avLst/>
              <a:gdLst/>
              <a:ahLst/>
              <a:cxnLst/>
              <a:rect l="l" t="t" r="r" b="b"/>
              <a:pathLst>
                <a:path w="849630" h="354329">
                  <a:moveTo>
                    <a:pt x="0" y="354329"/>
                  </a:moveTo>
                  <a:lnTo>
                    <a:pt x="849630" y="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040379" y="3346450"/>
              <a:ext cx="83820" cy="69850"/>
            </a:xfrm>
            <a:custGeom>
              <a:avLst/>
              <a:gdLst/>
              <a:ahLst/>
              <a:cxnLst/>
              <a:rect l="l" t="t" r="r" b="b"/>
              <a:pathLst>
                <a:path w="83819" h="69850">
                  <a:moveTo>
                    <a:pt x="0" y="0"/>
                  </a:moveTo>
                  <a:lnTo>
                    <a:pt x="29209" y="69850"/>
                  </a:lnTo>
                  <a:lnTo>
                    <a:pt x="83819" y="63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628650" y="2929890"/>
            <a:ext cx="1480820" cy="1884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32485" algn="l"/>
              </a:tabLst>
            </a:pPr>
            <a:r>
              <a:rPr sz="2400" b="1" spc="204" dirty="0">
                <a:latin typeface="Microsoft JhengHei"/>
                <a:cs typeface="Microsoft JhengHei"/>
              </a:rPr>
              <a:t>得</a:t>
            </a:r>
            <a:r>
              <a:rPr sz="2400" b="1" spc="-50" dirty="0">
                <a:latin typeface="Microsoft JhengHei"/>
                <a:cs typeface="Microsoft JhengHei"/>
              </a:rPr>
              <a:t>水</a:t>
            </a:r>
            <a:r>
              <a:rPr sz="2400" b="1" dirty="0">
                <a:latin typeface="Microsoft JhengHei"/>
                <a:cs typeface="Microsoft JhengHei"/>
              </a:rPr>
              <a:t>	</a:t>
            </a:r>
            <a:r>
              <a:rPr sz="2400" b="1" spc="200" dirty="0">
                <a:latin typeface="Microsoft YaHei"/>
                <a:cs typeface="Microsoft YaHei"/>
              </a:rPr>
              <a:t>食</a:t>
            </a:r>
            <a:r>
              <a:rPr sz="2400" b="1" spc="-50" dirty="0">
                <a:latin typeface="Microsoft JhengHei"/>
                <a:cs typeface="Microsoft JhengHei"/>
              </a:rPr>
              <a:t>物</a:t>
            </a:r>
            <a:endParaRPr sz="2400">
              <a:latin typeface="Microsoft JhengHei"/>
              <a:cs typeface="Microsoft JhengHei"/>
            </a:endParaRPr>
          </a:p>
          <a:p>
            <a:pPr marL="833119">
              <a:lnSpc>
                <a:spcPct val="100000"/>
              </a:lnSpc>
            </a:pPr>
            <a:r>
              <a:rPr sz="2400" b="1" spc="-50" dirty="0">
                <a:latin typeface="Microsoft JhengHei"/>
                <a:cs typeface="Microsoft JhengHei"/>
              </a:rPr>
              <a:t>水</a:t>
            </a:r>
            <a:endParaRPr sz="2400">
              <a:latin typeface="Microsoft JhengHei"/>
              <a:cs typeface="Microsoft JhengHei"/>
            </a:endParaRPr>
          </a:p>
          <a:p>
            <a:pPr marL="527050" marR="641985" algn="just">
              <a:lnSpc>
                <a:spcPct val="100000"/>
              </a:lnSpc>
              <a:spcBef>
                <a:spcPts val="240"/>
              </a:spcBef>
            </a:pPr>
            <a:r>
              <a:rPr sz="2400" b="1" spc="-50" dirty="0">
                <a:latin typeface="Microsoft JhengHei"/>
                <a:cs typeface="Microsoft JhengHei"/>
              </a:rPr>
              <a:t>代谢水</a:t>
            </a:r>
            <a:endParaRPr sz="2400">
              <a:latin typeface="Microsoft JhengHei"/>
              <a:cs typeface="Microsoft JhengHe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982470" y="1863090"/>
            <a:ext cx="6604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75" dirty="0">
                <a:latin typeface="Microsoft JhengHei"/>
                <a:cs typeface="Microsoft JhengHei"/>
              </a:rPr>
              <a:t>饮水</a:t>
            </a:r>
            <a:endParaRPr sz="2400">
              <a:latin typeface="Microsoft JhengHei"/>
              <a:cs typeface="Microsoft JhengHe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5938927" y="2286000"/>
            <a:ext cx="690880" cy="538480"/>
            <a:chOff x="5938927" y="2286000"/>
            <a:chExt cx="690880" cy="538480"/>
          </a:xfrm>
        </p:grpSpPr>
        <p:sp>
          <p:nvSpPr>
            <p:cNvPr id="16" name="object 16"/>
            <p:cNvSpPr/>
            <p:nvPr/>
          </p:nvSpPr>
          <p:spPr>
            <a:xfrm>
              <a:off x="5943600" y="2329180"/>
              <a:ext cx="629920" cy="490220"/>
            </a:xfrm>
            <a:custGeom>
              <a:avLst/>
              <a:gdLst/>
              <a:ahLst/>
              <a:cxnLst/>
              <a:rect l="l" t="t" r="r" b="b"/>
              <a:pathLst>
                <a:path w="629920" h="490219">
                  <a:moveTo>
                    <a:pt x="0" y="490220"/>
                  </a:moveTo>
                  <a:lnTo>
                    <a:pt x="629920" y="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546850" y="2286000"/>
              <a:ext cx="82550" cy="76200"/>
            </a:xfrm>
            <a:custGeom>
              <a:avLst/>
              <a:gdLst/>
              <a:ahLst/>
              <a:cxnLst/>
              <a:rect l="l" t="t" r="r" b="b"/>
              <a:pathLst>
                <a:path w="82550" h="76200">
                  <a:moveTo>
                    <a:pt x="82550" y="0"/>
                  </a:moveTo>
                  <a:lnTo>
                    <a:pt x="0" y="16510"/>
                  </a:lnTo>
                  <a:lnTo>
                    <a:pt x="45720" y="76200"/>
                  </a:lnTo>
                  <a:lnTo>
                    <a:pt x="8255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8" name="object 18"/>
          <p:cNvGrpSpPr/>
          <p:nvPr/>
        </p:nvGrpSpPr>
        <p:grpSpPr>
          <a:xfrm>
            <a:off x="5943600" y="2857500"/>
            <a:ext cx="838200" cy="76200"/>
            <a:chOff x="5943600" y="2857500"/>
            <a:chExt cx="838200" cy="76200"/>
          </a:xfrm>
        </p:grpSpPr>
        <p:sp>
          <p:nvSpPr>
            <p:cNvPr id="19" name="object 19"/>
            <p:cNvSpPr/>
            <p:nvPr/>
          </p:nvSpPr>
          <p:spPr>
            <a:xfrm>
              <a:off x="5943600" y="2895600"/>
              <a:ext cx="767080" cy="0"/>
            </a:xfrm>
            <a:custGeom>
              <a:avLst/>
              <a:gdLst/>
              <a:ahLst/>
              <a:cxnLst/>
              <a:rect l="l" t="t" r="r" b="b"/>
              <a:pathLst>
                <a:path w="767079">
                  <a:moveTo>
                    <a:pt x="0" y="0"/>
                  </a:moveTo>
                  <a:lnTo>
                    <a:pt x="767079" y="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705600" y="285750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1" name="object 21"/>
          <p:cNvGrpSpPr/>
          <p:nvPr/>
        </p:nvGrpSpPr>
        <p:grpSpPr>
          <a:xfrm>
            <a:off x="5862727" y="3119527"/>
            <a:ext cx="1071880" cy="255270"/>
            <a:chOff x="5862727" y="3119527"/>
            <a:chExt cx="1071880" cy="255270"/>
          </a:xfrm>
        </p:grpSpPr>
        <p:sp>
          <p:nvSpPr>
            <p:cNvPr id="22" name="object 22"/>
            <p:cNvSpPr/>
            <p:nvPr/>
          </p:nvSpPr>
          <p:spPr>
            <a:xfrm>
              <a:off x="5867400" y="3124199"/>
              <a:ext cx="998219" cy="213360"/>
            </a:xfrm>
            <a:custGeom>
              <a:avLst/>
              <a:gdLst/>
              <a:ahLst/>
              <a:cxnLst/>
              <a:rect l="l" t="t" r="r" b="b"/>
              <a:pathLst>
                <a:path w="998220" h="213360">
                  <a:moveTo>
                    <a:pt x="0" y="0"/>
                  </a:moveTo>
                  <a:lnTo>
                    <a:pt x="998220" y="21336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852920" y="3299459"/>
              <a:ext cx="81280" cy="74930"/>
            </a:xfrm>
            <a:custGeom>
              <a:avLst/>
              <a:gdLst/>
              <a:ahLst/>
              <a:cxnLst/>
              <a:rect l="l" t="t" r="r" b="b"/>
              <a:pathLst>
                <a:path w="81279" h="74929">
                  <a:moveTo>
                    <a:pt x="15239" y="0"/>
                  </a:moveTo>
                  <a:lnTo>
                    <a:pt x="0" y="74929"/>
                  </a:lnTo>
                  <a:lnTo>
                    <a:pt x="81279" y="53339"/>
                  </a:lnTo>
                  <a:lnTo>
                    <a:pt x="1523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pc="200" dirty="0">
                <a:latin typeface="Microsoft YaHei"/>
                <a:cs typeface="Microsoft YaHei"/>
              </a:rPr>
              <a:t>排</a:t>
            </a:r>
            <a:r>
              <a:rPr spc="75" dirty="0"/>
              <a:t>泄失</a:t>
            </a:r>
            <a:r>
              <a:rPr spc="-50" dirty="0"/>
              <a:t>水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7164069" y="2701290"/>
            <a:ext cx="1143000" cy="1595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3195" marR="5080">
              <a:lnSpc>
                <a:spcPct val="100000"/>
              </a:lnSpc>
              <a:spcBef>
                <a:spcPts val="100"/>
              </a:spcBef>
            </a:pPr>
            <a:r>
              <a:rPr sz="2400" b="1" spc="114" dirty="0">
                <a:latin typeface="Microsoft JhengHei"/>
                <a:cs typeface="Microsoft JhengHei"/>
              </a:rPr>
              <a:t>皮肤失</a:t>
            </a:r>
            <a:r>
              <a:rPr sz="2400" b="1" spc="-50" dirty="0">
                <a:latin typeface="Microsoft JhengHei"/>
                <a:cs typeface="Microsoft JhengHei"/>
              </a:rPr>
              <a:t>水</a:t>
            </a:r>
            <a:endParaRPr sz="2400">
              <a:latin typeface="Microsoft JhengHei"/>
              <a:cs typeface="Microsoft JhengHei"/>
            </a:endParaRPr>
          </a:p>
          <a:p>
            <a:pPr marL="12700" marR="156210">
              <a:lnSpc>
                <a:spcPct val="100000"/>
              </a:lnSpc>
              <a:spcBef>
                <a:spcPts val="840"/>
              </a:spcBef>
            </a:pPr>
            <a:r>
              <a:rPr sz="2400" b="1" spc="114" dirty="0">
                <a:latin typeface="Microsoft JhengHei"/>
                <a:cs typeface="Microsoft JhengHei"/>
              </a:rPr>
              <a:t>呼吸失</a:t>
            </a:r>
            <a:r>
              <a:rPr sz="2400" b="1" spc="-50" dirty="0">
                <a:latin typeface="Microsoft JhengHei"/>
                <a:cs typeface="Microsoft JhengHei"/>
              </a:rPr>
              <a:t>水</a:t>
            </a:r>
            <a:endParaRPr sz="2400">
              <a:latin typeface="Microsoft JhengHei"/>
              <a:cs typeface="Microsoft JhengHei"/>
            </a:endParaRPr>
          </a:p>
        </p:txBody>
      </p:sp>
      <p:pic>
        <p:nvPicPr>
          <p:cNvPr id="26" name="object 26">
            <a:hlinkClick r:id="rId2"/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779520" y="619759"/>
            <a:ext cx="1450339" cy="201676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4400" y="491490"/>
            <a:ext cx="578104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16255" algn="l"/>
              </a:tabLst>
            </a:pPr>
            <a:r>
              <a:rPr sz="3200" spc="-50" dirty="0">
                <a:latin typeface="Times New Roman"/>
                <a:cs typeface="Times New Roman"/>
              </a:rPr>
              <a:t>1</a:t>
            </a:r>
            <a:r>
              <a:rPr sz="3200" dirty="0">
                <a:latin typeface="Times New Roman"/>
                <a:cs typeface="Times New Roman"/>
              </a:rPr>
              <a:t>	</a:t>
            </a:r>
            <a:r>
              <a:rPr sz="3200" spc="260" dirty="0"/>
              <a:t>动物减少失水的适应形</a:t>
            </a:r>
            <a:r>
              <a:rPr sz="3200" spc="270" dirty="0">
                <a:latin typeface="Microsoft YaHei"/>
                <a:cs typeface="Microsoft YaHei"/>
              </a:rPr>
              <a:t>式</a:t>
            </a:r>
            <a:r>
              <a:rPr sz="3200" spc="-50" dirty="0"/>
              <a:t>：</a:t>
            </a:r>
            <a:endParaRPr sz="3200">
              <a:latin typeface="Microsoft YaHei"/>
              <a:cs typeface="Microsoft YaHe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4400" y="1201420"/>
            <a:ext cx="7362190" cy="17310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99900"/>
              </a:lnSpc>
              <a:spcBef>
                <a:spcPts val="100"/>
              </a:spcBef>
              <a:tabLst>
                <a:tab pos="4304665" algn="l"/>
              </a:tabLst>
            </a:pPr>
            <a:r>
              <a:rPr sz="2800" dirty="0">
                <a:latin typeface="Times New Roman"/>
                <a:cs typeface="Times New Roman"/>
              </a:rPr>
              <a:t>1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SimSun"/>
                <a:cs typeface="SimSun"/>
              </a:rPr>
              <a:t>）</a:t>
            </a:r>
            <a:r>
              <a:rPr sz="2800" b="1" spc="225" dirty="0">
                <a:latin typeface="Microsoft JhengHei"/>
                <a:cs typeface="Microsoft JhengHei"/>
              </a:rPr>
              <a:t>减</a:t>
            </a:r>
            <a:r>
              <a:rPr sz="2800" b="1" spc="215" dirty="0">
                <a:latin typeface="Microsoft JhengHei"/>
                <a:cs typeface="Microsoft JhengHei"/>
              </a:rPr>
              <a:t>少蒸</a:t>
            </a:r>
            <a:r>
              <a:rPr sz="2800" b="1" spc="225" dirty="0">
                <a:latin typeface="Microsoft JhengHei"/>
                <a:cs typeface="Microsoft JhengHei"/>
              </a:rPr>
              <a:t>发</a:t>
            </a:r>
            <a:r>
              <a:rPr sz="2800" b="1" spc="215" dirty="0">
                <a:latin typeface="Microsoft JhengHei"/>
                <a:cs typeface="Microsoft JhengHei"/>
              </a:rPr>
              <a:t>失</a:t>
            </a:r>
            <a:r>
              <a:rPr sz="2800" b="1" spc="225" dirty="0">
                <a:latin typeface="Microsoft JhengHei"/>
                <a:cs typeface="Microsoft JhengHei"/>
              </a:rPr>
              <a:t>水</a:t>
            </a:r>
            <a:r>
              <a:rPr sz="2800" b="1" spc="215" dirty="0">
                <a:latin typeface="Microsoft JhengHei"/>
                <a:cs typeface="Microsoft JhengHei"/>
              </a:rPr>
              <a:t>。</a:t>
            </a:r>
            <a:r>
              <a:rPr sz="2800" b="1" spc="235" dirty="0">
                <a:latin typeface="Microsoft JhengHei"/>
                <a:cs typeface="Microsoft JhengHei"/>
              </a:rPr>
              <a:t>节</a:t>
            </a:r>
            <a:r>
              <a:rPr sz="2800" b="1" spc="229" dirty="0">
                <a:latin typeface="Microsoft JhengHei"/>
                <a:cs typeface="Microsoft JhengHei"/>
              </a:rPr>
              <a:t>肢</a:t>
            </a:r>
            <a:r>
              <a:rPr sz="2800" b="1" spc="215" dirty="0">
                <a:latin typeface="Microsoft JhengHei"/>
                <a:cs typeface="Microsoft JhengHei"/>
              </a:rPr>
              <a:t>动</a:t>
            </a:r>
            <a:r>
              <a:rPr sz="2800" b="1" spc="225" dirty="0">
                <a:latin typeface="Microsoft JhengHei"/>
                <a:cs typeface="Microsoft JhengHei"/>
              </a:rPr>
              <a:t>物</a:t>
            </a:r>
            <a:r>
              <a:rPr sz="2800" b="1" spc="215" dirty="0">
                <a:latin typeface="Microsoft JhengHei"/>
                <a:cs typeface="Microsoft JhengHei"/>
              </a:rPr>
              <a:t>体表</a:t>
            </a:r>
            <a:r>
              <a:rPr sz="2800" b="1" spc="235" dirty="0">
                <a:latin typeface="Microsoft JhengHei"/>
                <a:cs typeface="Microsoft JhengHei"/>
              </a:rPr>
              <a:t>具</a:t>
            </a:r>
            <a:r>
              <a:rPr sz="2800" b="1" spc="215" dirty="0">
                <a:latin typeface="Microsoft JhengHei"/>
                <a:cs typeface="Microsoft JhengHei"/>
              </a:rPr>
              <a:t>厚</a:t>
            </a:r>
            <a:r>
              <a:rPr sz="2800" b="1" spc="229" dirty="0">
                <a:latin typeface="Microsoft JhengHei"/>
                <a:cs typeface="Microsoft JhengHei"/>
              </a:rPr>
              <a:t>厚</a:t>
            </a:r>
            <a:r>
              <a:rPr sz="2800" b="1" spc="-50" dirty="0">
                <a:latin typeface="Microsoft JhengHei"/>
                <a:cs typeface="Microsoft JhengHei"/>
              </a:rPr>
              <a:t>的</a:t>
            </a:r>
            <a:r>
              <a:rPr sz="2800" b="1" spc="229" dirty="0">
                <a:latin typeface="Microsoft YaHei"/>
                <a:cs typeface="Microsoft YaHei"/>
              </a:rPr>
              <a:t>角</a:t>
            </a:r>
            <a:r>
              <a:rPr sz="2800" b="1" spc="215" dirty="0">
                <a:latin typeface="Microsoft JhengHei"/>
                <a:cs typeface="Microsoft JhengHei"/>
              </a:rPr>
              <a:t>质</a:t>
            </a:r>
            <a:r>
              <a:rPr sz="2800" b="1" spc="225" dirty="0">
                <a:latin typeface="Microsoft JhengHei"/>
                <a:cs typeface="Microsoft JhengHei"/>
              </a:rPr>
              <a:t>层</a:t>
            </a:r>
            <a:r>
              <a:rPr sz="2800" b="1" spc="215" dirty="0">
                <a:latin typeface="Microsoft JhengHei"/>
                <a:cs typeface="Microsoft JhengHei"/>
              </a:rPr>
              <a:t>及其</a:t>
            </a:r>
            <a:r>
              <a:rPr sz="2800" b="1" spc="235" dirty="0">
                <a:latin typeface="Microsoft JhengHei"/>
                <a:cs typeface="Microsoft JhengHei"/>
              </a:rPr>
              <a:t>上</a:t>
            </a:r>
            <a:r>
              <a:rPr sz="2800" b="1" spc="220" dirty="0">
                <a:latin typeface="Microsoft YaHei"/>
                <a:cs typeface="Microsoft YaHei"/>
              </a:rPr>
              <a:t>面</a:t>
            </a:r>
            <a:r>
              <a:rPr sz="2800" b="1" spc="229" dirty="0">
                <a:latin typeface="Microsoft JhengHei"/>
                <a:cs typeface="Microsoft JhengHei"/>
              </a:rPr>
              <a:t>的</a:t>
            </a:r>
            <a:r>
              <a:rPr sz="2800" b="1" spc="215" dirty="0">
                <a:latin typeface="Microsoft JhengHei"/>
                <a:cs typeface="Microsoft JhengHei"/>
              </a:rPr>
              <a:t>腊</a:t>
            </a:r>
            <a:r>
              <a:rPr sz="2800" b="1" dirty="0">
                <a:latin typeface="Microsoft JhengHei"/>
                <a:cs typeface="Microsoft JhengHei"/>
              </a:rPr>
              <a:t>膜</a:t>
            </a:r>
            <a:r>
              <a:rPr sz="2800" b="1" spc="200" dirty="0">
                <a:latin typeface="Microsoft JhengHei"/>
                <a:cs typeface="Microsoft JhengHei"/>
              </a:rPr>
              <a:t> </a:t>
            </a:r>
            <a:r>
              <a:rPr sz="2800" b="1" spc="-50" dirty="0">
                <a:latin typeface="Times New Roman"/>
                <a:cs typeface="Times New Roman"/>
              </a:rPr>
              <a:t>;</a:t>
            </a:r>
            <a:r>
              <a:rPr sz="2800" b="1" dirty="0">
                <a:latin typeface="Times New Roman"/>
                <a:cs typeface="Times New Roman"/>
              </a:rPr>
              <a:t>	</a:t>
            </a:r>
            <a:r>
              <a:rPr sz="2800" b="1" spc="220" dirty="0">
                <a:latin typeface="Microsoft JhengHei"/>
                <a:cs typeface="Microsoft JhengHei"/>
              </a:rPr>
              <a:t>爬</a:t>
            </a:r>
            <a:r>
              <a:rPr sz="2800" b="1" spc="225" dirty="0">
                <a:latin typeface="Microsoft JhengHei"/>
                <a:cs typeface="Microsoft JhengHei"/>
              </a:rPr>
              <a:t>行</a:t>
            </a:r>
            <a:r>
              <a:rPr sz="2800" b="1" spc="215" dirty="0">
                <a:latin typeface="Microsoft JhengHei"/>
                <a:cs typeface="Microsoft JhengHei"/>
              </a:rPr>
              <a:t>动物</a:t>
            </a:r>
            <a:r>
              <a:rPr sz="2800" b="1" spc="225" dirty="0">
                <a:latin typeface="Microsoft JhengHei"/>
                <a:cs typeface="Microsoft JhengHei"/>
              </a:rPr>
              <a:t>体</a:t>
            </a:r>
            <a:r>
              <a:rPr sz="2800" b="1" spc="215" dirty="0">
                <a:latin typeface="Microsoft JhengHei"/>
                <a:cs typeface="Microsoft JhengHei"/>
              </a:rPr>
              <a:t>表</a:t>
            </a:r>
            <a:r>
              <a:rPr sz="2800" b="1" spc="240" dirty="0">
                <a:latin typeface="Microsoft JhengHei"/>
                <a:cs typeface="Microsoft JhengHei"/>
              </a:rPr>
              <a:t>具</a:t>
            </a:r>
            <a:r>
              <a:rPr sz="2800" b="1" spc="-50" dirty="0">
                <a:latin typeface="Microsoft YaHei"/>
                <a:cs typeface="Microsoft YaHei"/>
              </a:rPr>
              <a:t>鳞</a:t>
            </a:r>
            <a:r>
              <a:rPr sz="2800" b="1" spc="229" dirty="0">
                <a:latin typeface="Microsoft YaHei"/>
                <a:cs typeface="Microsoft YaHei"/>
              </a:rPr>
              <a:t>片</a:t>
            </a:r>
            <a:r>
              <a:rPr sz="2800" b="1" spc="220" dirty="0">
                <a:latin typeface="Microsoft JhengHei"/>
                <a:cs typeface="Microsoft JhengHei"/>
              </a:rPr>
              <a:t>，</a:t>
            </a:r>
            <a:r>
              <a:rPr sz="2800" b="1" spc="229" dirty="0">
                <a:latin typeface="Microsoft YaHei"/>
                <a:cs typeface="Microsoft YaHei"/>
              </a:rPr>
              <a:t>可</a:t>
            </a:r>
            <a:r>
              <a:rPr sz="2800" b="1" spc="215" dirty="0">
                <a:latin typeface="Microsoft JhengHei"/>
                <a:cs typeface="Microsoft JhengHei"/>
              </a:rPr>
              <a:t>阻</a:t>
            </a:r>
            <a:r>
              <a:rPr sz="2800" b="1" spc="220" dirty="0">
                <a:latin typeface="Microsoft JhengHei"/>
                <a:cs typeface="Microsoft JhengHei"/>
              </a:rPr>
              <a:t>碍</a:t>
            </a:r>
            <a:r>
              <a:rPr sz="2800" b="1" spc="225" dirty="0">
                <a:latin typeface="Microsoft JhengHei"/>
                <a:cs typeface="Microsoft JhengHei"/>
              </a:rPr>
              <a:t>体</a:t>
            </a:r>
            <a:r>
              <a:rPr sz="2800" b="1" spc="215" dirty="0">
                <a:latin typeface="Microsoft JhengHei"/>
                <a:cs typeface="Microsoft JhengHei"/>
              </a:rPr>
              <a:t>表</a:t>
            </a:r>
            <a:r>
              <a:rPr sz="2800" b="1" spc="225" dirty="0">
                <a:latin typeface="Microsoft JhengHei"/>
                <a:cs typeface="Microsoft JhengHei"/>
              </a:rPr>
              <a:t>水</a:t>
            </a:r>
            <a:r>
              <a:rPr sz="2800" b="1" spc="215" dirty="0">
                <a:latin typeface="Microsoft JhengHei"/>
                <a:cs typeface="Microsoft JhengHei"/>
              </a:rPr>
              <a:t>的蒸</a:t>
            </a:r>
            <a:r>
              <a:rPr sz="2800" b="1" spc="225" dirty="0">
                <a:latin typeface="Microsoft JhengHei"/>
                <a:cs typeface="Microsoft JhengHei"/>
              </a:rPr>
              <a:t>发</a:t>
            </a:r>
            <a:r>
              <a:rPr sz="2800" b="1" spc="229" dirty="0">
                <a:latin typeface="Microsoft JhengHei"/>
                <a:cs typeface="Microsoft JhengHei"/>
              </a:rPr>
              <a:t>。兽</a:t>
            </a:r>
            <a:r>
              <a:rPr sz="2800" b="1" spc="220" dirty="0">
                <a:latin typeface="Microsoft YaHei"/>
                <a:cs typeface="Microsoft YaHei"/>
              </a:rPr>
              <a:t>类</a:t>
            </a:r>
            <a:r>
              <a:rPr sz="2800" b="1" spc="220" dirty="0">
                <a:latin typeface="Microsoft JhengHei"/>
                <a:cs typeface="Microsoft JhengHei"/>
              </a:rPr>
              <a:t>与</a:t>
            </a:r>
            <a:r>
              <a:rPr sz="2800" b="1" spc="229" dirty="0">
                <a:latin typeface="Microsoft JhengHei"/>
                <a:cs typeface="Microsoft JhengHei"/>
              </a:rPr>
              <a:t>鸟</a:t>
            </a:r>
            <a:r>
              <a:rPr sz="2800" b="1" spc="220" dirty="0">
                <a:latin typeface="Microsoft YaHei"/>
                <a:cs typeface="Microsoft YaHei"/>
              </a:rPr>
              <a:t>类</a:t>
            </a:r>
            <a:r>
              <a:rPr sz="2800" b="1" spc="225" dirty="0">
                <a:latin typeface="Microsoft JhengHei"/>
                <a:cs typeface="Microsoft JhengHei"/>
              </a:rPr>
              <a:t>皮</a:t>
            </a:r>
            <a:r>
              <a:rPr sz="2800" b="1" spc="-50" dirty="0">
                <a:latin typeface="Microsoft JhengHei"/>
                <a:cs typeface="Microsoft JhengHei"/>
              </a:rPr>
              <a:t>肤</a:t>
            </a:r>
            <a:r>
              <a:rPr sz="2800" b="1" spc="229" dirty="0">
                <a:latin typeface="Microsoft JhengHei"/>
                <a:cs typeface="Microsoft JhengHei"/>
              </a:rPr>
              <a:t>也</a:t>
            </a:r>
            <a:r>
              <a:rPr sz="2800" b="1" spc="215" dirty="0">
                <a:latin typeface="Microsoft JhengHei"/>
                <a:cs typeface="Microsoft JhengHei"/>
              </a:rPr>
              <a:t>具</a:t>
            </a:r>
            <a:r>
              <a:rPr sz="2800" b="1" spc="229" dirty="0">
                <a:latin typeface="Microsoft JhengHei"/>
                <a:cs typeface="Microsoft JhengHei"/>
              </a:rPr>
              <a:t>有</a:t>
            </a:r>
            <a:r>
              <a:rPr sz="2800" b="1" spc="215" dirty="0">
                <a:latin typeface="Microsoft JhengHei"/>
                <a:cs typeface="Microsoft JhengHei"/>
              </a:rPr>
              <a:t>防</a:t>
            </a:r>
            <a:r>
              <a:rPr sz="2800" b="1" spc="220" dirty="0">
                <a:latin typeface="Microsoft JhengHei"/>
                <a:cs typeface="Microsoft JhengHei"/>
              </a:rPr>
              <a:t>止</a:t>
            </a:r>
            <a:r>
              <a:rPr sz="2800" b="1" spc="225" dirty="0">
                <a:latin typeface="Microsoft JhengHei"/>
                <a:cs typeface="Microsoft JhengHei"/>
              </a:rPr>
              <a:t>水</a:t>
            </a:r>
            <a:r>
              <a:rPr sz="2800" b="1" spc="215" dirty="0">
                <a:latin typeface="Microsoft JhengHei"/>
                <a:cs typeface="Microsoft JhengHei"/>
              </a:rPr>
              <a:t>分</a:t>
            </a:r>
            <a:r>
              <a:rPr sz="2800" b="1" spc="225" dirty="0">
                <a:latin typeface="Microsoft JhengHei"/>
                <a:cs typeface="Microsoft JhengHei"/>
              </a:rPr>
              <a:t>蒸</a:t>
            </a:r>
            <a:r>
              <a:rPr sz="2800" b="1" spc="215" dirty="0">
                <a:latin typeface="Microsoft JhengHei"/>
                <a:cs typeface="Microsoft JhengHei"/>
              </a:rPr>
              <a:t>发的</a:t>
            </a:r>
            <a:r>
              <a:rPr sz="2800" b="1" spc="225" dirty="0">
                <a:latin typeface="Microsoft JhengHei"/>
                <a:cs typeface="Microsoft JhengHei"/>
              </a:rPr>
              <a:t>作</a:t>
            </a:r>
            <a:r>
              <a:rPr sz="2800" b="1" spc="215" dirty="0">
                <a:latin typeface="Microsoft JhengHei"/>
                <a:cs typeface="Microsoft JhengHei"/>
              </a:rPr>
              <a:t>用</a:t>
            </a:r>
            <a:r>
              <a:rPr sz="2800" b="1" spc="-50" dirty="0">
                <a:latin typeface="Microsoft JhengHei"/>
                <a:cs typeface="Microsoft JhengHei"/>
              </a:rPr>
              <a:t>。</a:t>
            </a:r>
            <a:endParaRPr sz="2800">
              <a:latin typeface="Microsoft JhengHei"/>
              <a:cs typeface="Microsoft JhengHe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366395" y="3547745"/>
            <a:ext cx="5163820" cy="2371090"/>
            <a:chOff x="366395" y="3547745"/>
            <a:chExt cx="5163820" cy="2371090"/>
          </a:xfrm>
        </p:grpSpPr>
        <p:sp>
          <p:nvSpPr>
            <p:cNvPr id="6" name="object 6"/>
            <p:cNvSpPr/>
            <p:nvPr/>
          </p:nvSpPr>
          <p:spPr>
            <a:xfrm>
              <a:off x="367030" y="3548380"/>
              <a:ext cx="5162550" cy="2369820"/>
            </a:xfrm>
            <a:custGeom>
              <a:avLst/>
              <a:gdLst/>
              <a:ahLst/>
              <a:cxnLst/>
              <a:rect l="l" t="t" r="r" b="b"/>
              <a:pathLst>
                <a:path w="5162550" h="2369820">
                  <a:moveTo>
                    <a:pt x="5162550" y="0"/>
                  </a:moveTo>
                  <a:lnTo>
                    <a:pt x="0" y="0"/>
                  </a:lnTo>
                  <a:lnTo>
                    <a:pt x="0" y="2369820"/>
                  </a:lnTo>
                  <a:lnTo>
                    <a:pt x="5162550" y="2369820"/>
                  </a:lnTo>
                  <a:lnTo>
                    <a:pt x="51625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67030" y="3548380"/>
              <a:ext cx="5162550" cy="2369820"/>
            </a:xfrm>
            <a:custGeom>
              <a:avLst/>
              <a:gdLst/>
              <a:ahLst/>
              <a:cxnLst/>
              <a:rect l="l" t="t" r="r" b="b"/>
              <a:pathLst>
                <a:path w="5162550" h="2369820">
                  <a:moveTo>
                    <a:pt x="0" y="0"/>
                  </a:moveTo>
                  <a:lnTo>
                    <a:pt x="5162550" y="0"/>
                  </a:lnTo>
                  <a:lnTo>
                    <a:pt x="5162550" y="2369820"/>
                  </a:lnTo>
                  <a:lnTo>
                    <a:pt x="0" y="236982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31239" y="5228590"/>
              <a:ext cx="3464560" cy="307340"/>
            </a:xfrm>
            <a:custGeom>
              <a:avLst/>
              <a:gdLst/>
              <a:ahLst/>
              <a:cxnLst/>
              <a:rect l="l" t="t" r="r" b="b"/>
              <a:pathLst>
                <a:path w="3464560" h="307339">
                  <a:moveTo>
                    <a:pt x="3464560" y="0"/>
                  </a:moveTo>
                  <a:lnTo>
                    <a:pt x="353059" y="0"/>
                  </a:lnTo>
                  <a:lnTo>
                    <a:pt x="0" y="307340"/>
                  </a:lnTo>
                  <a:lnTo>
                    <a:pt x="3111500" y="307340"/>
                  </a:lnTo>
                  <a:lnTo>
                    <a:pt x="3464560" y="0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031239" y="3596640"/>
              <a:ext cx="353060" cy="1939289"/>
            </a:xfrm>
            <a:custGeom>
              <a:avLst/>
              <a:gdLst/>
              <a:ahLst/>
              <a:cxnLst/>
              <a:rect l="l" t="t" r="r" b="b"/>
              <a:pathLst>
                <a:path w="353059" h="1939289">
                  <a:moveTo>
                    <a:pt x="353059" y="0"/>
                  </a:moveTo>
                  <a:lnTo>
                    <a:pt x="0" y="307340"/>
                  </a:lnTo>
                  <a:lnTo>
                    <a:pt x="0" y="1939290"/>
                  </a:lnTo>
                  <a:lnTo>
                    <a:pt x="353059" y="1631950"/>
                  </a:lnTo>
                  <a:lnTo>
                    <a:pt x="3530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031239" y="5228590"/>
              <a:ext cx="3464560" cy="307340"/>
            </a:xfrm>
            <a:custGeom>
              <a:avLst/>
              <a:gdLst/>
              <a:ahLst/>
              <a:cxnLst/>
              <a:rect l="l" t="t" r="r" b="b"/>
              <a:pathLst>
                <a:path w="3464560" h="307339">
                  <a:moveTo>
                    <a:pt x="3464560" y="0"/>
                  </a:moveTo>
                  <a:lnTo>
                    <a:pt x="3111500" y="307340"/>
                  </a:lnTo>
                  <a:lnTo>
                    <a:pt x="0" y="307340"/>
                  </a:lnTo>
                  <a:lnTo>
                    <a:pt x="353059" y="0"/>
                  </a:lnTo>
                  <a:lnTo>
                    <a:pt x="346456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31239" y="3596640"/>
              <a:ext cx="3464560" cy="1939289"/>
            </a:xfrm>
            <a:custGeom>
              <a:avLst/>
              <a:gdLst/>
              <a:ahLst/>
              <a:cxnLst/>
              <a:rect l="l" t="t" r="r" b="b"/>
              <a:pathLst>
                <a:path w="3464560" h="1939289">
                  <a:moveTo>
                    <a:pt x="0" y="1939290"/>
                  </a:moveTo>
                  <a:lnTo>
                    <a:pt x="0" y="307340"/>
                  </a:lnTo>
                  <a:lnTo>
                    <a:pt x="353059" y="0"/>
                  </a:lnTo>
                  <a:lnTo>
                    <a:pt x="353059" y="1631950"/>
                  </a:lnTo>
                  <a:lnTo>
                    <a:pt x="0" y="1939290"/>
                  </a:lnTo>
                  <a:close/>
                </a:path>
                <a:path w="3464560" h="1939289">
                  <a:moveTo>
                    <a:pt x="353059" y="1631950"/>
                  </a:moveTo>
                  <a:lnTo>
                    <a:pt x="353059" y="0"/>
                  </a:lnTo>
                  <a:lnTo>
                    <a:pt x="3464560" y="0"/>
                  </a:lnTo>
                  <a:lnTo>
                    <a:pt x="3464560" y="1631950"/>
                  </a:lnTo>
                  <a:lnTo>
                    <a:pt x="353059" y="1631950"/>
                  </a:lnTo>
                  <a:close/>
                </a:path>
              </a:pathLst>
            </a:custGeom>
            <a:ln w="848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858009" y="3759200"/>
              <a:ext cx="147320" cy="1680210"/>
            </a:xfrm>
            <a:custGeom>
              <a:avLst/>
              <a:gdLst/>
              <a:ahLst/>
              <a:cxnLst/>
              <a:rect l="l" t="t" r="r" b="b"/>
              <a:pathLst>
                <a:path w="147319" h="1680210">
                  <a:moveTo>
                    <a:pt x="147319" y="0"/>
                  </a:moveTo>
                  <a:lnTo>
                    <a:pt x="0" y="115569"/>
                  </a:lnTo>
                  <a:lnTo>
                    <a:pt x="0" y="1680210"/>
                  </a:lnTo>
                  <a:lnTo>
                    <a:pt x="147319" y="1564640"/>
                  </a:lnTo>
                  <a:lnTo>
                    <a:pt x="147319" y="0"/>
                  </a:lnTo>
                  <a:close/>
                </a:path>
              </a:pathLst>
            </a:custGeom>
            <a:solidFill>
              <a:srgbClr val="7F7F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858009" y="3759200"/>
              <a:ext cx="147320" cy="1680210"/>
            </a:xfrm>
            <a:custGeom>
              <a:avLst/>
              <a:gdLst/>
              <a:ahLst/>
              <a:cxnLst/>
              <a:rect l="l" t="t" r="r" b="b"/>
              <a:pathLst>
                <a:path w="147319" h="1680210">
                  <a:moveTo>
                    <a:pt x="0" y="1680210"/>
                  </a:moveTo>
                  <a:lnTo>
                    <a:pt x="0" y="115569"/>
                  </a:lnTo>
                  <a:lnTo>
                    <a:pt x="147319" y="0"/>
                  </a:lnTo>
                  <a:lnTo>
                    <a:pt x="147319" y="1564640"/>
                  </a:lnTo>
                  <a:lnTo>
                    <a:pt x="0" y="1680210"/>
                  </a:lnTo>
                  <a:close/>
                </a:path>
              </a:pathLst>
            </a:custGeom>
            <a:ln w="848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445259" y="3874770"/>
              <a:ext cx="412750" cy="1564640"/>
            </a:xfrm>
            <a:custGeom>
              <a:avLst/>
              <a:gdLst/>
              <a:ahLst/>
              <a:cxnLst/>
              <a:rect l="l" t="t" r="r" b="b"/>
              <a:pathLst>
                <a:path w="412750" h="1564639">
                  <a:moveTo>
                    <a:pt x="412750" y="0"/>
                  </a:moveTo>
                  <a:lnTo>
                    <a:pt x="0" y="0"/>
                  </a:lnTo>
                  <a:lnTo>
                    <a:pt x="0" y="1564639"/>
                  </a:lnTo>
                  <a:lnTo>
                    <a:pt x="412750" y="1564639"/>
                  </a:lnTo>
                  <a:lnTo>
                    <a:pt x="4127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445259" y="3874770"/>
              <a:ext cx="412750" cy="1564640"/>
            </a:xfrm>
            <a:custGeom>
              <a:avLst/>
              <a:gdLst/>
              <a:ahLst/>
              <a:cxnLst/>
              <a:rect l="l" t="t" r="r" b="b"/>
              <a:pathLst>
                <a:path w="412750" h="1564639">
                  <a:moveTo>
                    <a:pt x="0" y="1564639"/>
                  </a:moveTo>
                  <a:lnTo>
                    <a:pt x="0" y="0"/>
                  </a:lnTo>
                  <a:lnTo>
                    <a:pt x="412750" y="0"/>
                  </a:lnTo>
                  <a:lnTo>
                    <a:pt x="412750" y="1564639"/>
                  </a:lnTo>
                  <a:lnTo>
                    <a:pt x="0" y="1564639"/>
                  </a:lnTo>
                  <a:close/>
                </a:path>
              </a:pathLst>
            </a:custGeom>
            <a:ln w="848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445259" y="3759200"/>
              <a:ext cx="560070" cy="115570"/>
            </a:xfrm>
            <a:custGeom>
              <a:avLst/>
              <a:gdLst/>
              <a:ahLst/>
              <a:cxnLst/>
              <a:rect l="l" t="t" r="r" b="b"/>
              <a:pathLst>
                <a:path w="560069" h="115570">
                  <a:moveTo>
                    <a:pt x="560070" y="0"/>
                  </a:moveTo>
                  <a:lnTo>
                    <a:pt x="146050" y="0"/>
                  </a:lnTo>
                  <a:lnTo>
                    <a:pt x="0" y="115569"/>
                  </a:lnTo>
                  <a:lnTo>
                    <a:pt x="412750" y="115569"/>
                  </a:lnTo>
                  <a:lnTo>
                    <a:pt x="560070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445259" y="3759200"/>
              <a:ext cx="560070" cy="115570"/>
            </a:xfrm>
            <a:custGeom>
              <a:avLst/>
              <a:gdLst/>
              <a:ahLst/>
              <a:cxnLst/>
              <a:rect l="l" t="t" r="r" b="b"/>
              <a:pathLst>
                <a:path w="560069" h="115570">
                  <a:moveTo>
                    <a:pt x="412750" y="115569"/>
                  </a:moveTo>
                  <a:lnTo>
                    <a:pt x="560070" y="0"/>
                  </a:lnTo>
                  <a:lnTo>
                    <a:pt x="146050" y="0"/>
                  </a:lnTo>
                  <a:lnTo>
                    <a:pt x="0" y="115569"/>
                  </a:lnTo>
                  <a:lnTo>
                    <a:pt x="412750" y="115569"/>
                  </a:lnTo>
                  <a:close/>
                </a:path>
              </a:pathLst>
            </a:custGeom>
            <a:ln w="848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900680" y="4603750"/>
              <a:ext cx="138430" cy="835660"/>
            </a:xfrm>
            <a:custGeom>
              <a:avLst/>
              <a:gdLst/>
              <a:ahLst/>
              <a:cxnLst/>
              <a:rect l="l" t="t" r="r" b="b"/>
              <a:pathLst>
                <a:path w="138430" h="835660">
                  <a:moveTo>
                    <a:pt x="138430" y="0"/>
                  </a:moveTo>
                  <a:lnTo>
                    <a:pt x="0" y="115569"/>
                  </a:lnTo>
                  <a:lnTo>
                    <a:pt x="0" y="835660"/>
                  </a:lnTo>
                  <a:lnTo>
                    <a:pt x="138430" y="720090"/>
                  </a:lnTo>
                  <a:lnTo>
                    <a:pt x="138430" y="0"/>
                  </a:lnTo>
                  <a:close/>
                </a:path>
              </a:pathLst>
            </a:custGeom>
            <a:solidFill>
              <a:srgbClr val="7F7F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900680" y="4603750"/>
              <a:ext cx="138430" cy="835660"/>
            </a:xfrm>
            <a:custGeom>
              <a:avLst/>
              <a:gdLst/>
              <a:ahLst/>
              <a:cxnLst/>
              <a:rect l="l" t="t" r="r" b="b"/>
              <a:pathLst>
                <a:path w="138430" h="835660">
                  <a:moveTo>
                    <a:pt x="0" y="835660"/>
                  </a:moveTo>
                  <a:lnTo>
                    <a:pt x="0" y="115569"/>
                  </a:lnTo>
                  <a:lnTo>
                    <a:pt x="138430" y="0"/>
                  </a:lnTo>
                  <a:lnTo>
                    <a:pt x="138430" y="720090"/>
                  </a:lnTo>
                  <a:lnTo>
                    <a:pt x="0" y="835660"/>
                  </a:lnTo>
                  <a:close/>
                </a:path>
              </a:pathLst>
            </a:custGeom>
            <a:ln w="848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486659" y="4719320"/>
              <a:ext cx="414020" cy="720090"/>
            </a:xfrm>
            <a:custGeom>
              <a:avLst/>
              <a:gdLst/>
              <a:ahLst/>
              <a:cxnLst/>
              <a:rect l="l" t="t" r="r" b="b"/>
              <a:pathLst>
                <a:path w="414019" h="720089">
                  <a:moveTo>
                    <a:pt x="414019" y="0"/>
                  </a:moveTo>
                  <a:lnTo>
                    <a:pt x="0" y="0"/>
                  </a:lnTo>
                  <a:lnTo>
                    <a:pt x="0" y="720089"/>
                  </a:lnTo>
                  <a:lnTo>
                    <a:pt x="414019" y="720089"/>
                  </a:lnTo>
                  <a:lnTo>
                    <a:pt x="41401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486659" y="4719320"/>
              <a:ext cx="414020" cy="720090"/>
            </a:xfrm>
            <a:custGeom>
              <a:avLst/>
              <a:gdLst/>
              <a:ahLst/>
              <a:cxnLst/>
              <a:rect l="l" t="t" r="r" b="b"/>
              <a:pathLst>
                <a:path w="414019" h="720089">
                  <a:moveTo>
                    <a:pt x="0" y="720089"/>
                  </a:moveTo>
                  <a:lnTo>
                    <a:pt x="0" y="0"/>
                  </a:lnTo>
                  <a:lnTo>
                    <a:pt x="414019" y="0"/>
                  </a:lnTo>
                  <a:lnTo>
                    <a:pt x="414019" y="720089"/>
                  </a:lnTo>
                  <a:lnTo>
                    <a:pt x="0" y="720089"/>
                  </a:lnTo>
                  <a:close/>
                </a:path>
              </a:pathLst>
            </a:custGeom>
            <a:ln w="848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486659" y="4603750"/>
              <a:ext cx="552450" cy="115570"/>
            </a:xfrm>
            <a:custGeom>
              <a:avLst/>
              <a:gdLst/>
              <a:ahLst/>
              <a:cxnLst/>
              <a:rect l="l" t="t" r="r" b="b"/>
              <a:pathLst>
                <a:path w="552450" h="115570">
                  <a:moveTo>
                    <a:pt x="552450" y="0"/>
                  </a:moveTo>
                  <a:lnTo>
                    <a:pt x="138429" y="0"/>
                  </a:lnTo>
                  <a:lnTo>
                    <a:pt x="0" y="115569"/>
                  </a:lnTo>
                  <a:lnTo>
                    <a:pt x="414019" y="115569"/>
                  </a:lnTo>
                  <a:lnTo>
                    <a:pt x="552450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486659" y="4603750"/>
              <a:ext cx="552450" cy="115570"/>
            </a:xfrm>
            <a:custGeom>
              <a:avLst/>
              <a:gdLst/>
              <a:ahLst/>
              <a:cxnLst/>
              <a:rect l="l" t="t" r="r" b="b"/>
              <a:pathLst>
                <a:path w="552450" h="115570">
                  <a:moveTo>
                    <a:pt x="414019" y="115569"/>
                  </a:moveTo>
                  <a:lnTo>
                    <a:pt x="552450" y="0"/>
                  </a:lnTo>
                  <a:lnTo>
                    <a:pt x="138429" y="0"/>
                  </a:lnTo>
                  <a:lnTo>
                    <a:pt x="0" y="115569"/>
                  </a:lnTo>
                  <a:lnTo>
                    <a:pt x="414019" y="115569"/>
                  </a:lnTo>
                  <a:close/>
                </a:path>
              </a:pathLst>
            </a:custGeom>
            <a:ln w="848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935729" y="5121910"/>
              <a:ext cx="146050" cy="317500"/>
            </a:xfrm>
            <a:custGeom>
              <a:avLst/>
              <a:gdLst/>
              <a:ahLst/>
              <a:cxnLst/>
              <a:rect l="l" t="t" r="r" b="b"/>
              <a:pathLst>
                <a:path w="146050" h="317500">
                  <a:moveTo>
                    <a:pt x="146050" y="0"/>
                  </a:moveTo>
                  <a:lnTo>
                    <a:pt x="0" y="125729"/>
                  </a:lnTo>
                  <a:lnTo>
                    <a:pt x="0" y="317499"/>
                  </a:lnTo>
                  <a:lnTo>
                    <a:pt x="146050" y="201929"/>
                  </a:lnTo>
                  <a:lnTo>
                    <a:pt x="146050" y="0"/>
                  </a:lnTo>
                  <a:close/>
                </a:path>
              </a:pathLst>
            </a:custGeom>
            <a:solidFill>
              <a:srgbClr val="7F7F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935729" y="5121910"/>
              <a:ext cx="146050" cy="317500"/>
            </a:xfrm>
            <a:custGeom>
              <a:avLst/>
              <a:gdLst/>
              <a:ahLst/>
              <a:cxnLst/>
              <a:rect l="l" t="t" r="r" b="b"/>
              <a:pathLst>
                <a:path w="146050" h="317500">
                  <a:moveTo>
                    <a:pt x="0" y="317499"/>
                  </a:moveTo>
                  <a:lnTo>
                    <a:pt x="0" y="125729"/>
                  </a:lnTo>
                  <a:lnTo>
                    <a:pt x="146050" y="0"/>
                  </a:lnTo>
                  <a:lnTo>
                    <a:pt x="146050" y="201929"/>
                  </a:lnTo>
                  <a:lnTo>
                    <a:pt x="0" y="317499"/>
                  </a:lnTo>
                  <a:close/>
                </a:path>
              </a:pathLst>
            </a:custGeom>
            <a:ln w="848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521709" y="5247640"/>
              <a:ext cx="414020" cy="191770"/>
            </a:xfrm>
            <a:custGeom>
              <a:avLst/>
              <a:gdLst/>
              <a:ahLst/>
              <a:cxnLst/>
              <a:rect l="l" t="t" r="r" b="b"/>
              <a:pathLst>
                <a:path w="414020" h="191770">
                  <a:moveTo>
                    <a:pt x="414019" y="0"/>
                  </a:moveTo>
                  <a:lnTo>
                    <a:pt x="0" y="0"/>
                  </a:lnTo>
                  <a:lnTo>
                    <a:pt x="0" y="191770"/>
                  </a:lnTo>
                  <a:lnTo>
                    <a:pt x="414019" y="191770"/>
                  </a:lnTo>
                  <a:lnTo>
                    <a:pt x="41401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521709" y="5247640"/>
              <a:ext cx="414020" cy="191770"/>
            </a:xfrm>
            <a:custGeom>
              <a:avLst/>
              <a:gdLst/>
              <a:ahLst/>
              <a:cxnLst/>
              <a:rect l="l" t="t" r="r" b="b"/>
              <a:pathLst>
                <a:path w="414020" h="191770">
                  <a:moveTo>
                    <a:pt x="0" y="191770"/>
                  </a:moveTo>
                  <a:lnTo>
                    <a:pt x="0" y="0"/>
                  </a:lnTo>
                  <a:lnTo>
                    <a:pt x="414019" y="0"/>
                  </a:lnTo>
                  <a:lnTo>
                    <a:pt x="414019" y="191770"/>
                  </a:lnTo>
                  <a:lnTo>
                    <a:pt x="0" y="191770"/>
                  </a:lnTo>
                  <a:close/>
                </a:path>
              </a:pathLst>
            </a:custGeom>
            <a:ln w="848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521709" y="5121910"/>
              <a:ext cx="560070" cy="125730"/>
            </a:xfrm>
            <a:custGeom>
              <a:avLst/>
              <a:gdLst/>
              <a:ahLst/>
              <a:cxnLst/>
              <a:rect l="l" t="t" r="r" b="b"/>
              <a:pathLst>
                <a:path w="560070" h="125729">
                  <a:moveTo>
                    <a:pt x="560069" y="0"/>
                  </a:moveTo>
                  <a:lnTo>
                    <a:pt x="147319" y="0"/>
                  </a:lnTo>
                  <a:lnTo>
                    <a:pt x="0" y="125729"/>
                  </a:lnTo>
                  <a:lnTo>
                    <a:pt x="414019" y="125729"/>
                  </a:lnTo>
                  <a:lnTo>
                    <a:pt x="560069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521709" y="5121910"/>
              <a:ext cx="560070" cy="125730"/>
            </a:xfrm>
            <a:custGeom>
              <a:avLst/>
              <a:gdLst/>
              <a:ahLst/>
              <a:cxnLst/>
              <a:rect l="l" t="t" r="r" b="b"/>
              <a:pathLst>
                <a:path w="560070" h="125729">
                  <a:moveTo>
                    <a:pt x="414019" y="125729"/>
                  </a:moveTo>
                  <a:lnTo>
                    <a:pt x="560069" y="0"/>
                  </a:lnTo>
                  <a:lnTo>
                    <a:pt x="147319" y="0"/>
                  </a:lnTo>
                  <a:lnTo>
                    <a:pt x="0" y="125729"/>
                  </a:lnTo>
                  <a:lnTo>
                    <a:pt x="414019" y="125729"/>
                  </a:lnTo>
                  <a:close/>
                </a:path>
              </a:pathLst>
            </a:custGeom>
            <a:ln w="848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031239" y="3903980"/>
              <a:ext cx="25400" cy="1631950"/>
            </a:xfrm>
            <a:custGeom>
              <a:avLst/>
              <a:gdLst/>
              <a:ahLst/>
              <a:cxnLst/>
              <a:rect l="l" t="t" r="r" b="b"/>
              <a:pathLst>
                <a:path w="25400" h="1631950">
                  <a:moveTo>
                    <a:pt x="0" y="1631950"/>
                  </a:moveTo>
                  <a:lnTo>
                    <a:pt x="0" y="0"/>
                  </a:lnTo>
                </a:path>
                <a:path w="25400" h="1631950">
                  <a:moveTo>
                    <a:pt x="25400" y="1631950"/>
                  </a:moveTo>
                  <a:lnTo>
                    <a:pt x="0" y="1631950"/>
                  </a:lnTo>
                </a:path>
                <a:path w="25400" h="1631950">
                  <a:moveTo>
                    <a:pt x="25400" y="1304290"/>
                  </a:moveTo>
                  <a:lnTo>
                    <a:pt x="0" y="1304290"/>
                  </a:lnTo>
                </a:path>
                <a:path w="25400" h="1631950">
                  <a:moveTo>
                    <a:pt x="25400" y="979170"/>
                  </a:moveTo>
                  <a:lnTo>
                    <a:pt x="0" y="979170"/>
                  </a:lnTo>
                </a:path>
                <a:path w="25400" h="1631950">
                  <a:moveTo>
                    <a:pt x="25400" y="652780"/>
                  </a:moveTo>
                  <a:lnTo>
                    <a:pt x="0" y="652780"/>
                  </a:lnTo>
                </a:path>
                <a:path w="25400" h="1631950">
                  <a:moveTo>
                    <a:pt x="25400" y="325120"/>
                  </a:moveTo>
                  <a:lnTo>
                    <a:pt x="0" y="325120"/>
                  </a:lnTo>
                </a:path>
                <a:path w="25400" h="1631950">
                  <a:moveTo>
                    <a:pt x="25400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862330" y="3826509"/>
            <a:ext cx="172720" cy="184213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200" spc="-25" dirty="0">
                <a:latin typeface="SimSun"/>
                <a:cs typeface="SimSun"/>
              </a:rPr>
              <a:t>25</a:t>
            </a:r>
            <a:endParaRPr sz="120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1130"/>
              </a:spcBef>
            </a:pPr>
            <a:r>
              <a:rPr sz="1200" spc="-25" dirty="0">
                <a:latin typeface="SimSun"/>
                <a:cs typeface="SimSun"/>
              </a:rPr>
              <a:t>20</a:t>
            </a:r>
            <a:endParaRPr sz="120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1130"/>
              </a:spcBef>
            </a:pPr>
            <a:r>
              <a:rPr sz="1200" spc="-25" dirty="0">
                <a:latin typeface="SimSun"/>
                <a:cs typeface="SimSun"/>
              </a:rPr>
              <a:t>15</a:t>
            </a:r>
            <a:endParaRPr sz="120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1130"/>
              </a:spcBef>
            </a:pPr>
            <a:r>
              <a:rPr sz="1200" spc="-25" dirty="0">
                <a:latin typeface="SimSun"/>
                <a:cs typeface="SimSun"/>
              </a:rPr>
              <a:t>10</a:t>
            </a:r>
            <a:endParaRPr sz="1200">
              <a:latin typeface="SimSun"/>
              <a:cs typeface="SimSun"/>
            </a:endParaRPr>
          </a:p>
          <a:p>
            <a:pPr marL="82550">
              <a:lnSpc>
                <a:spcPct val="100000"/>
              </a:lnSpc>
              <a:spcBef>
                <a:spcPts val="1130"/>
              </a:spcBef>
            </a:pPr>
            <a:r>
              <a:rPr sz="1200" spc="-50" dirty="0">
                <a:latin typeface="SimSun"/>
                <a:cs typeface="SimSun"/>
              </a:rPr>
              <a:t>5</a:t>
            </a:r>
            <a:endParaRPr sz="1200">
              <a:latin typeface="SimSun"/>
              <a:cs typeface="SimSun"/>
            </a:endParaRPr>
          </a:p>
          <a:p>
            <a:pPr marL="82550">
              <a:lnSpc>
                <a:spcPct val="100000"/>
              </a:lnSpc>
              <a:spcBef>
                <a:spcPts val="1130"/>
              </a:spcBef>
            </a:pPr>
            <a:r>
              <a:rPr sz="1200" spc="-50" dirty="0">
                <a:latin typeface="SimSun"/>
                <a:cs typeface="SimSun"/>
              </a:rPr>
              <a:t>0</a:t>
            </a:r>
            <a:endParaRPr sz="1200">
              <a:latin typeface="SimSun"/>
              <a:cs typeface="SimSu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616902" y="4098717"/>
            <a:ext cx="238125" cy="1122680"/>
          </a:xfrm>
          <a:prstGeom prst="rect">
            <a:avLst/>
          </a:prstGeom>
        </p:spPr>
        <p:txBody>
          <a:bodyPr vert="vert270" wrap="square" lIns="0" tIns="495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90"/>
              </a:spcBef>
            </a:pPr>
            <a:r>
              <a:rPr sz="1050" spc="-100" dirty="0">
                <a:latin typeface="SimSun"/>
                <a:cs typeface="SimSun"/>
              </a:rPr>
              <a:t>水丢失( </a:t>
            </a:r>
            <a:r>
              <a:rPr sz="1050" spc="95" dirty="0">
                <a:latin typeface="SimSun"/>
                <a:cs typeface="SimSun"/>
              </a:rPr>
              <a:t>g/cm</a:t>
            </a:r>
            <a:r>
              <a:rPr sz="1125" spc="142" baseline="40740" dirty="0">
                <a:latin typeface="SimSun"/>
                <a:cs typeface="SimSun"/>
              </a:rPr>
              <a:t>2</a:t>
            </a:r>
            <a:r>
              <a:rPr sz="1050" spc="-70" dirty="0">
                <a:latin typeface="SimSun"/>
                <a:cs typeface="SimSun"/>
              </a:rPr>
              <a:t>. </a:t>
            </a:r>
            <a:r>
              <a:rPr sz="1050" spc="-25" dirty="0">
                <a:latin typeface="SimSun"/>
                <a:cs typeface="SimSun"/>
              </a:rPr>
              <a:t>h)</a:t>
            </a:r>
            <a:endParaRPr sz="1050">
              <a:latin typeface="SimSun"/>
              <a:cs typeface="SimSun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1031239" y="5506720"/>
            <a:ext cx="3111500" cy="29209"/>
          </a:xfrm>
          <a:custGeom>
            <a:avLst/>
            <a:gdLst/>
            <a:ahLst/>
            <a:cxnLst/>
            <a:rect l="l" t="t" r="r" b="b"/>
            <a:pathLst>
              <a:path w="3111500" h="29210">
                <a:moveTo>
                  <a:pt x="0" y="29209"/>
                </a:moveTo>
                <a:lnTo>
                  <a:pt x="3111500" y="29209"/>
                </a:lnTo>
              </a:path>
              <a:path w="3111500" h="29210">
                <a:moveTo>
                  <a:pt x="0" y="0"/>
                </a:moveTo>
                <a:lnTo>
                  <a:pt x="0" y="29209"/>
                </a:lnTo>
              </a:path>
              <a:path w="3111500" h="29210">
                <a:moveTo>
                  <a:pt x="1033779" y="0"/>
                </a:moveTo>
                <a:lnTo>
                  <a:pt x="1033779" y="29209"/>
                </a:lnTo>
              </a:path>
              <a:path w="3111500" h="29210">
                <a:moveTo>
                  <a:pt x="2076450" y="0"/>
                </a:moveTo>
                <a:lnTo>
                  <a:pt x="2076450" y="29209"/>
                </a:lnTo>
              </a:path>
              <a:path w="3111500" h="29210">
                <a:moveTo>
                  <a:pt x="3111500" y="0"/>
                </a:moveTo>
                <a:lnTo>
                  <a:pt x="3111500" y="29209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1397000" y="5563870"/>
            <a:ext cx="302260" cy="2101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200" spc="-85" dirty="0">
                <a:latin typeface="SimSun"/>
                <a:cs typeface="SimSun"/>
              </a:rPr>
              <a:t>池龟</a:t>
            </a:r>
            <a:endParaRPr sz="1200">
              <a:latin typeface="SimSun"/>
              <a:cs typeface="SimSu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2432050" y="5563870"/>
            <a:ext cx="301625" cy="2101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200" spc="-90" dirty="0">
                <a:latin typeface="SimSun"/>
                <a:cs typeface="SimSun"/>
              </a:rPr>
              <a:t>箱龟</a:t>
            </a:r>
            <a:endParaRPr sz="1200">
              <a:latin typeface="SimSun"/>
              <a:cs typeface="SimSun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3474720" y="5563870"/>
            <a:ext cx="300990" cy="2101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200" spc="-95" dirty="0">
                <a:latin typeface="SimSun"/>
                <a:cs typeface="SimSun"/>
              </a:rPr>
              <a:t>沙龟</a:t>
            </a:r>
            <a:endParaRPr sz="1200">
              <a:latin typeface="SimSun"/>
              <a:cs typeface="SimSun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366395" y="3547745"/>
            <a:ext cx="5163820" cy="3161665"/>
            <a:chOff x="366395" y="3547745"/>
            <a:chExt cx="5163820" cy="3161665"/>
          </a:xfrm>
        </p:grpSpPr>
        <p:sp>
          <p:nvSpPr>
            <p:cNvPr id="38" name="object 38"/>
            <p:cNvSpPr/>
            <p:nvPr/>
          </p:nvSpPr>
          <p:spPr>
            <a:xfrm>
              <a:off x="367030" y="3548380"/>
              <a:ext cx="5162550" cy="2369820"/>
            </a:xfrm>
            <a:custGeom>
              <a:avLst/>
              <a:gdLst/>
              <a:ahLst/>
              <a:cxnLst/>
              <a:rect l="l" t="t" r="r" b="b"/>
              <a:pathLst>
                <a:path w="5162550" h="2369820">
                  <a:moveTo>
                    <a:pt x="0" y="0"/>
                  </a:moveTo>
                  <a:lnTo>
                    <a:pt x="5162550" y="0"/>
                  </a:lnTo>
                  <a:lnTo>
                    <a:pt x="5162550" y="2369820"/>
                  </a:lnTo>
                  <a:lnTo>
                    <a:pt x="0" y="236982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9" name="object 39">
              <a:hlinkClick r:id="rId2"/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26770" y="5803900"/>
              <a:ext cx="1210309" cy="905510"/>
            </a:xfrm>
            <a:prstGeom prst="rect">
              <a:avLst/>
            </a:prstGeom>
          </p:spPr>
        </p:pic>
        <p:pic>
          <p:nvPicPr>
            <p:cNvPr id="40" name="object 40">
              <a:hlinkClick r:id="rId4"/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492499" y="5876290"/>
              <a:ext cx="1057910" cy="819150"/>
            </a:xfrm>
            <a:prstGeom prst="rect">
              <a:avLst/>
            </a:prstGeom>
          </p:spPr>
        </p:pic>
      </p:grpSp>
      <p:sp>
        <p:nvSpPr>
          <p:cNvPr id="41" name="object 41"/>
          <p:cNvSpPr txBox="1"/>
          <p:nvPr/>
        </p:nvSpPr>
        <p:spPr>
          <a:xfrm>
            <a:off x="5792470" y="3539490"/>
            <a:ext cx="2768600" cy="1854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SimSun"/>
                <a:cs typeface="SimSun"/>
              </a:rPr>
              <a:t>生活在不同环境中的龟失水率。池龟、箱龟与沙龟分别栖息在湿的、微湿的与干燥</a:t>
            </a:r>
            <a:r>
              <a:rPr sz="2400" spc="-15" dirty="0">
                <a:latin typeface="SimSun"/>
                <a:cs typeface="SimSun"/>
              </a:rPr>
              <a:t>环境中。</a:t>
            </a:r>
            <a:endParaRPr sz="2400">
              <a:latin typeface="SimSun"/>
              <a:cs typeface="SimSun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34669" y="415290"/>
            <a:ext cx="3776979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87730" algn="l"/>
              </a:tabLst>
            </a:pPr>
            <a:r>
              <a:rPr sz="3200" dirty="0">
                <a:latin typeface="Times New Roman"/>
                <a:cs typeface="Times New Roman"/>
              </a:rPr>
              <a:t>2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spc="-50" dirty="0"/>
              <a:t>）</a:t>
            </a:r>
            <a:r>
              <a:rPr sz="3200" dirty="0"/>
              <a:t>	</a:t>
            </a:r>
            <a:r>
              <a:rPr sz="3200" spc="215" dirty="0"/>
              <a:t>减少呼吸失水 </a:t>
            </a:r>
            <a:r>
              <a:rPr sz="3200" spc="-50" dirty="0">
                <a:latin typeface="Times New Roman"/>
                <a:cs typeface="Times New Roman"/>
              </a:rPr>
              <a:t>: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4669" y="1093470"/>
            <a:ext cx="6910070" cy="877569"/>
          </a:xfrm>
          <a:prstGeom prst="rect">
            <a:avLst/>
          </a:prstGeom>
        </p:spPr>
        <p:txBody>
          <a:bodyPr vert="horz" wrap="square" lIns="0" tIns="26670" rIns="0" bIns="0" rtlCol="0">
            <a:spAutoFit/>
          </a:bodyPr>
          <a:lstStyle/>
          <a:p>
            <a:pPr marL="12700" marR="5080">
              <a:lnSpc>
                <a:spcPts val="3350"/>
              </a:lnSpc>
              <a:spcBef>
                <a:spcPts val="210"/>
              </a:spcBef>
            </a:pPr>
            <a:r>
              <a:rPr sz="2800" b="1" spc="220" dirty="0">
                <a:latin typeface="Microsoft JhengHei"/>
                <a:cs typeface="Microsoft JhengHei"/>
              </a:rPr>
              <a:t>昆虫</a:t>
            </a:r>
            <a:r>
              <a:rPr sz="2800" b="1" spc="220" dirty="0">
                <a:latin typeface="Microsoft YaHei"/>
                <a:cs typeface="Microsoft YaHei"/>
              </a:rPr>
              <a:t>通</a:t>
            </a:r>
            <a:r>
              <a:rPr sz="2800" b="1" spc="220" dirty="0">
                <a:latin typeface="Microsoft JhengHei"/>
                <a:cs typeface="Microsoft JhengHei"/>
              </a:rPr>
              <a:t>过气</a:t>
            </a:r>
            <a:r>
              <a:rPr sz="2800" b="1" spc="220" dirty="0">
                <a:latin typeface="Microsoft YaHei"/>
                <a:cs typeface="Microsoft YaHei"/>
              </a:rPr>
              <a:t>孔</a:t>
            </a:r>
            <a:r>
              <a:rPr sz="2800" b="1" spc="229" dirty="0">
                <a:latin typeface="Microsoft JhengHei"/>
                <a:cs typeface="Microsoft JhengHei"/>
              </a:rPr>
              <a:t>的</a:t>
            </a:r>
            <a:r>
              <a:rPr sz="2800" b="1" spc="220" dirty="0">
                <a:latin typeface="Microsoft YaHei"/>
                <a:cs typeface="Microsoft YaHei"/>
              </a:rPr>
              <a:t>开</a:t>
            </a:r>
            <a:r>
              <a:rPr sz="2800" b="1" spc="220" dirty="0">
                <a:latin typeface="Microsoft JhengHei"/>
                <a:cs typeface="Microsoft JhengHei"/>
              </a:rPr>
              <a:t>放与关</a:t>
            </a:r>
            <a:r>
              <a:rPr sz="2800" b="1" spc="229" dirty="0">
                <a:latin typeface="Microsoft YaHei"/>
                <a:cs typeface="Microsoft YaHei"/>
              </a:rPr>
              <a:t>闭</a:t>
            </a:r>
            <a:r>
              <a:rPr sz="2800" b="1" spc="220" dirty="0">
                <a:latin typeface="Microsoft JhengHei"/>
                <a:cs typeface="Microsoft JhengHei"/>
              </a:rPr>
              <a:t>，</a:t>
            </a:r>
            <a:r>
              <a:rPr sz="2800" b="1" spc="220" dirty="0">
                <a:latin typeface="Microsoft YaHei"/>
                <a:cs typeface="Microsoft YaHei"/>
              </a:rPr>
              <a:t>可使</a:t>
            </a:r>
            <a:r>
              <a:rPr sz="2800" b="1" spc="130" dirty="0">
                <a:latin typeface="Microsoft JhengHei"/>
                <a:cs typeface="Microsoft JhengHei"/>
              </a:rPr>
              <a:t>失水量</a:t>
            </a:r>
            <a:r>
              <a:rPr sz="2800" b="1" spc="225" dirty="0">
                <a:latin typeface="Microsoft JhengHei"/>
                <a:cs typeface="Microsoft JhengHei"/>
              </a:rPr>
              <a:t>相差</a:t>
            </a:r>
            <a:r>
              <a:rPr sz="2800" b="1" spc="220" dirty="0">
                <a:latin typeface="Microsoft YaHei"/>
                <a:cs typeface="Microsoft YaHei"/>
              </a:rPr>
              <a:t>数</a:t>
            </a:r>
            <a:r>
              <a:rPr sz="2800" b="1" spc="85" dirty="0">
                <a:latin typeface="Microsoft JhengHei"/>
                <a:cs typeface="Microsoft JhengHei"/>
              </a:rPr>
              <a:t>倍。</a:t>
            </a:r>
            <a:endParaRPr sz="2800">
              <a:latin typeface="Microsoft JhengHei"/>
              <a:cs typeface="Microsoft JhengHe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4970" y="2565400"/>
            <a:ext cx="4648200" cy="222885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782319" y="5275579"/>
            <a:ext cx="3671570" cy="12992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500" marR="68580">
              <a:lnSpc>
                <a:spcPct val="100000"/>
              </a:lnSpc>
              <a:spcBef>
                <a:spcPts val="100"/>
              </a:spcBef>
              <a:tabLst>
                <a:tab pos="996315" algn="l"/>
                <a:tab pos="1444625" algn="l"/>
                <a:tab pos="2789555" algn="l"/>
              </a:tabLst>
            </a:pPr>
            <a:r>
              <a:rPr sz="2000" b="1" spc="170" dirty="0">
                <a:latin typeface="Microsoft JhengHei"/>
                <a:cs typeface="Microsoft JhengHei"/>
              </a:rPr>
              <a:t>黄粉</a:t>
            </a:r>
            <a:r>
              <a:rPr sz="2000" b="1" spc="-50" dirty="0">
                <a:latin typeface="Microsoft JhengHei"/>
                <a:cs typeface="Microsoft JhengHei"/>
              </a:rPr>
              <a:t>虫</a:t>
            </a:r>
            <a:r>
              <a:rPr sz="2000" b="1" dirty="0">
                <a:latin typeface="Microsoft JhengHei"/>
                <a:cs typeface="Microsoft JhengHei"/>
              </a:rPr>
              <a:t>	</a:t>
            </a:r>
            <a:r>
              <a:rPr sz="2000" b="1" spc="165" dirty="0">
                <a:latin typeface="Microsoft JhengHei"/>
                <a:cs typeface="Microsoft JhengHei"/>
              </a:rPr>
              <a:t>幼</a:t>
            </a:r>
            <a:r>
              <a:rPr sz="2000" b="1" spc="170" dirty="0">
                <a:latin typeface="Microsoft JhengHei"/>
                <a:cs typeface="Microsoft JhengHei"/>
              </a:rPr>
              <a:t>虫</a:t>
            </a:r>
            <a:r>
              <a:rPr sz="2000" b="1" dirty="0">
                <a:latin typeface="Microsoft JhengHei"/>
                <a:cs typeface="Microsoft JhengHei"/>
              </a:rPr>
              <a:t>在</a:t>
            </a:r>
            <a:r>
              <a:rPr sz="2000" b="1" spc="165" dirty="0">
                <a:latin typeface="Microsoft JhengHei"/>
                <a:cs typeface="Microsoft JhengHei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0-</a:t>
            </a:r>
            <a:r>
              <a:rPr sz="2000" b="1" spc="-25" dirty="0">
                <a:latin typeface="Times New Roman"/>
                <a:cs typeface="Times New Roman"/>
              </a:rPr>
              <a:t>15%</a:t>
            </a:r>
            <a:r>
              <a:rPr sz="2000" b="1" dirty="0">
                <a:latin typeface="Times New Roman"/>
                <a:cs typeface="Times New Roman"/>
              </a:rPr>
              <a:t>	</a:t>
            </a:r>
            <a:r>
              <a:rPr sz="2000" b="1" spc="165" dirty="0">
                <a:latin typeface="Microsoft JhengHei"/>
                <a:cs typeface="Microsoft JhengHei"/>
              </a:rPr>
              <a:t>相对</a:t>
            </a:r>
            <a:r>
              <a:rPr sz="2000" b="1" spc="-50" dirty="0">
                <a:latin typeface="Microsoft JhengHei"/>
                <a:cs typeface="Microsoft JhengHei"/>
              </a:rPr>
              <a:t>湿</a:t>
            </a:r>
            <a:r>
              <a:rPr sz="2000" b="1" spc="165" dirty="0">
                <a:latin typeface="Microsoft JhengHei"/>
                <a:cs typeface="Microsoft JhengHei"/>
              </a:rPr>
              <a:t>度下</a:t>
            </a:r>
            <a:r>
              <a:rPr sz="2000" b="1" spc="175" dirty="0">
                <a:latin typeface="Microsoft JhengHei"/>
                <a:cs typeface="Microsoft JhengHei"/>
              </a:rPr>
              <a:t>的</a:t>
            </a:r>
            <a:r>
              <a:rPr sz="2000" b="1" spc="165" dirty="0">
                <a:latin typeface="Microsoft JhengHei"/>
                <a:cs typeface="Microsoft JhengHei"/>
              </a:rPr>
              <a:t>失</a:t>
            </a:r>
            <a:r>
              <a:rPr sz="2000" b="1" spc="175" dirty="0">
                <a:latin typeface="Microsoft JhengHei"/>
                <a:cs typeface="Microsoft JhengHei"/>
              </a:rPr>
              <a:t>水</a:t>
            </a:r>
            <a:r>
              <a:rPr sz="2000" b="1" spc="170" dirty="0">
                <a:latin typeface="Microsoft YaHei"/>
                <a:cs typeface="Microsoft YaHei"/>
              </a:rPr>
              <a:t>率</a:t>
            </a:r>
            <a:r>
              <a:rPr sz="2000" b="1" spc="170" dirty="0">
                <a:latin typeface="Microsoft JhengHei"/>
                <a:cs typeface="Microsoft JhengHei"/>
              </a:rPr>
              <a:t>。</a:t>
            </a:r>
            <a:r>
              <a:rPr sz="2000" b="1" spc="110" dirty="0">
                <a:latin typeface="Microsoft JhengHei"/>
                <a:cs typeface="Microsoft JhengHei"/>
              </a:rPr>
              <a:t>“↓”</a:t>
            </a:r>
            <a:r>
              <a:rPr sz="2000" b="1" spc="-315" dirty="0">
                <a:latin typeface="Microsoft JhengHei"/>
                <a:cs typeface="Microsoft JhengHei"/>
              </a:rPr>
              <a:t> </a:t>
            </a:r>
            <a:r>
              <a:rPr sz="2000" b="1" spc="165" dirty="0">
                <a:latin typeface="Microsoft JhengHei"/>
                <a:cs typeface="Microsoft JhengHei"/>
              </a:rPr>
              <a:t>表</a:t>
            </a:r>
            <a:r>
              <a:rPr sz="2000" b="1" spc="-50" dirty="0">
                <a:latin typeface="Microsoft JhengHei"/>
                <a:cs typeface="Microsoft JhengHei"/>
              </a:rPr>
              <a:t>示</a:t>
            </a:r>
            <a:r>
              <a:rPr sz="2000" b="1" spc="165" dirty="0">
                <a:latin typeface="Microsoft YaHei"/>
                <a:cs typeface="Microsoft YaHei"/>
              </a:rPr>
              <a:t>加</a:t>
            </a:r>
            <a:r>
              <a:rPr sz="2000" b="1" dirty="0">
                <a:latin typeface="Microsoft YaHei"/>
                <a:cs typeface="Microsoft YaHei"/>
              </a:rPr>
              <a:t>入</a:t>
            </a:r>
            <a:r>
              <a:rPr sz="2000" b="1" spc="45" dirty="0">
                <a:latin typeface="Microsoft YaHei"/>
                <a:cs typeface="Microsoft YaHei"/>
              </a:rPr>
              <a:t> </a:t>
            </a:r>
            <a:r>
              <a:rPr sz="2000" b="1" spc="-35" dirty="0">
                <a:latin typeface="Times New Roman"/>
                <a:cs typeface="Times New Roman"/>
              </a:rPr>
              <a:t>5%</a:t>
            </a:r>
            <a:r>
              <a:rPr sz="2000" b="1" dirty="0">
                <a:latin typeface="Times New Roman"/>
                <a:cs typeface="Times New Roman"/>
              </a:rPr>
              <a:t>	CO</a:t>
            </a:r>
            <a:r>
              <a:rPr sz="1725" b="1" baseline="-28985" dirty="0">
                <a:latin typeface="Times New Roman"/>
                <a:cs typeface="Times New Roman"/>
              </a:rPr>
              <a:t>2</a:t>
            </a:r>
            <a:r>
              <a:rPr sz="1725" b="1" spc="277" baseline="-2898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Microsoft JhengHei"/>
                <a:cs typeface="Microsoft JhengHei"/>
              </a:rPr>
              <a:t>，</a:t>
            </a:r>
            <a:r>
              <a:rPr sz="2000" b="1" spc="-320" dirty="0">
                <a:latin typeface="Microsoft JhengHei"/>
                <a:cs typeface="Microsoft JhengHei"/>
              </a:rPr>
              <a:t> </a:t>
            </a:r>
            <a:r>
              <a:rPr sz="2000" b="1" spc="170" dirty="0">
                <a:latin typeface="Microsoft YaHei"/>
                <a:cs typeface="Microsoft YaHei"/>
              </a:rPr>
              <a:t>使</a:t>
            </a:r>
            <a:r>
              <a:rPr sz="2000" b="1" spc="170" dirty="0">
                <a:latin typeface="Microsoft JhengHei"/>
                <a:cs typeface="Microsoft JhengHei"/>
              </a:rPr>
              <a:t>气</a:t>
            </a:r>
            <a:r>
              <a:rPr sz="2000" b="1" spc="165" dirty="0">
                <a:latin typeface="Microsoft YaHei"/>
                <a:cs typeface="Microsoft YaHei"/>
              </a:rPr>
              <a:t>孔</a:t>
            </a:r>
            <a:r>
              <a:rPr sz="2000" b="1" spc="170" dirty="0">
                <a:latin typeface="Microsoft YaHei"/>
                <a:cs typeface="Microsoft YaHei"/>
              </a:rPr>
              <a:t>开</a:t>
            </a:r>
            <a:r>
              <a:rPr sz="2000" b="1" spc="-50" dirty="0">
                <a:latin typeface="Microsoft JhengHei"/>
                <a:cs typeface="Microsoft JhengHei"/>
              </a:rPr>
              <a:t>放</a:t>
            </a:r>
            <a:endParaRPr sz="2000">
              <a:latin typeface="Microsoft JhengHei"/>
              <a:cs typeface="Microsoft JhengHei"/>
            </a:endParaRPr>
          </a:p>
          <a:p>
            <a:pPr marL="63500">
              <a:lnSpc>
                <a:spcPct val="100000"/>
              </a:lnSpc>
              <a:spcBef>
                <a:spcPts val="430"/>
              </a:spcBef>
            </a:pPr>
            <a:r>
              <a:rPr sz="2000" b="1" spc="170" dirty="0">
                <a:latin typeface="Microsoft JhengHei"/>
                <a:cs typeface="Microsoft JhengHei"/>
              </a:rPr>
              <a:t>（转引</a:t>
            </a:r>
            <a:r>
              <a:rPr sz="2000" b="1" spc="170" dirty="0">
                <a:latin typeface="Microsoft YaHei"/>
                <a:cs typeface="Microsoft YaHei"/>
              </a:rPr>
              <a:t>自</a:t>
            </a:r>
            <a:r>
              <a:rPr sz="2000" b="1" spc="120" dirty="0">
                <a:latin typeface="Microsoft JhengHei"/>
                <a:cs typeface="Microsoft JhengHei"/>
              </a:rPr>
              <a:t>孙儒泳， </a:t>
            </a:r>
            <a:r>
              <a:rPr sz="2000" b="1" dirty="0">
                <a:latin typeface="Times New Roman"/>
                <a:cs typeface="Times New Roman"/>
              </a:rPr>
              <a:t>1992</a:t>
            </a:r>
            <a:r>
              <a:rPr sz="2000" b="1" spc="-10" dirty="0">
                <a:latin typeface="Times New Roman"/>
                <a:cs typeface="Times New Roman"/>
              </a:rPr>
              <a:t> </a:t>
            </a:r>
            <a:r>
              <a:rPr sz="2000" b="1" spc="-50" dirty="0">
                <a:latin typeface="Microsoft JhengHei"/>
                <a:cs typeface="Microsoft JhengHei"/>
              </a:rPr>
              <a:t>）</a:t>
            </a:r>
            <a:endParaRPr sz="2000">
              <a:latin typeface="Microsoft JhengHei"/>
              <a:cs typeface="Microsoft JhengHei"/>
            </a:endParaRPr>
          </a:p>
        </p:txBody>
      </p:sp>
      <p:pic>
        <p:nvPicPr>
          <p:cNvPr id="7" name="object 7">
            <a:hlinkClick r:id="rId3"/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509259" y="2852420"/>
            <a:ext cx="2735580" cy="1913889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2000" y="2167890"/>
            <a:ext cx="7103109" cy="34378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800" b="1" spc="150" dirty="0">
                <a:latin typeface="Microsoft JhengHei"/>
                <a:cs typeface="Microsoft JhengHei"/>
              </a:rPr>
              <a:t>逆流交换机理 </a:t>
            </a:r>
            <a:r>
              <a:rPr sz="2800" b="1" spc="-35" dirty="0">
                <a:latin typeface="Times New Roman"/>
                <a:cs typeface="Times New Roman"/>
              </a:rPr>
              <a:t>( </a:t>
            </a:r>
            <a:r>
              <a:rPr sz="2800" b="1" spc="220" dirty="0">
                <a:latin typeface="Microsoft YaHei"/>
                <a:cs typeface="Microsoft YaHei"/>
              </a:rPr>
              <a:t>荒</a:t>
            </a:r>
            <a:r>
              <a:rPr sz="2800" b="1" spc="105" dirty="0">
                <a:latin typeface="Microsoft JhengHei"/>
                <a:cs typeface="Microsoft JhengHei"/>
              </a:rPr>
              <a:t>漠鸟兽 </a:t>
            </a:r>
            <a:r>
              <a:rPr sz="2800" b="1" spc="-35" dirty="0">
                <a:latin typeface="Times New Roman"/>
                <a:cs typeface="Times New Roman"/>
              </a:rPr>
              <a:t>) </a:t>
            </a:r>
            <a:r>
              <a:rPr sz="2800" b="1" spc="225" dirty="0">
                <a:latin typeface="Microsoft JhengHei"/>
                <a:cs typeface="Microsoft JhengHei"/>
              </a:rPr>
              <a:t>：即</a:t>
            </a:r>
            <a:r>
              <a:rPr sz="2800" b="1" spc="220" dirty="0">
                <a:latin typeface="Microsoft YaHei"/>
                <a:cs typeface="Microsoft YaHei"/>
              </a:rPr>
              <a:t>当</a:t>
            </a:r>
            <a:r>
              <a:rPr sz="2800" b="1" spc="220" dirty="0">
                <a:latin typeface="Microsoft JhengHei"/>
                <a:cs typeface="Microsoft JhengHei"/>
              </a:rPr>
              <a:t>吸气</a:t>
            </a:r>
            <a:r>
              <a:rPr sz="2800" b="1" spc="229" dirty="0">
                <a:latin typeface="Microsoft YaHei"/>
                <a:cs typeface="Microsoft YaHei"/>
              </a:rPr>
              <a:t>时</a:t>
            </a:r>
            <a:r>
              <a:rPr sz="2800" b="1" spc="-50" dirty="0">
                <a:latin typeface="Microsoft JhengHei"/>
                <a:cs typeface="Microsoft JhengHei"/>
              </a:rPr>
              <a:t>，</a:t>
            </a:r>
            <a:r>
              <a:rPr sz="2800" b="1" spc="215" dirty="0">
                <a:latin typeface="Microsoft JhengHei"/>
                <a:cs typeface="Microsoft JhengHei"/>
              </a:rPr>
              <a:t>空气沿着呼吸道到达肺泡的巨大表</a:t>
            </a:r>
            <a:r>
              <a:rPr sz="2800" b="1" spc="220" dirty="0">
                <a:latin typeface="Microsoft YaHei"/>
                <a:cs typeface="Microsoft YaHei"/>
              </a:rPr>
              <a:t>面</a:t>
            </a:r>
            <a:r>
              <a:rPr sz="2800" b="1" spc="85" dirty="0">
                <a:latin typeface="Microsoft JhengHei"/>
                <a:cs typeface="Microsoft JhengHei"/>
              </a:rPr>
              <a:t>积上</a:t>
            </a:r>
            <a:endParaRPr sz="2800">
              <a:latin typeface="Microsoft JhengHei"/>
              <a:cs typeface="Microsoft JhengHei"/>
            </a:endParaRPr>
          </a:p>
          <a:p>
            <a:pPr marL="12700" marR="163195" algn="just">
              <a:lnSpc>
                <a:spcPct val="99900"/>
              </a:lnSpc>
            </a:pPr>
            <a:r>
              <a:rPr sz="2800" b="1" spc="220" dirty="0">
                <a:latin typeface="Microsoft JhengHei"/>
                <a:cs typeface="Microsoft JhengHei"/>
              </a:rPr>
              <a:t>，</a:t>
            </a:r>
            <a:r>
              <a:rPr sz="2800" b="1" spc="229" dirty="0">
                <a:latin typeface="Microsoft YaHei"/>
                <a:cs typeface="Microsoft YaHei"/>
              </a:rPr>
              <a:t>使</a:t>
            </a:r>
            <a:r>
              <a:rPr sz="2800" b="1" spc="215" dirty="0">
                <a:latin typeface="Microsoft JhengHei"/>
                <a:cs typeface="Microsoft JhengHei"/>
              </a:rPr>
              <a:t>空气变成核温</a:t>
            </a:r>
            <a:r>
              <a:rPr sz="2800" b="1" spc="220" dirty="0">
                <a:latin typeface="Microsoft YaHei"/>
                <a:cs typeface="Microsoft YaHei"/>
              </a:rPr>
              <a:t>时</a:t>
            </a:r>
            <a:r>
              <a:rPr sz="2800" b="1" spc="185" dirty="0">
                <a:latin typeface="Microsoft JhengHei"/>
                <a:cs typeface="Microsoft JhengHei"/>
              </a:rPr>
              <a:t>的饱和水蒸气；而呼</a:t>
            </a:r>
            <a:r>
              <a:rPr sz="2800" b="1" spc="220" dirty="0">
                <a:latin typeface="Microsoft YaHei"/>
                <a:cs typeface="Microsoft YaHei"/>
              </a:rPr>
              <a:t>出</a:t>
            </a:r>
            <a:r>
              <a:rPr sz="2800" b="1" spc="220" dirty="0">
                <a:latin typeface="Microsoft JhengHei"/>
                <a:cs typeface="Microsoft JhengHei"/>
              </a:rPr>
              <a:t>气在</a:t>
            </a:r>
            <a:r>
              <a:rPr sz="2800" b="1" spc="220" dirty="0">
                <a:latin typeface="Microsoft YaHei"/>
                <a:cs typeface="Microsoft YaHei"/>
              </a:rPr>
              <a:t>通</a:t>
            </a:r>
            <a:r>
              <a:rPr sz="2800" b="1" spc="215" dirty="0">
                <a:latin typeface="Microsoft JhengHei"/>
                <a:cs typeface="Microsoft JhengHei"/>
              </a:rPr>
              <a:t>过气管与鼻腔</a:t>
            </a:r>
            <a:r>
              <a:rPr sz="2800" b="1" spc="220" dirty="0">
                <a:latin typeface="Microsoft YaHei"/>
                <a:cs typeface="Microsoft YaHei"/>
              </a:rPr>
              <a:t>时</a:t>
            </a:r>
            <a:r>
              <a:rPr sz="2800" b="1" spc="220" dirty="0">
                <a:latin typeface="Microsoft JhengHei"/>
                <a:cs typeface="Microsoft JhengHei"/>
              </a:rPr>
              <a:t>，随着外</a:t>
            </a:r>
            <a:r>
              <a:rPr sz="2800" b="1" spc="220" dirty="0">
                <a:latin typeface="Microsoft YaHei"/>
                <a:cs typeface="Microsoft YaHei"/>
              </a:rPr>
              <a:t>周</a:t>
            </a:r>
            <a:r>
              <a:rPr sz="2800" b="1" spc="85" dirty="0">
                <a:latin typeface="Microsoft JhengHei"/>
                <a:cs typeface="Microsoft JhengHei"/>
              </a:rPr>
              <a:t>体温</a:t>
            </a:r>
            <a:r>
              <a:rPr sz="2800" b="1" spc="215" dirty="0">
                <a:latin typeface="Microsoft JhengHei"/>
                <a:cs typeface="Microsoft JhengHei"/>
              </a:rPr>
              <a:t>的逐渐降</a:t>
            </a:r>
            <a:r>
              <a:rPr sz="2800" b="1" spc="229" dirty="0">
                <a:latin typeface="Microsoft YaHei"/>
                <a:cs typeface="Microsoft YaHei"/>
              </a:rPr>
              <a:t>低</a:t>
            </a:r>
            <a:r>
              <a:rPr sz="2800" b="1" spc="225" dirty="0">
                <a:latin typeface="Microsoft JhengHei"/>
                <a:cs typeface="Microsoft JhengHei"/>
              </a:rPr>
              <a:t>，呼</a:t>
            </a:r>
            <a:r>
              <a:rPr sz="2800" b="1" spc="220" dirty="0">
                <a:latin typeface="Microsoft YaHei"/>
                <a:cs typeface="Microsoft YaHei"/>
              </a:rPr>
              <a:t>出</a:t>
            </a:r>
            <a:r>
              <a:rPr sz="2800" b="1" spc="185" dirty="0">
                <a:latin typeface="Microsoft JhengHei"/>
                <a:cs typeface="Microsoft JhengHei"/>
              </a:rPr>
              <a:t>气的水气沿着呼吸道表</a:t>
            </a:r>
            <a:r>
              <a:rPr sz="2800" b="1" spc="220" dirty="0">
                <a:latin typeface="Microsoft YaHei"/>
                <a:cs typeface="Microsoft YaHei"/>
              </a:rPr>
              <a:t>面</a:t>
            </a:r>
            <a:r>
              <a:rPr sz="2800" b="1" spc="229" dirty="0">
                <a:latin typeface="Microsoft JhengHei"/>
                <a:cs typeface="Microsoft JhengHei"/>
              </a:rPr>
              <a:t>凝</a:t>
            </a:r>
            <a:r>
              <a:rPr sz="2800" b="1" spc="220" dirty="0">
                <a:latin typeface="Microsoft YaHei"/>
                <a:cs typeface="Microsoft YaHei"/>
              </a:rPr>
              <a:t>结</a:t>
            </a:r>
            <a:r>
              <a:rPr sz="2800" b="1" spc="220" dirty="0">
                <a:latin typeface="Microsoft JhengHei"/>
                <a:cs typeface="Microsoft JhengHei"/>
              </a:rPr>
              <a:t>成水，</a:t>
            </a:r>
            <a:r>
              <a:rPr sz="2800" b="1" spc="229" dirty="0">
                <a:latin typeface="Microsoft YaHei"/>
                <a:cs typeface="Microsoft YaHei"/>
              </a:rPr>
              <a:t>使</a:t>
            </a:r>
            <a:r>
              <a:rPr sz="2800" b="1" spc="215" dirty="0">
                <a:latin typeface="Microsoft JhengHei"/>
                <a:cs typeface="Microsoft JhengHei"/>
              </a:rPr>
              <a:t>水分有效地返回组</a:t>
            </a:r>
            <a:r>
              <a:rPr sz="2800" b="1" spc="220" dirty="0">
                <a:latin typeface="Microsoft YaHei"/>
                <a:cs typeface="Microsoft YaHei"/>
              </a:rPr>
              <a:t>织</a:t>
            </a:r>
            <a:r>
              <a:rPr sz="2800" b="1" spc="85" dirty="0">
                <a:latin typeface="Microsoft JhengHei"/>
                <a:cs typeface="Microsoft JhengHei"/>
              </a:rPr>
              <a:t>，减</a:t>
            </a:r>
            <a:r>
              <a:rPr sz="2800" b="1" spc="215" dirty="0">
                <a:latin typeface="Microsoft JhengHei"/>
                <a:cs typeface="Microsoft JhengHei"/>
              </a:rPr>
              <a:t>少呼吸失水。</a:t>
            </a:r>
            <a:r>
              <a:rPr sz="2800" spc="-20" dirty="0">
                <a:latin typeface="SimSun"/>
                <a:cs typeface="SimSun"/>
              </a:rPr>
              <a:t>如骆驼，通过逆流交换可回收</a:t>
            </a:r>
            <a:r>
              <a:rPr sz="2800" spc="-95" dirty="0">
                <a:latin typeface="SimSun"/>
                <a:cs typeface="SimSun"/>
              </a:rPr>
              <a:t>呼出气全部水分的 </a:t>
            </a:r>
            <a:r>
              <a:rPr sz="2800" dirty="0">
                <a:latin typeface="Times New Roman"/>
                <a:cs typeface="Times New Roman"/>
              </a:rPr>
              <a:t>95%</a:t>
            </a:r>
            <a:r>
              <a:rPr sz="2800" spc="-90" dirty="0">
                <a:latin typeface="Times New Roman"/>
                <a:cs typeface="Times New Roman"/>
              </a:rPr>
              <a:t> </a:t>
            </a:r>
            <a:r>
              <a:rPr sz="2800" spc="-50" dirty="0">
                <a:latin typeface="SimSun"/>
                <a:cs typeface="SimSun"/>
              </a:rPr>
              <a:t>。</a:t>
            </a:r>
            <a:endParaRPr sz="2800">
              <a:latin typeface="SimSun"/>
              <a:cs typeface="SimSun"/>
            </a:endParaRPr>
          </a:p>
        </p:txBody>
      </p:sp>
      <p:pic>
        <p:nvPicPr>
          <p:cNvPr id="3" name="object 3">
            <a:hlinkClick r:id="rId2"/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12179" y="260350"/>
            <a:ext cx="2736850" cy="181737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0869" y="567690"/>
            <a:ext cx="469519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latin typeface="Times New Roman"/>
                <a:cs typeface="Times New Roman"/>
              </a:rPr>
              <a:t>3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spc="254" dirty="0"/>
              <a:t>）</a:t>
            </a:r>
            <a:r>
              <a:rPr sz="3200" spc="270" dirty="0"/>
              <a:t>减少</a:t>
            </a:r>
            <a:r>
              <a:rPr sz="3200" spc="270" dirty="0">
                <a:latin typeface="Microsoft YaHei"/>
                <a:cs typeface="Microsoft YaHei"/>
              </a:rPr>
              <a:t>排</a:t>
            </a:r>
            <a:r>
              <a:rPr sz="3200" spc="210" dirty="0"/>
              <a:t>泄和粪便失水</a:t>
            </a:r>
            <a:endParaRPr sz="3200">
              <a:latin typeface="Microsoft YaHei"/>
              <a:cs typeface="Microsoft YaHe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5836285" algn="l"/>
              </a:tabLst>
            </a:pPr>
            <a:r>
              <a:rPr dirty="0"/>
              <a:t>（</a:t>
            </a:r>
            <a:r>
              <a:rPr spc="190" dirty="0"/>
              <a:t> </a:t>
            </a:r>
            <a:r>
              <a:rPr dirty="0">
                <a:latin typeface="Times New Roman"/>
                <a:cs typeface="Times New Roman"/>
              </a:rPr>
              <a:t>1</a:t>
            </a:r>
            <a:r>
              <a:rPr spc="-30" dirty="0">
                <a:latin typeface="Times New Roman"/>
                <a:cs typeface="Times New Roman"/>
              </a:rPr>
              <a:t> </a:t>
            </a:r>
            <a:r>
              <a:rPr spc="220" dirty="0"/>
              <a:t>）</a:t>
            </a:r>
            <a:r>
              <a:rPr spc="225" dirty="0"/>
              <a:t>哺</a:t>
            </a:r>
            <a:r>
              <a:rPr spc="220" dirty="0"/>
              <a:t>乳</a:t>
            </a:r>
            <a:r>
              <a:rPr spc="215" dirty="0"/>
              <a:t>动</a:t>
            </a:r>
            <a:r>
              <a:rPr spc="229" dirty="0"/>
              <a:t>物</a:t>
            </a:r>
            <a:r>
              <a:rPr spc="215" dirty="0">
                <a:latin typeface="Microsoft YaHei"/>
                <a:cs typeface="Microsoft YaHei"/>
              </a:rPr>
              <a:t>肾</a:t>
            </a:r>
            <a:r>
              <a:rPr spc="229" dirty="0">
                <a:latin typeface="Microsoft YaHei"/>
                <a:cs typeface="Microsoft YaHei"/>
              </a:rPr>
              <a:t>脏</a:t>
            </a:r>
            <a:r>
              <a:rPr spc="215" dirty="0"/>
              <a:t>的保</a:t>
            </a:r>
            <a:r>
              <a:rPr spc="225" dirty="0"/>
              <a:t>水</a:t>
            </a:r>
            <a:r>
              <a:rPr spc="215" dirty="0"/>
              <a:t>能</a:t>
            </a:r>
            <a:r>
              <a:rPr dirty="0"/>
              <a:t>力</a:t>
            </a:r>
            <a:r>
              <a:rPr spc="204" dirty="0"/>
              <a:t> </a:t>
            </a:r>
            <a:r>
              <a:rPr spc="-50" dirty="0">
                <a:latin typeface="Times New Roman"/>
                <a:cs typeface="Times New Roman"/>
              </a:rPr>
              <a:t>:</a:t>
            </a:r>
            <a:r>
              <a:rPr dirty="0">
                <a:latin typeface="Times New Roman"/>
                <a:cs typeface="Times New Roman"/>
              </a:rPr>
              <a:t>	</a:t>
            </a:r>
            <a:r>
              <a:rPr spc="225" dirty="0">
                <a:latin typeface="Microsoft YaHei"/>
                <a:cs typeface="Microsoft YaHei"/>
              </a:rPr>
              <a:t>肾</a:t>
            </a:r>
            <a:r>
              <a:rPr spc="215" dirty="0">
                <a:latin typeface="Microsoft YaHei"/>
                <a:cs typeface="Microsoft YaHei"/>
              </a:rPr>
              <a:t>脏</a:t>
            </a:r>
            <a:r>
              <a:rPr spc="220" dirty="0">
                <a:latin typeface="Microsoft YaHei"/>
                <a:cs typeface="Microsoft YaHei"/>
              </a:rPr>
              <a:t>通</a:t>
            </a:r>
            <a:r>
              <a:rPr spc="229" dirty="0"/>
              <a:t>过</a:t>
            </a:r>
            <a:r>
              <a:rPr spc="-50" dirty="0"/>
              <a:t>亨</a:t>
            </a:r>
            <a:r>
              <a:rPr spc="220" dirty="0">
                <a:latin typeface="Microsoft YaHei"/>
                <a:cs typeface="Microsoft YaHei"/>
              </a:rPr>
              <a:t>利</a:t>
            </a:r>
            <a:r>
              <a:rPr spc="225" dirty="0"/>
              <a:t>氏</a:t>
            </a:r>
            <a:r>
              <a:rPr spc="220" dirty="0"/>
              <a:t>袢和</a:t>
            </a:r>
            <a:r>
              <a:rPr spc="229" dirty="0"/>
              <a:t>集</a:t>
            </a:r>
            <a:r>
              <a:rPr spc="220" dirty="0">
                <a:latin typeface="Microsoft YaHei"/>
                <a:cs typeface="Microsoft YaHei"/>
              </a:rPr>
              <a:t>合</a:t>
            </a:r>
            <a:r>
              <a:rPr spc="229" dirty="0"/>
              <a:t>管</a:t>
            </a:r>
            <a:r>
              <a:rPr spc="215" dirty="0"/>
              <a:t>的吸</a:t>
            </a:r>
            <a:r>
              <a:rPr spc="225" dirty="0"/>
              <a:t>水</a:t>
            </a:r>
            <a:r>
              <a:rPr spc="215" dirty="0"/>
              <a:t>作</a:t>
            </a:r>
            <a:r>
              <a:rPr spc="235" dirty="0"/>
              <a:t>用</a:t>
            </a:r>
            <a:r>
              <a:rPr spc="215" dirty="0">
                <a:latin typeface="Microsoft YaHei"/>
                <a:cs typeface="Microsoft YaHei"/>
              </a:rPr>
              <a:t>使尿</a:t>
            </a:r>
            <a:r>
              <a:rPr spc="225" dirty="0">
                <a:latin typeface="Microsoft YaHei"/>
                <a:cs typeface="Microsoft YaHei"/>
              </a:rPr>
              <a:t>浓缩</a:t>
            </a:r>
            <a:r>
              <a:rPr spc="229" dirty="0"/>
              <a:t>。</a:t>
            </a:r>
            <a:r>
              <a:rPr spc="220" dirty="0"/>
              <a:t>亨</a:t>
            </a:r>
            <a:r>
              <a:rPr spc="220" dirty="0">
                <a:latin typeface="Microsoft YaHei"/>
                <a:cs typeface="Microsoft YaHei"/>
              </a:rPr>
              <a:t>利</a:t>
            </a:r>
            <a:r>
              <a:rPr spc="-50" dirty="0"/>
              <a:t>氏</a:t>
            </a:r>
            <a:r>
              <a:rPr spc="215" dirty="0"/>
              <a:t>袢</a:t>
            </a:r>
            <a:r>
              <a:rPr spc="229" dirty="0"/>
              <a:t>越</a:t>
            </a:r>
            <a:r>
              <a:rPr dirty="0"/>
              <a:t>长 </a:t>
            </a:r>
            <a:r>
              <a:rPr dirty="0">
                <a:latin typeface="Times New Roman"/>
                <a:cs typeface="Times New Roman"/>
              </a:rPr>
              <a:t>(</a:t>
            </a:r>
            <a:r>
              <a:rPr spc="-40" dirty="0">
                <a:latin typeface="Times New Roman"/>
                <a:cs typeface="Times New Roman"/>
              </a:rPr>
              <a:t> </a:t>
            </a:r>
            <a:r>
              <a:rPr spc="215" dirty="0"/>
              <a:t>相</a:t>
            </a:r>
            <a:r>
              <a:rPr spc="220" dirty="0"/>
              <a:t>应</a:t>
            </a:r>
            <a:r>
              <a:rPr spc="225" dirty="0">
                <a:latin typeface="Microsoft YaHei"/>
                <a:cs typeface="Microsoft YaHei"/>
              </a:rPr>
              <a:t>肾</a:t>
            </a:r>
            <a:r>
              <a:rPr spc="220" dirty="0">
                <a:latin typeface="Microsoft YaHei"/>
                <a:cs typeface="Microsoft YaHei"/>
              </a:rPr>
              <a:t>脏</a:t>
            </a:r>
            <a:r>
              <a:rPr spc="229" dirty="0"/>
              <a:t>髓</a:t>
            </a:r>
            <a:r>
              <a:rPr spc="220" dirty="0"/>
              <a:t>质</a:t>
            </a:r>
            <a:r>
              <a:rPr spc="215" dirty="0"/>
              <a:t>越</a:t>
            </a:r>
            <a:r>
              <a:rPr spc="229" dirty="0"/>
              <a:t>厚</a:t>
            </a:r>
            <a:r>
              <a:rPr spc="220" dirty="0"/>
              <a:t>），回</a:t>
            </a:r>
            <a:r>
              <a:rPr spc="215" dirty="0"/>
              <a:t>收</a:t>
            </a:r>
            <a:r>
              <a:rPr spc="229" dirty="0"/>
              <a:t>水</a:t>
            </a:r>
            <a:r>
              <a:rPr spc="220" dirty="0"/>
              <a:t>越</a:t>
            </a:r>
            <a:r>
              <a:rPr spc="225" dirty="0"/>
              <a:t>多</a:t>
            </a:r>
            <a:r>
              <a:rPr spc="-50" dirty="0"/>
              <a:t>，</a:t>
            </a:r>
            <a:r>
              <a:rPr spc="215" dirty="0">
                <a:latin typeface="Microsoft YaHei"/>
                <a:cs typeface="Microsoft YaHei"/>
              </a:rPr>
              <a:t>尿</a:t>
            </a:r>
            <a:r>
              <a:rPr spc="225" dirty="0">
                <a:latin typeface="Microsoft YaHei"/>
                <a:cs typeface="Microsoft YaHei"/>
              </a:rPr>
              <a:t>浓</a:t>
            </a:r>
            <a:r>
              <a:rPr spc="220" dirty="0">
                <a:latin typeface="Microsoft YaHei"/>
                <a:cs typeface="Microsoft YaHei"/>
              </a:rPr>
              <a:t>缩</a:t>
            </a:r>
            <a:r>
              <a:rPr spc="220" dirty="0"/>
              <a:t>越</a:t>
            </a:r>
            <a:r>
              <a:rPr spc="229" dirty="0">
                <a:latin typeface="Microsoft YaHei"/>
                <a:cs typeface="Microsoft YaHei"/>
              </a:rPr>
              <a:t>高</a:t>
            </a:r>
            <a:r>
              <a:rPr spc="-50" dirty="0"/>
              <a:t>。</a:t>
            </a:r>
          </a:p>
          <a:p>
            <a:pPr>
              <a:lnSpc>
                <a:spcPct val="100000"/>
              </a:lnSpc>
              <a:spcBef>
                <a:spcPts val="1710"/>
              </a:spcBef>
            </a:pPr>
            <a:endParaRPr spc="-50" dirty="0"/>
          </a:p>
          <a:p>
            <a:pPr marL="12700">
              <a:lnSpc>
                <a:spcPct val="100000"/>
              </a:lnSpc>
            </a:pPr>
            <a:r>
              <a:rPr dirty="0"/>
              <a:t>（</a:t>
            </a:r>
            <a:r>
              <a:rPr spc="190" dirty="0"/>
              <a:t> </a:t>
            </a:r>
            <a:r>
              <a:rPr dirty="0">
                <a:latin typeface="Times New Roman"/>
                <a:cs typeface="Times New Roman"/>
              </a:rPr>
              <a:t>2</a:t>
            </a:r>
            <a:r>
              <a:rPr spc="-20" dirty="0">
                <a:latin typeface="Times New Roman"/>
                <a:cs typeface="Times New Roman"/>
              </a:rPr>
              <a:t> </a:t>
            </a:r>
            <a:r>
              <a:rPr spc="220" dirty="0"/>
              <a:t>）</a:t>
            </a:r>
            <a:r>
              <a:rPr spc="229" dirty="0"/>
              <a:t>鸟</a:t>
            </a:r>
            <a:r>
              <a:rPr spc="220" dirty="0">
                <a:latin typeface="Microsoft YaHei"/>
                <a:cs typeface="Microsoft YaHei"/>
              </a:rPr>
              <a:t>类</a:t>
            </a:r>
            <a:r>
              <a:rPr spc="220" dirty="0"/>
              <a:t>与爬行</a:t>
            </a:r>
            <a:r>
              <a:rPr spc="229" dirty="0">
                <a:latin typeface="Microsoft YaHei"/>
                <a:cs typeface="Microsoft YaHei"/>
              </a:rPr>
              <a:t>类</a:t>
            </a:r>
            <a:r>
              <a:rPr spc="190" dirty="0"/>
              <a:t>的大肠和泄殖腔以及昆虫</a:t>
            </a:r>
          </a:p>
          <a:p>
            <a:pPr marL="12700">
              <a:lnSpc>
                <a:spcPct val="100000"/>
              </a:lnSpc>
            </a:pPr>
            <a:r>
              <a:rPr spc="220" dirty="0"/>
              <a:t>的</a:t>
            </a:r>
            <a:r>
              <a:rPr spc="229" dirty="0">
                <a:latin typeface="Microsoft YaHei"/>
                <a:cs typeface="Microsoft YaHei"/>
              </a:rPr>
              <a:t>直</a:t>
            </a:r>
            <a:r>
              <a:rPr spc="220" dirty="0"/>
              <a:t>肠</a:t>
            </a:r>
            <a:r>
              <a:rPr spc="220" dirty="0">
                <a:latin typeface="Microsoft YaHei"/>
                <a:cs typeface="Microsoft YaHei"/>
              </a:rPr>
              <a:t>腺</a:t>
            </a:r>
            <a:r>
              <a:rPr spc="229" dirty="0"/>
              <a:t>具</a:t>
            </a:r>
            <a:r>
              <a:rPr spc="220" dirty="0">
                <a:latin typeface="Microsoft YaHei"/>
                <a:cs typeface="Microsoft YaHei"/>
              </a:rPr>
              <a:t>重</a:t>
            </a:r>
            <a:r>
              <a:rPr spc="215" dirty="0"/>
              <a:t>吸收水的作用。兽</a:t>
            </a:r>
            <a:r>
              <a:rPr spc="229" dirty="0">
                <a:latin typeface="Microsoft YaHei"/>
                <a:cs typeface="Microsoft YaHei"/>
              </a:rPr>
              <a:t>类</a:t>
            </a:r>
            <a:r>
              <a:rPr spc="160" dirty="0"/>
              <a:t>虽无泄殖腔</a:t>
            </a:r>
          </a:p>
          <a:p>
            <a:pPr marL="12700" marR="70485">
              <a:lnSpc>
                <a:spcPct val="100000"/>
              </a:lnSpc>
            </a:pPr>
            <a:r>
              <a:rPr spc="220" dirty="0"/>
              <a:t>，</a:t>
            </a:r>
            <a:r>
              <a:rPr spc="229" dirty="0">
                <a:latin typeface="Microsoft YaHei"/>
                <a:cs typeface="Microsoft YaHei"/>
              </a:rPr>
              <a:t>但</a:t>
            </a:r>
            <a:r>
              <a:rPr spc="220" dirty="0"/>
              <a:t>大肠也能</a:t>
            </a:r>
            <a:r>
              <a:rPr spc="229" dirty="0">
                <a:latin typeface="Microsoft YaHei"/>
                <a:cs typeface="Microsoft YaHei"/>
              </a:rPr>
              <a:t>重</a:t>
            </a:r>
            <a:r>
              <a:rPr spc="215" dirty="0"/>
              <a:t>吸收水，</a:t>
            </a:r>
            <a:r>
              <a:rPr spc="220" dirty="0">
                <a:latin typeface="Microsoft YaHei"/>
                <a:cs typeface="Microsoft YaHei"/>
              </a:rPr>
              <a:t>使排出</a:t>
            </a:r>
            <a:r>
              <a:rPr spc="170" dirty="0"/>
              <a:t>粪便的含水量</a:t>
            </a:r>
            <a:r>
              <a:rPr spc="215" dirty="0"/>
              <a:t>随所栖环境干燥</a:t>
            </a:r>
            <a:r>
              <a:rPr spc="220" dirty="0">
                <a:latin typeface="Microsoft YaHei"/>
                <a:cs typeface="Microsoft YaHei"/>
              </a:rPr>
              <a:t>程</a:t>
            </a:r>
            <a:r>
              <a:rPr spc="220" dirty="0"/>
              <a:t>度</a:t>
            </a:r>
            <a:r>
              <a:rPr spc="220" dirty="0">
                <a:latin typeface="Microsoft YaHei"/>
                <a:cs typeface="Microsoft YaHei"/>
              </a:rPr>
              <a:t>增加</a:t>
            </a:r>
            <a:r>
              <a:rPr spc="145" dirty="0"/>
              <a:t>而减少。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6516369" y="2886710"/>
            <a:ext cx="609600" cy="74930"/>
            <a:chOff x="6516369" y="2886710"/>
            <a:chExt cx="609600" cy="74930"/>
          </a:xfrm>
        </p:grpSpPr>
        <p:sp>
          <p:nvSpPr>
            <p:cNvPr id="6" name="object 6"/>
            <p:cNvSpPr/>
            <p:nvPr/>
          </p:nvSpPr>
          <p:spPr>
            <a:xfrm>
              <a:off x="6516369" y="2924810"/>
              <a:ext cx="539750" cy="0"/>
            </a:xfrm>
            <a:custGeom>
              <a:avLst/>
              <a:gdLst/>
              <a:ahLst/>
              <a:cxnLst/>
              <a:rect l="l" t="t" r="r" b="b"/>
              <a:pathLst>
                <a:path w="539750">
                  <a:moveTo>
                    <a:pt x="0" y="0"/>
                  </a:moveTo>
                  <a:lnTo>
                    <a:pt x="539750" y="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051039" y="2886710"/>
              <a:ext cx="74930" cy="74930"/>
            </a:xfrm>
            <a:custGeom>
              <a:avLst/>
              <a:gdLst/>
              <a:ahLst/>
              <a:cxnLst/>
              <a:rect l="l" t="t" r="r" b="b"/>
              <a:pathLst>
                <a:path w="74929" h="74930">
                  <a:moveTo>
                    <a:pt x="0" y="0"/>
                  </a:moveTo>
                  <a:lnTo>
                    <a:pt x="0" y="74929"/>
                  </a:lnTo>
                  <a:lnTo>
                    <a:pt x="74929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6228079" y="6055359"/>
            <a:ext cx="792480" cy="74930"/>
            <a:chOff x="6228079" y="6055359"/>
            <a:chExt cx="792480" cy="74930"/>
          </a:xfrm>
        </p:grpSpPr>
        <p:sp>
          <p:nvSpPr>
            <p:cNvPr id="9" name="object 9"/>
            <p:cNvSpPr/>
            <p:nvPr/>
          </p:nvSpPr>
          <p:spPr>
            <a:xfrm>
              <a:off x="6228079" y="6093459"/>
              <a:ext cx="721360" cy="0"/>
            </a:xfrm>
            <a:custGeom>
              <a:avLst/>
              <a:gdLst/>
              <a:ahLst/>
              <a:cxnLst/>
              <a:rect l="l" t="t" r="r" b="b"/>
              <a:pathLst>
                <a:path w="721359">
                  <a:moveTo>
                    <a:pt x="0" y="0"/>
                  </a:moveTo>
                  <a:lnTo>
                    <a:pt x="721360" y="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944359" y="6055359"/>
              <a:ext cx="76200" cy="74930"/>
            </a:xfrm>
            <a:custGeom>
              <a:avLst/>
              <a:gdLst/>
              <a:ahLst/>
              <a:cxnLst/>
              <a:rect l="l" t="t" r="r" b="b"/>
              <a:pathLst>
                <a:path w="76200" h="74929">
                  <a:moveTo>
                    <a:pt x="0" y="0"/>
                  </a:moveTo>
                  <a:lnTo>
                    <a:pt x="0" y="74929"/>
                  </a:lnTo>
                  <a:lnTo>
                    <a:pt x="76200" y="380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5360" y="0"/>
            <a:ext cx="4034239" cy="39497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682723" y="1558505"/>
            <a:ext cx="3691734" cy="449157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58469" y="5673090"/>
            <a:ext cx="6350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solidFill>
                  <a:srgbClr val="CCCCFF"/>
                </a:solidFill>
                <a:latin typeface="SimSun"/>
                <a:cs typeface="SimSun"/>
                <a:hlinkClick r:id="rId4"/>
              </a:rPr>
              <a:t>返回</a:t>
            </a:r>
            <a:endParaRPr sz="2400">
              <a:latin typeface="SimSun"/>
              <a:cs typeface="SimSun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49019" y="1375409"/>
            <a:ext cx="7613650" cy="39255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dirty="0">
                <a:latin typeface="Microsoft JhengHei"/>
                <a:cs typeface="Microsoft JhengHei"/>
              </a:rPr>
              <a:t>（</a:t>
            </a:r>
            <a:r>
              <a:rPr sz="2800" b="1" spc="190" dirty="0">
                <a:latin typeface="Microsoft JhengHei"/>
                <a:cs typeface="Microsoft JhengHei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3</a:t>
            </a:r>
            <a:r>
              <a:rPr sz="3200" b="1" spc="-40" dirty="0">
                <a:latin typeface="Times New Roman"/>
                <a:cs typeface="Times New Roman"/>
              </a:rPr>
              <a:t> </a:t>
            </a:r>
            <a:r>
              <a:rPr sz="3200" b="1" spc="270" dirty="0">
                <a:latin typeface="Microsoft JhengHei"/>
                <a:cs typeface="Microsoft JhengHei"/>
              </a:rPr>
              <a:t>）</a:t>
            </a:r>
            <a:r>
              <a:rPr sz="3200" b="1" spc="270" dirty="0">
                <a:latin typeface="Microsoft YaHei"/>
                <a:cs typeface="Microsoft YaHei"/>
              </a:rPr>
              <a:t>排</a:t>
            </a:r>
            <a:r>
              <a:rPr sz="3200" b="1" spc="270" dirty="0">
                <a:latin typeface="Microsoft JhengHei"/>
                <a:cs typeface="Microsoft JhengHei"/>
              </a:rPr>
              <a:t>泄</a:t>
            </a:r>
            <a:r>
              <a:rPr sz="3200" b="1" spc="110" dirty="0">
                <a:latin typeface="Microsoft YaHei"/>
                <a:cs typeface="Microsoft YaHei"/>
              </a:rPr>
              <a:t>尿酸 </a:t>
            </a:r>
            <a:r>
              <a:rPr sz="3200" b="1" spc="-50" dirty="0">
                <a:latin typeface="Times New Roman"/>
                <a:cs typeface="Times New Roman"/>
              </a:rPr>
              <a:t>:</a:t>
            </a:r>
            <a:endParaRPr sz="320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</a:pPr>
            <a:r>
              <a:rPr sz="3200" b="1" spc="260" dirty="0">
                <a:latin typeface="Microsoft YaHei"/>
                <a:cs typeface="Microsoft YaHei"/>
              </a:rPr>
              <a:t>鱼类排</a:t>
            </a:r>
            <a:r>
              <a:rPr sz="3200" b="1" spc="270" dirty="0">
                <a:latin typeface="Microsoft JhengHei"/>
                <a:cs typeface="Microsoft JhengHei"/>
              </a:rPr>
              <a:t>氨，</a:t>
            </a:r>
            <a:r>
              <a:rPr sz="3200" b="1" spc="270" dirty="0">
                <a:latin typeface="Microsoft YaHei"/>
                <a:cs typeface="Microsoft YaHei"/>
              </a:rPr>
              <a:t>排</a:t>
            </a:r>
            <a:r>
              <a:rPr sz="3200" b="1" spc="100" dirty="0">
                <a:latin typeface="Microsoft JhengHei"/>
                <a:cs typeface="Microsoft JhengHei"/>
              </a:rPr>
              <a:t>氨 </a:t>
            </a:r>
            <a:r>
              <a:rPr sz="3200" b="1" dirty="0">
                <a:latin typeface="Times New Roman"/>
                <a:cs typeface="Times New Roman"/>
              </a:rPr>
              <a:t>1</a:t>
            </a:r>
            <a:r>
              <a:rPr sz="3200" b="1" spc="-60" dirty="0">
                <a:latin typeface="Times New Roman"/>
                <a:cs typeface="Times New Roman"/>
              </a:rPr>
              <a:t> </a:t>
            </a:r>
            <a:r>
              <a:rPr sz="3200" b="1" spc="270" dirty="0">
                <a:latin typeface="Microsoft YaHei"/>
                <a:cs typeface="Microsoft YaHei"/>
              </a:rPr>
              <a:t>克</a:t>
            </a:r>
            <a:r>
              <a:rPr sz="3200" b="1" spc="155" dirty="0">
                <a:latin typeface="Microsoft JhengHei"/>
                <a:cs typeface="Microsoft JhengHei"/>
              </a:rPr>
              <a:t>需水 </a:t>
            </a:r>
            <a:r>
              <a:rPr sz="3200" b="1" dirty="0">
                <a:latin typeface="Times New Roman"/>
                <a:cs typeface="Times New Roman"/>
              </a:rPr>
              <a:t>300—500</a:t>
            </a:r>
            <a:r>
              <a:rPr sz="3200" b="1" spc="-15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ml</a:t>
            </a:r>
            <a:r>
              <a:rPr sz="3200" b="1" spc="-30" dirty="0">
                <a:latin typeface="Times New Roman"/>
                <a:cs typeface="Times New Roman"/>
              </a:rPr>
              <a:t> </a:t>
            </a:r>
            <a:r>
              <a:rPr sz="3200" b="1" spc="-50" dirty="0">
                <a:latin typeface="Microsoft JhengHei"/>
                <a:cs typeface="Microsoft JhengHei"/>
              </a:rPr>
              <a:t>。</a:t>
            </a:r>
            <a:r>
              <a:rPr sz="3200" b="1" spc="260" dirty="0">
                <a:latin typeface="Microsoft JhengHei"/>
                <a:cs typeface="Microsoft JhengHei"/>
              </a:rPr>
              <a:t>两栖</a:t>
            </a:r>
            <a:r>
              <a:rPr sz="3200" b="1" spc="270" dirty="0">
                <a:latin typeface="Microsoft YaHei"/>
                <a:cs typeface="Microsoft YaHei"/>
              </a:rPr>
              <a:t>类</a:t>
            </a:r>
            <a:r>
              <a:rPr sz="3200" b="1" spc="270" dirty="0">
                <a:latin typeface="Microsoft JhengHei"/>
                <a:cs typeface="Microsoft JhengHei"/>
              </a:rPr>
              <a:t>、兽</a:t>
            </a:r>
            <a:r>
              <a:rPr sz="3200" b="1" spc="260" dirty="0">
                <a:latin typeface="Microsoft YaHei"/>
                <a:cs typeface="Microsoft YaHei"/>
              </a:rPr>
              <a:t>类排</a:t>
            </a:r>
            <a:r>
              <a:rPr sz="3200" b="1" spc="270" dirty="0">
                <a:latin typeface="Microsoft JhengHei"/>
                <a:cs typeface="Microsoft JhengHei"/>
              </a:rPr>
              <a:t>泄</a:t>
            </a:r>
            <a:r>
              <a:rPr sz="3200" b="1" spc="270" dirty="0">
                <a:latin typeface="Microsoft YaHei"/>
                <a:cs typeface="Microsoft YaHei"/>
              </a:rPr>
              <a:t>尿</a:t>
            </a:r>
            <a:r>
              <a:rPr sz="3200" b="1" spc="50" dirty="0">
                <a:latin typeface="Microsoft JhengHei"/>
                <a:cs typeface="Microsoft JhengHei"/>
              </a:rPr>
              <a:t>素， 爬行</a:t>
            </a:r>
            <a:r>
              <a:rPr sz="3200" b="1" spc="270" dirty="0">
                <a:latin typeface="Microsoft YaHei"/>
                <a:cs typeface="Microsoft YaHei"/>
              </a:rPr>
              <a:t>类</a:t>
            </a:r>
            <a:r>
              <a:rPr sz="3200" b="1" spc="110" dirty="0">
                <a:latin typeface="Microsoft JhengHei"/>
                <a:cs typeface="Microsoft JhengHei"/>
              </a:rPr>
              <a:t>、鸟</a:t>
            </a:r>
            <a:endParaRPr sz="3200">
              <a:latin typeface="Microsoft JhengHei"/>
              <a:cs typeface="Microsoft JhengHei"/>
            </a:endParaRPr>
          </a:p>
          <a:p>
            <a:pPr marL="12700">
              <a:lnSpc>
                <a:spcPts val="3835"/>
              </a:lnSpc>
            </a:pPr>
            <a:r>
              <a:rPr sz="3200" b="1" spc="260" dirty="0">
                <a:latin typeface="Microsoft YaHei"/>
                <a:cs typeface="Microsoft YaHei"/>
              </a:rPr>
              <a:t>类</a:t>
            </a:r>
            <a:r>
              <a:rPr sz="3200" b="1" spc="265" dirty="0">
                <a:latin typeface="Microsoft JhengHei"/>
                <a:cs typeface="Microsoft JhengHei"/>
              </a:rPr>
              <a:t>及昆虫</a:t>
            </a:r>
            <a:r>
              <a:rPr sz="3200" b="1" spc="265" dirty="0">
                <a:latin typeface="Microsoft YaHei"/>
                <a:cs typeface="Microsoft YaHei"/>
              </a:rPr>
              <a:t>排尿酸</a:t>
            </a:r>
            <a:r>
              <a:rPr sz="3200" b="1" spc="270" dirty="0">
                <a:latin typeface="Microsoft JhengHei"/>
                <a:cs typeface="Microsoft JhengHei"/>
              </a:rPr>
              <a:t>。</a:t>
            </a:r>
            <a:r>
              <a:rPr sz="3200" b="1" spc="35" dirty="0">
                <a:latin typeface="Microsoft YaHei"/>
                <a:cs typeface="Microsoft YaHei"/>
              </a:rPr>
              <a:t>排 </a:t>
            </a:r>
            <a:r>
              <a:rPr sz="3200" b="1" dirty="0">
                <a:latin typeface="Times New Roman"/>
                <a:cs typeface="Times New Roman"/>
              </a:rPr>
              <a:t>1</a:t>
            </a:r>
            <a:r>
              <a:rPr sz="3200" b="1" spc="-30" dirty="0">
                <a:latin typeface="Times New Roman"/>
                <a:cs typeface="Times New Roman"/>
              </a:rPr>
              <a:t> </a:t>
            </a:r>
            <a:r>
              <a:rPr sz="3200" b="1" spc="260" dirty="0">
                <a:latin typeface="Microsoft YaHei"/>
                <a:cs typeface="Microsoft YaHei"/>
              </a:rPr>
              <a:t>克尿</a:t>
            </a:r>
            <a:r>
              <a:rPr sz="3200" b="1" spc="265" dirty="0">
                <a:latin typeface="Microsoft JhengHei"/>
                <a:cs typeface="Microsoft JhengHei"/>
              </a:rPr>
              <a:t>素与</a:t>
            </a:r>
            <a:r>
              <a:rPr sz="3200" b="1" spc="100" dirty="0">
                <a:latin typeface="Microsoft YaHei"/>
                <a:cs typeface="Microsoft YaHei"/>
              </a:rPr>
              <a:t>尿酸</a:t>
            </a:r>
            <a:endParaRPr sz="3200">
              <a:latin typeface="Microsoft YaHei"/>
              <a:cs typeface="Microsoft YaHei"/>
            </a:endParaRPr>
          </a:p>
          <a:p>
            <a:pPr marL="12700">
              <a:lnSpc>
                <a:spcPts val="3835"/>
              </a:lnSpc>
            </a:pPr>
            <a:r>
              <a:rPr sz="3200" b="1" spc="215" dirty="0">
                <a:latin typeface="Microsoft JhengHei"/>
                <a:cs typeface="Microsoft JhengHei"/>
              </a:rPr>
              <a:t>，需水分别为 </a:t>
            </a:r>
            <a:r>
              <a:rPr sz="3200" b="1" dirty="0">
                <a:latin typeface="Times New Roman"/>
                <a:cs typeface="Times New Roman"/>
              </a:rPr>
              <a:t>50</a:t>
            </a:r>
            <a:r>
              <a:rPr sz="3200" b="1" spc="10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ml</a:t>
            </a:r>
            <a:r>
              <a:rPr sz="3200" b="1" spc="-20" dirty="0">
                <a:latin typeface="Times New Roman"/>
                <a:cs typeface="Times New Roman"/>
              </a:rPr>
              <a:t> </a:t>
            </a:r>
            <a:r>
              <a:rPr sz="3200" b="1" spc="114" dirty="0">
                <a:latin typeface="Microsoft JhengHei"/>
                <a:cs typeface="Microsoft JhengHei"/>
              </a:rPr>
              <a:t>及 </a:t>
            </a:r>
            <a:r>
              <a:rPr sz="3200" b="1" dirty="0">
                <a:latin typeface="Times New Roman"/>
                <a:cs typeface="Times New Roman"/>
              </a:rPr>
              <a:t>10</a:t>
            </a:r>
            <a:r>
              <a:rPr sz="3200" b="1" spc="10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ml</a:t>
            </a:r>
            <a:r>
              <a:rPr sz="3200" b="1" spc="-20" dirty="0">
                <a:latin typeface="Times New Roman"/>
                <a:cs typeface="Times New Roman"/>
              </a:rPr>
              <a:t> </a:t>
            </a:r>
            <a:r>
              <a:rPr sz="3200" b="1" spc="-50" dirty="0">
                <a:latin typeface="Microsoft JhengHei"/>
                <a:cs typeface="Microsoft JhengHei"/>
              </a:rPr>
              <a:t>。</a:t>
            </a:r>
            <a:endParaRPr sz="3200">
              <a:latin typeface="Microsoft JhengHei"/>
              <a:cs typeface="Microsoft JhengHei"/>
            </a:endParaRPr>
          </a:p>
          <a:p>
            <a:pPr marL="12700" marR="922019">
              <a:lnSpc>
                <a:spcPct val="100000"/>
              </a:lnSpc>
              <a:spcBef>
                <a:spcPts val="3840"/>
              </a:spcBef>
              <a:tabLst>
                <a:tab pos="550545" algn="l"/>
              </a:tabLst>
            </a:pPr>
            <a:r>
              <a:rPr sz="3200" b="1" spc="-25" dirty="0">
                <a:latin typeface="Times New Roman"/>
                <a:cs typeface="Times New Roman"/>
              </a:rPr>
              <a:t>4)</a:t>
            </a:r>
            <a:r>
              <a:rPr sz="3200" b="1" dirty="0">
                <a:latin typeface="Times New Roman"/>
                <a:cs typeface="Times New Roman"/>
              </a:rPr>
              <a:t>	</a:t>
            </a:r>
            <a:r>
              <a:rPr sz="3200" b="1" spc="235" dirty="0">
                <a:latin typeface="Microsoft JhengHei"/>
                <a:cs typeface="Microsoft JhengHei"/>
              </a:rPr>
              <a:t>行为适应：夜间活动、穴居、夏</a:t>
            </a:r>
            <a:r>
              <a:rPr sz="3200" b="1" spc="-50" dirty="0">
                <a:latin typeface="Microsoft JhengHei"/>
                <a:cs typeface="Microsoft JhengHei"/>
              </a:rPr>
              <a:t>眠</a:t>
            </a:r>
            <a:endParaRPr sz="3200">
              <a:latin typeface="Microsoft JhengHei"/>
              <a:cs typeface="Microsoft JhengHe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5720079" y="5552440"/>
            <a:ext cx="76200" cy="74930"/>
          </a:xfrm>
          <a:custGeom>
            <a:avLst/>
            <a:gdLst/>
            <a:ahLst/>
            <a:cxnLst/>
            <a:rect l="l" t="t" r="r" b="b"/>
            <a:pathLst>
              <a:path w="76200" h="74929">
                <a:moveTo>
                  <a:pt x="0" y="0"/>
                </a:moveTo>
                <a:lnTo>
                  <a:pt x="0" y="74930"/>
                </a:lnTo>
                <a:lnTo>
                  <a:pt x="76200" y="3683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-1" y="3179758"/>
            <a:ext cx="5486401" cy="367824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495800" y="4997"/>
            <a:ext cx="4800600" cy="435737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06070" y="872490"/>
            <a:ext cx="427545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52755" algn="l"/>
              </a:tabLst>
            </a:pPr>
            <a:r>
              <a:rPr sz="2800" spc="-50" dirty="0">
                <a:latin typeface="Times New Roman"/>
                <a:cs typeface="Times New Roman"/>
              </a:rPr>
              <a:t>2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185" dirty="0"/>
              <a:t>陆生动物对湿度的适应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06070" y="1521459"/>
            <a:ext cx="8427720" cy="13042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749300">
              <a:lnSpc>
                <a:spcPct val="99900"/>
              </a:lnSpc>
              <a:spcBef>
                <a:spcPts val="100"/>
              </a:spcBef>
            </a:pPr>
            <a:r>
              <a:rPr sz="2800" b="1" spc="220" dirty="0">
                <a:latin typeface="Microsoft JhengHei"/>
                <a:cs typeface="Microsoft JhengHei"/>
              </a:rPr>
              <a:t>动物</a:t>
            </a:r>
            <a:r>
              <a:rPr sz="2800" b="1" spc="220" dirty="0">
                <a:latin typeface="Microsoft YaHei"/>
                <a:cs typeface="Microsoft YaHei"/>
              </a:rPr>
              <a:t>可通</a:t>
            </a:r>
            <a:r>
              <a:rPr sz="2800" b="1" spc="215" dirty="0">
                <a:latin typeface="Microsoft JhengHei"/>
                <a:cs typeface="Microsoft JhengHei"/>
              </a:rPr>
              <a:t>过运动、迁徙选择其喜好的湿度。</a:t>
            </a:r>
            <a:r>
              <a:rPr sz="2800" b="1" spc="-50" dirty="0">
                <a:latin typeface="Microsoft YaHei"/>
                <a:cs typeface="Microsoft YaHei"/>
              </a:rPr>
              <a:t>通</a:t>
            </a:r>
            <a:r>
              <a:rPr sz="2800" b="1" spc="220" dirty="0">
                <a:latin typeface="Microsoft JhengHei"/>
                <a:cs typeface="Microsoft JhengHei"/>
              </a:rPr>
              <a:t>过夏眠和滞</a:t>
            </a:r>
            <a:r>
              <a:rPr sz="2800" b="1" spc="220" dirty="0">
                <a:latin typeface="Microsoft YaHei"/>
                <a:cs typeface="Microsoft YaHei"/>
              </a:rPr>
              <a:t>育</a:t>
            </a:r>
            <a:r>
              <a:rPr sz="2800" b="1" spc="220" dirty="0">
                <a:latin typeface="Microsoft JhengHei"/>
                <a:cs typeface="Microsoft JhengHei"/>
              </a:rPr>
              <a:t>躲过干</a:t>
            </a:r>
            <a:r>
              <a:rPr sz="2800" b="1" spc="229" dirty="0">
                <a:latin typeface="Microsoft YaHei"/>
                <a:cs typeface="Microsoft YaHei"/>
              </a:rPr>
              <a:t>旱</a:t>
            </a:r>
            <a:r>
              <a:rPr sz="2800" b="1" spc="215" dirty="0">
                <a:latin typeface="Microsoft JhengHei"/>
                <a:cs typeface="Microsoft JhengHei"/>
              </a:rPr>
              <a:t>的季节。湿度</a:t>
            </a:r>
            <a:r>
              <a:rPr sz="2800" b="1" spc="229" dirty="0">
                <a:latin typeface="Microsoft YaHei"/>
                <a:cs typeface="Microsoft YaHei"/>
              </a:rPr>
              <a:t>可</a:t>
            </a:r>
            <a:r>
              <a:rPr sz="2800" b="1" spc="145" dirty="0">
                <a:latin typeface="Microsoft JhengHei"/>
                <a:cs typeface="Microsoft JhengHei"/>
              </a:rPr>
              <a:t>影响昆虫</a:t>
            </a:r>
            <a:r>
              <a:rPr sz="2800" b="1" spc="215" dirty="0">
                <a:latin typeface="Microsoft JhengHei"/>
                <a:cs typeface="Microsoft JhengHei"/>
              </a:rPr>
              <a:t>的生长发</a:t>
            </a:r>
            <a:r>
              <a:rPr sz="2800" b="1" spc="229" dirty="0">
                <a:latin typeface="Microsoft YaHei"/>
                <a:cs typeface="Microsoft YaHei"/>
              </a:rPr>
              <a:t>育</a:t>
            </a:r>
            <a:r>
              <a:rPr sz="2800" b="1" spc="220" dirty="0">
                <a:latin typeface="Microsoft JhengHei"/>
                <a:cs typeface="Microsoft JhengHei"/>
              </a:rPr>
              <a:t>、繁殖、</a:t>
            </a:r>
            <a:r>
              <a:rPr sz="2800" b="1" spc="229" dirty="0">
                <a:latin typeface="Microsoft YaHei"/>
                <a:cs typeface="Microsoft YaHei"/>
              </a:rPr>
              <a:t>存</a:t>
            </a:r>
            <a:r>
              <a:rPr sz="2800" b="1" spc="160" dirty="0">
                <a:latin typeface="Microsoft JhengHei"/>
                <a:cs typeface="Microsoft JhengHei"/>
              </a:rPr>
              <a:t>活与寿命。</a:t>
            </a:r>
            <a:endParaRPr sz="2800">
              <a:latin typeface="Microsoft JhengHei"/>
              <a:cs typeface="Microsoft JhengHe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27629" y="3322320"/>
            <a:ext cx="4724400" cy="353567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534669" y="3322320"/>
            <a:ext cx="1611630" cy="3073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170" dirty="0">
                <a:latin typeface="Microsoft JhengHei"/>
                <a:cs typeface="Microsoft JhengHei"/>
              </a:rPr>
              <a:t>昆虫个体</a:t>
            </a:r>
            <a:r>
              <a:rPr sz="2000" b="1" spc="-50" dirty="0">
                <a:latin typeface="Microsoft YaHei"/>
                <a:cs typeface="Microsoft YaHei"/>
              </a:rPr>
              <a:t>小</a:t>
            </a:r>
            <a:endParaRPr sz="2000" dirty="0">
              <a:latin typeface="Microsoft YaHei"/>
              <a:cs typeface="Microsoft YaHei"/>
            </a:endParaRPr>
          </a:p>
          <a:p>
            <a:pPr marL="12700" marR="5080">
              <a:lnSpc>
                <a:spcPct val="100000"/>
              </a:lnSpc>
            </a:pPr>
            <a:r>
              <a:rPr sz="2000" b="1" spc="165" dirty="0">
                <a:latin typeface="Microsoft JhengHei"/>
                <a:cs typeface="Microsoft JhengHei"/>
              </a:rPr>
              <a:t>，相对表</a:t>
            </a:r>
            <a:r>
              <a:rPr sz="2000" b="1" spc="-50" dirty="0">
                <a:latin typeface="Microsoft YaHei"/>
                <a:cs typeface="Microsoft YaHei"/>
              </a:rPr>
              <a:t>面</a:t>
            </a:r>
            <a:r>
              <a:rPr sz="2000" b="1" spc="10" dirty="0">
                <a:latin typeface="Microsoft JhengHei"/>
                <a:cs typeface="Microsoft JhengHei"/>
              </a:rPr>
              <a:t>积大， 水分</a:t>
            </a:r>
            <a:r>
              <a:rPr sz="2000" b="1" spc="170" dirty="0">
                <a:latin typeface="Microsoft YaHei"/>
                <a:cs typeface="Microsoft YaHei"/>
              </a:rPr>
              <a:t>丢</a:t>
            </a:r>
            <a:r>
              <a:rPr sz="2000" b="1" spc="114" dirty="0">
                <a:latin typeface="Microsoft JhengHei"/>
                <a:cs typeface="Microsoft JhengHei"/>
              </a:rPr>
              <a:t>失快，对</a:t>
            </a:r>
            <a:r>
              <a:rPr sz="2000" b="1" spc="120" dirty="0">
                <a:latin typeface="Microsoft JhengHei"/>
                <a:cs typeface="Microsoft JhengHei"/>
              </a:rPr>
              <a:t>空气湿度最</a:t>
            </a:r>
            <a:r>
              <a:rPr sz="2000" b="1" spc="125" dirty="0">
                <a:latin typeface="Microsoft JhengHei"/>
                <a:cs typeface="Microsoft JhengHei"/>
              </a:rPr>
              <a:t>敏感。喜湿</a:t>
            </a:r>
            <a:r>
              <a:rPr sz="2000" b="1" spc="80" dirty="0">
                <a:latin typeface="Microsoft JhengHei"/>
                <a:cs typeface="Microsoft JhengHei"/>
              </a:rPr>
              <a:t>昆虫： </a:t>
            </a:r>
            <a:r>
              <a:rPr sz="2000" b="1" dirty="0">
                <a:latin typeface="Times New Roman"/>
                <a:cs typeface="Times New Roman"/>
              </a:rPr>
              <a:t>A</a:t>
            </a:r>
            <a:r>
              <a:rPr sz="2000" b="1" spc="235" dirty="0">
                <a:latin typeface="Times New Roman"/>
                <a:cs typeface="Times New Roman"/>
              </a:rPr>
              <a:t>; </a:t>
            </a:r>
            <a:r>
              <a:rPr sz="2000" b="1" spc="-50" dirty="0">
                <a:latin typeface="Microsoft JhengHei"/>
                <a:cs typeface="Microsoft JhengHei"/>
              </a:rPr>
              <a:t>喜</a:t>
            </a:r>
            <a:r>
              <a:rPr sz="2000" b="1" spc="170" dirty="0">
                <a:latin typeface="Microsoft YaHei"/>
                <a:cs typeface="Microsoft YaHei"/>
              </a:rPr>
              <a:t>旱</a:t>
            </a:r>
            <a:r>
              <a:rPr sz="2000" b="1" spc="50" dirty="0">
                <a:latin typeface="Microsoft JhengHei"/>
                <a:cs typeface="Microsoft JhengHei"/>
              </a:rPr>
              <a:t>昆虫 </a:t>
            </a:r>
            <a:r>
              <a:rPr sz="2000" b="1" spc="-20" dirty="0">
                <a:latin typeface="Times New Roman"/>
                <a:cs typeface="Times New Roman"/>
              </a:rPr>
              <a:t>: </a:t>
            </a:r>
            <a:r>
              <a:rPr sz="2000" b="1" dirty="0">
                <a:latin typeface="Times New Roman"/>
                <a:cs typeface="Times New Roman"/>
              </a:rPr>
              <a:t>B</a:t>
            </a:r>
            <a:r>
              <a:rPr sz="2000" b="1" spc="430" dirty="0">
                <a:latin typeface="Times New Roman"/>
                <a:cs typeface="Times New Roman"/>
              </a:rPr>
              <a:t> </a:t>
            </a:r>
            <a:r>
              <a:rPr sz="2000" b="1" spc="-50" dirty="0">
                <a:latin typeface="Microsoft JhengHei"/>
                <a:cs typeface="Microsoft JhengHei"/>
              </a:rPr>
              <a:t>有</a:t>
            </a:r>
            <a:r>
              <a:rPr sz="2000" b="1" spc="120" dirty="0">
                <a:latin typeface="Microsoft JhengHei"/>
                <a:cs typeface="Microsoft JhengHei"/>
              </a:rPr>
              <a:t>一个最适的相对湿度。</a:t>
            </a:r>
            <a:endParaRPr sz="2000" dirty="0">
              <a:latin typeface="Microsoft JhengHei"/>
              <a:cs typeface="Microsoft JhengHe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1" name="Rectangle 3">
            <a:extLst>
              <a:ext uri="{FF2B5EF4-FFF2-40B4-BE49-F238E27FC236}">
                <a16:creationId xmlns:a16="http://schemas.microsoft.com/office/drawing/2014/main" id="{AB99E588-CB61-7D44-660F-CF3D7FE004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9388" y="333375"/>
            <a:ext cx="8640762" cy="6119813"/>
          </a:xfrm>
        </p:spPr>
        <p:txBody>
          <a:bodyPr/>
          <a:lstStyle/>
          <a:p>
            <a:r>
              <a:rPr lang="zh-CN" altLang="en-US" sz="2800" b="1"/>
              <a:t>下列是某两种鱼类在不同的水生环境中的水盐平衡特征，根据此表，下列选项中各符号代表正确的是：</a:t>
            </a:r>
            <a:endParaRPr lang="en-US" altLang="zh-CN" sz="2800" b="1"/>
          </a:p>
          <a:p>
            <a:endParaRPr lang="zh-CN" altLang="en-US" sz="2800" b="1"/>
          </a:p>
        </p:txBody>
      </p:sp>
      <p:pic>
        <p:nvPicPr>
          <p:cNvPr id="89092" name="Picture 4">
            <a:extLst>
              <a:ext uri="{FF2B5EF4-FFF2-40B4-BE49-F238E27FC236}">
                <a16:creationId xmlns:a16="http://schemas.microsoft.com/office/drawing/2014/main" id="{78460A98-9A3B-2091-7476-6882B9D831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2988" y="1484313"/>
            <a:ext cx="7200900" cy="3171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9093" name="Rectangle 5">
            <a:extLst>
              <a:ext uri="{FF2B5EF4-FFF2-40B4-BE49-F238E27FC236}">
                <a16:creationId xmlns:a16="http://schemas.microsoft.com/office/drawing/2014/main" id="{6DA521FE-3350-AF0C-145C-B2C0766309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4715858"/>
            <a:ext cx="8208962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indent="3048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A.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Ｍ＝淡水，Ｎ＝海水，Ｘ＝淡水鱼类，Ｙ＝海水鱼类；  </a:t>
            </a:r>
          </a:p>
          <a:p>
            <a:pPr algn="ctr" eaLnBrk="1" hangingPunct="1"/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B.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Ｍ＝海水，Ｎ＝淡水，Ｘ＝海水鱼类，Ｙ＝淡水鱼类； </a:t>
            </a:r>
          </a:p>
          <a:p>
            <a:pPr algn="ctr" eaLnBrk="1" hangingPunct="1"/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C.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Ｍ＝淡水，Ｎ＝海水，Ｘ＝淡水鱼类，Ｙ＝海水贝类； </a:t>
            </a:r>
          </a:p>
          <a:p>
            <a:pPr algn="ctr" eaLnBrk="1" hangingPunct="1"/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D.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Ｍ＝海水，Ｎ＝淡水，Ｘ＝海水贝类，Ｙ＝淡水鱼类。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C2A56D7-C40E-869B-E6B4-A442BCD85758}"/>
              </a:ext>
            </a:extLst>
          </p:cNvPr>
          <p:cNvSpPr txBox="1"/>
          <p:nvPr/>
        </p:nvSpPr>
        <p:spPr>
          <a:xfrm>
            <a:off x="7906436" y="685800"/>
            <a:ext cx="9391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539" name="Rectangle 3">
            <a:extLst>
              <a:ext uri="{FF2B5EF4-FFF2-40B4-BE49-F238E27FC236}">
                <a16:creationId xmlns:a16="http://schemas.microsoft.com/office/drawing/2014/main" id="{970C9684-6957-71E5-C975-311C60A7E0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8312" y="260350"/>
            <a:ext cx="8447088" cy="3877985"/>
          </a:xfrm>
        </p:spPr>
        <p:txBody>
          <a:bodyPr/>
          <a:lstStyle/>
          <a:p>
            <a:r>
              <a:rPr lang="zh-CN" altLang="en-US" b="1" dirty="0">
                <a:latin typeface="黑体" panose="02010609060101010101" pitchFamily="49" charset="-122"/>
              </a:rPr>
              <a:t>溯河洄游鱼类对环境的适应最主要表现是：</a:t>
            </a:r>
          </a:p>
          <a:p>
            <a:r>
              <a:rPr lang="en-US" altLang="zh-CN" b="1" dirty="0">
                <a:latin typeface="黑体" panose="02010609060101010101" pitchFamily="49" charset="-122"/>
              </a:rPr>
              <a:t>A.</a:t>
            </a:r>
            <a:r>
              <a:rPr lang="zh-CN" altLang="en-US" b="1" dirty="0">
                <a:latin typeface="黑体" panose="02010609060101010101" pitchFamily="49" charset="-122"/>
              </a:rPr>
              <a:t>要适应温度的变化； 　　</a:t>
            </a:r>
          </a:p>
          <a:p>
            <a:r>
              <a:rPr lang="en-US" altLang="zh-CN" b="1" dirty="0">
                <a:latin typeface="黑体" panose="02010609060101010101" pitchFamily="49" charset="-122"/>
              </a:rPr>
              <a:t>B.</a:t>
            </a:r>
            <a:r>
              <a:rPr lang="zh-CN" altLang="en-US" b="1" dirty="0">
                <a:latin typeface="黑体" panose="02010609060101010101" pitchFamily="49" charset="-122"/>
              </a:rPr>
              <a:t>要使渗透压由高向低调节； </a:t>
            </a:r>
          </a:p>
          <a:p>
            <a:r>
              <a:rPr lang="en-US" altLang="zh-CN" b="1" dirty="0">
                <a:latin typeface="黑体" panose="02010609060101010101" pitchFamily="49" charset="-122"/>
              </a:rPr>
              <a:t>C.</a:t>
            </a:r>
            <a:r>
              <a:rPr lang="zh-CN" altLang="en-US" b="1" dirty="0">
                <a:latin typeface="黑体" panose="02010609060101010101" pitchFamily="49" charset="-122"/>
              </a:rPr>
              <a:t>渗透压由低向高调节；　　</a:t>
            </a:r>
          </a:p>
          <a:p>
            <a:r>
              <a:rPr lang="en-US" altLang="zh-CN" dirty="0">
                <a:latin typeface="黑体" panose="02010609060101010101" pitchFamily="49" charset="-122"/>
              </a:rPr>
              <a:t>D.</a:t>
            </a:r>
            <a:r>
              <a:rPr lang="zh-CN" altLang="en-US" dirty="0">
                <a:latin typeface="黑体" panose="02010609060101010101" pitchFamily="49" charset="-122"/>
              </a:rPr>
              <a:t>渗透压的调节机制因环境而异。</a:t>
            </a:r>
          </a:p>
          <a:p>
            <a:endParaRPr lang="zh-CN" altLang="en-US" b="1" dirty="0">
              <a:latin typeface="黑体" panose="02010609060101010101" pitchFamily="49" charset="-122"/>
            </a:endParaRPr>
          </a:p>
          <a:p>
            <a:r>
              <a:rPr lang="zh-CN" altLang="en-US" b="1" dirty="0">
                <a:latin typeface="黑体" panose="02010609060101010101" pitchFamily="49" charset="-122"/>
              </a:rPr>
              <a:t> </a:t>
            </a:r>
            <a:endParaRPr lang="zh-CN" altLang="en-US" b="1" dirty="0">
              <a:solidFill>
                <a:srgbClr val="CC0000"/>
              </a:solidFill>
              <a:latin typeface="黑体" panose="02010609060101010101" pitchFamily="49" charset="-122"/>
            </a:endParaRPr>
          </a:p>
          <a:p>
            <a:endParaRPr lang="zh-CN" altLang="en-US" dirty="0">
              <a:solidFill>
                <a:srgbClr val="CC0000"/>
              </a:solidFill>
            </a:endParaRPr>
          </a:p>
          <a:p>
            <a:endParaRPr lang="zh-CN" altLang="en-US" b="1" dirty="0">
              <a:latin typeface="黑体" panose="02010609060101010101" pitchFamily="49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3F83CC2-2A02-2972-5470-FDBB1B98A70A}"/>
              </a:ext>
            </a:extLst>
          </p:cNvPr>
          <p:cNvSpPr txBox="1"/>
          <p:nvPr/>
        </p:nvSpPr>
        <p:spPr>
          <a:xfrm>
            <a:off x="7162800" y="260350"/>
            <a:ext cx="9391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883" name="Rectangle 3">
            <a:extLst>
              <a:ext uri="{FF2B5EF4-FFF2-40B4-BE49-F238E27FC236}">
                <a16:creationId xmlns:a16="http://schemas.microsoft.com/office/drawing/2014/main" id="{C18CAB98-D4E6-103E-237F-463A7E4961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5288" y="981075"/>
            <a:ext cx="8229600" cy="2585323"/>
          </a:xfrm>
        </p:spPr>
        <p:txBody>
          <a:bodyPr/>
          <a:lstStyle/>
          <a:p>
            <a:r>
              <a:rPr lang="zh-CN" altLang="en-US" b="1" dirty="0">
                <a:latin typeface="黑体" panose="02010609060101010101" pitchFamily="49" charset="-122"/>
              </a:rPr>
              <a:t>能在深海中潜泳的一些肺呼吸动物的肋骨无胸骨附着，这可能是这类动物对下列哪种条件的适应：</a:t>
            </a:r>
          </a:p>
          <a:p>
            <a:r>
              <a:rPr lang="en-US" altLang="zh-CN" b="1" dirty="0">
                <a:latin typeface="黑体" panose="02010609060101010101" pitchFamily="49" charset="-122"/>
              </a:rPr>
              <a:t>  A.</a:t>
            </a:r>
            <a:r>
              <a:rPr lang="zh-CN" altLang="en-US" b="1" dirty="0">
                <a:latin typeface="黑体" panose="02010609060101010101" pitchFamily="49" charset="-122"/>
              </a:rPr>
              <a:t>海水盐度；　</a:t>
            </a:r>
            <a:r>
              <a:rPr lang="en-US" altLang="zh-CN" dirty="0">
                <a:latin typeface="黑体" panose="02010609060101010101" pitchFamily="49" charset="-122"/>
              </a:rPr>
              <a:t>B.</a:t>
            </a:r>
            <a:r>
              <a:rPr lang="zh-CN" altLang="en-US" dirty="0">
                <a:latin typeface="黑体" panose="02010609060101010101" pitchFamily="49" charset="-122"/>
              </a:rPr>
              <a:t>海水高压； </a:t>
            </a:r>
          </a:p>
          <a:p>
            <a:r>
              <a:rPr lang="zh-CN" altLang="en-US" b="1" dirty="0">
                <a:latin typeface="黑体" panose="02010609060101010101" pitchFamily="49" charset="-122"/>
              </a:rPr>
              <a:t>　</a:t>
            </a:r>
            <a:r>
              <a:rPr lang="en-US" altLang="zh-CN" b="1" dirty="0">
                <a:latin typeface="黑体" panose="02010609060101010101" pitchFamily="49" charset="-122"/>
              </a:rPr>
              <a:t>C.</a:t>
            </a:r>
            <a:r>
              <a:rPr lang="zh-CN" altLang="en-US" b="1" dirty="0">
                <a:latin typeface="黑体" panose="02010609060101010101" pitchFamily="49" charset="-122"/>
              </a:rPr>
              <a:t>深海低氧；  </a:t>
            </a:r>
            <a:r>
              <a:rPr lang="en-US" altLang="zh-CN" b="1" dirty="0">
                <a:latin typeface="黑体" panose="02010609060101010101" pitchFamily="49" charset="-122"/>
              </a:rPr>
              <a:t>D.</a:t>
            </a:r>
            <a:r>
              <a:rPr lang="zh-CN" altLang="en-US" b="1" dirty="0">
                <a:latin typeface="黑体" panose="02010609060101010101" pitchFamily="49" charset="-122"/>
              </a:rPr>
              <a:t>光照强度。</a:t>
            </a:r>
          </a:p>
          <a:p>
            <a:r>
              <a:rPr lang="zh-CN" altLang="en-US" b="1" dirty="0">
                <a:solidFill>
                  <a:srgbClr val="CC0000"/>
                </a:solidFill>
                <a:latin typeface="黑体" panose="02010609060101010101" pitchFamily="49" charset="-122"/>
              </a:rPr>
              <a:t>（</a:t>
            </a:r>
            <a:r>
              <a:rPr lang="en-US" altLang="zh-CN" b="1" dirty="0">
                <a:solidFill>
                  <a:srgbClr val="CC0000"/>
                </a:solidFill>
                <a:latin typeface="黑体" panose="02010609060101010101" pitchFamily="49" charset="-122"/>
              </a:rPr>
              <a:t>2015</a:t>
            </a:r>
            <a:r>
              <a:rPr lang="zh-CN" altLang="en-US" b="1" dirty="0">
                <a:solidFill>
                  <a:srgbClr val="CC0000"/>
                </a:solidFill>
                <a:latin typeface="黑体" panose="02010609060101010101" pitchFamily="49" charset="-122"/>
              </a:rPr>
              <a:t>年全国联赛试题）</a:t>
            </a:r>
          </a:p>
          <a:p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C9EC1DC-EFFB-76FB-D067-2817165BEBF6}"/>
              </a:ext>
            </a:extLst>
          </p:cNvPr>
          <p:cNvSpPr txBox="1"/>
          <p:nvPr/>
        </p:nvSpPr>
        <p:spPr>
          <a:xfrm>
            <a:off x="7685774" y="1371600"/>
            <a:ext cx="9391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835" name="Rectangle 3">
            <a:extLst>
              <a:ext uri="{FF2B5EF4-FFF2-40B4-BE49-F238E27FC236}">
                <a16:creationId xmlns:a16="http://schemas.microsoft.com/office/drawing/2014/main" id="{BE556304-F9D7-8A24-7819-0742A0E691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9750" y="188913"/>
            <a:ext cx="8229600" cy="6408737"/>
          </a:xfrm>
        </p:spPr>
        <p:txBody>
          <a:bodyPr/>
          <a:lstStyle/>
          <a:p>
            <a:pPr algn="just"/>
            <a:r>
              <a:rPr lang="zh-CN" altLang="en-US" sz="2800" b="1">
                <a:latin typeface="黑体" panose="02010609060101010101" pitchFamily="49" charset="-122"/>
              </a:rPr>
              <a:t>下图是一种植物的地下部分和地上部分的比例示意图，此种植物最可能是：</a:t>
            </a:r>
          </a:p>
          <a:p>
            <a:pPr algn="just"/>
            <a:r>
              <a:rPr lang="zh-CN" altLang="en-US" b="1">
                <a:latin typeface="黑体" panose="02010609060101010101" pitchFamily="49" charset="-122"/>
              </a:rPr>
              <a:t> </a:t>
            </a:r>
          </a:p>
        </p:txBody>
      </p:sp>
      <p:pic>
        <p:nvPicPr>
          <p:cNvPr id="376836" name="Picture 4">
            <a:extLst>
              <a:ext uri="{FF2B5EF4-FFF2-40B4-BE49-F238E27FC236}">
                <a16:creationId xmlns:a16="http://schemas.microsoft.com/office/drawing/2014/main" id="{244AAA29-E716-E0A0-4BA6-016BF58B7D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8038" y="1412875"/>
            <a:ext cx="2884487" cy="3671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6837" name="Rectangle 5">
            <a:extLst>
              <a:ext uri="{FF2B5EF4-FFF2-40B4-BE49-F238E27FC236}">
                <a16:creationId xmlns:a16="http://schemas.microsoft.com/office/drawing/2014/main" id="{82B21175-6C1B-A74B-3B2E-AE7F52A531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4729163"/>
            <a:ext cx="69850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hangingPunct="0"/>
            <a:r>
              <a:rPr lang="zh-CN" altLang="en-US" sz="1800" dirty="0"/>
              <a:t> 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A.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水生植物 ；  　　　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B.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沉水植物； </a:t>
            </a:r>
          </a:p>
          <a:p>
            <a:pPr eaLnBrk="0" hangingPunct="0"/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C.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沙漠地区的植物 ； 　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D.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挺水植物 。</a:t>
            </a:r>
            <a:r>
              <a: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96F42C8-120F-7DB7-8651-4199438B5EA1}"/>
              </a:ext>
            </a:extLst>
          </p:cNvPr>
          <p:cNvSpPr txBox="1"/>
          <p:nvPr/>
        </p:nvSpPr>
        <p:spPr>
          <a:xfrm>
            <a:off x="4419600" y="619780"/>
            <a:ext cx="9391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CCCC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59</TotalTime>
  <Words>1411</Words>
  <Application>Microsoft Macintosh PowerPoint</Application>
  <PresentationFormat>全屏显示(4:3)</PresentationFormat>
  <Paragraphs>223</Paragraphs>
  <Slides>39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39</vt:i4>
      </vt:variant>
    </vt:vector>
  </HeadingPairs>
  <TitlesOfParts>
    <vt:vector size="46" baseType="lpstr">
      <vt:lpstr>黑体</vt:lpstr>
      <vt:lpstr>SimSun</vt:lpstr>
      <vt:lpstr>Microsoft YaHei</vt:lpstr>
      <vt:lpstr>Microsoft JhengHei</vt:lpstr>
      <vt:lpstr>Arial</vt:lpstr>
      <vt:lpstr>Times New Roman</vt:lpstr>
      <vt:lpstr>Office Theme</vt:lpstr>
      <vt:lpstr>第三章 物质环境</vt:lpstr>
      <vt:lpstr>2 水是有机体生命活动的基础，生物新陈代谢及各种物质的输送都必须在水溶液中进行。</vt:lpstr>
      <vt:lpstr>二 陆地上水的分布</vt:lpstr>
      <vt:lpstr>PowerPoint 演示文稿</vt:lpstr>
      <vt:lpstr>3 我国降水量的地域分布：</vt:lpstr>
      <vt:lpstr>三 植物与水的关系</vt:lpstr>
      <vt:lpstr>陆地植物对失水的适应性：</vt:lpstr>
      <vt:lpstr>PowerPoint 演示文稿</vt:lpstr>
      <vt:lpstr>2 陆生植物（ 湿生植物、中生植物与旱生植</vt:lpstr>
      <vt:lpstr>旱生植物：</vt:lpstr>
      <vt:lpstr>PowerPoint 演示文稿</vt:lpstr>
      <vt:lpstr>3 水生植物 : （沉水植物、浮水植物、挺水植物）</vt:lpstr>
      <vt:lpstr>PowerPoint 演示文稿</vt:lpstr>
      <vt:lpstr>沉水植物：整株植物沉没在水下根退化或消失。植物具有封闭式的通气组织系统。叶绿体大而多 ，适应水中弱光。（充分利用自身光</vt:lpstr>
      <vt:lpstr>4 植物生产力</vt:lpstr>
      <vt:lpstr>四 动物与水的关系</vt:lpstr>
      <vt:lpstr>PowerPoint 演示文稿</vt:lpstr>
      <vt:lpstr>PowerPoint 演示文稿</vt:lpstr>
      <vt:lpstr>PowerPoint 演示文稿</vt:lpstr>
      <vt:lpstr>PowerPoint 演示文稿</vt:lpstr>
      <vt:lpstr>3 海洋软骨鱼：等渗性。</vt:lpstr>
      <vt:lpstr>PowerPoint 演示文稿</vt:lpstr>
      <vt:lpstr>PowerPoint 演示文稿</vt:lpstr>
      <vt:lpstr>水生哺乳动物通过高度浓缩尿液、乳液、保持水分。</vt:lpstr>
      <vt:lpstr>PowerPoint 演示文稿</vt:lpstr>
      <vt:lpstr>（三） 陆生动物的渗透压调节</vt:lpstr>
      <vt:lpstr>排泄失水</vt:lpstr>
      <vt:lpstr>1 动物减少失水的适应形式：</vt:lpstr>
      <vt:lpstr>2 ） 减少呼吸失水 :</vt:lpstr>
      <vt:lpstr>PowerPoint 演示文稿</vt:lpstr>
      <vt:lpstr>3 ）减少排泄和粪便失水</vt:lpstr>
      <vt:lpstr>PowerPoint 演示文稿</vt:lpstr>
      <vt:lpstr>PowerPoint 演示文稿</vt:lpstr>
      <vt:lpstr>PowerPoint 演示文稿</vt:lpstr>
      <vt:lpstr>2 陆生动物对湿度的适应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第五节 生物与水的关系</dc:title>
  <dc:creator>Bai</dc:creator>
  <cp:lastModifiedBy>邦 肖</cp:lastModifiedBy>
  <cp:revision>2</cp:revision>
  <dcterms:created xsi:type="dcterms:W3CDTF">2025-09-13T01:05:47Z</dcterms:created>
  <dcterms:modified xsi:type="dcterms:W3CDTF">2025-09-27T00:18:40Z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2018-04-20T00:00:00Z</vt:filetime>
  </property>
  <property fmtid="{D5CDD505-2E9C-101B-9397-08002B2CF9AE}" pid="3" name="Creator">
    <vt:lpwstr>Impress</vt:lpwstr>
  </property>
  <property fmtid="{D5CDD505-2E9C-101B-9397-08002B2CF9AE}" pid="4" name="Producer">
    <vt:lpwstr>OpenOffice 4.1.3</vt:lpwstr>
  </property>
  <property fmtid="{D5CDD505-2E9C-101B-9397-08002B2CF9AE}" pid="5" name="LastSaved">
    <vt:filetime>2018-04-20T00:00:00Z</vt:filetime>
  </property>
</Properties>
</file>